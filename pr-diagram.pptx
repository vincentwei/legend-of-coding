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83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828056" y="1434032"/>
            <a:ext cx="864096" cy="576064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七爷</a:t>
            </a:r>
            <a:endParaRPr lang="en-US" altLang="zh-CN" sz="1400" dirty="0" smtClean="0"/>
          </a:p>
          <a:p>
            <a:pPr algn="ctr"/>
            <a:r>
              <a:rPr lang="zh-CN" altLang="en-US" sz="1400" dirty="0" smtClean="0"/>
              <a:t>（韦琦）</a:t>
            </a:r>
            <a:endParaRPr lang="zh-CN" altLang="en-US" sz="1400" dirty="0"/>
          </a:p>
        </p:txBody>
      </p:sp>
      <p:sp>
        <p:nvSpPr>
          <p:cNvPr id="6" name="矩形 5"/>
          <p:cNvSpPr/>
          <p:nvPr/>
        </p:nvSpPr>
        <p:spPr>
          <a:xfrm>
            <a:off x="8104688" y="1389610"/>
            <a:ext cx="864096" cy="576064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亮</a:t>
            </a:r>
            <a:r>
              <a:rPr lang="zh-CN" altLang="en-US" sz="1400" dirty="0" smtClean="0"/>
              <a:t>爷</a:t>
            </a:r>
            <a:endParaRPr lang="en-US" altLang="zh-CN" sz="1400" dirty="0" smtClean="0"/>
          </a:p>
          <a:p>
            <a:pPr algn="ctr"/>
            <a:r>
              <a:rPr lang="zh-CN" altLang="en-US" sz="1400" dirty="0" smtClean="0"/>
              <a:t>（金亮）</a:t>
            </a:r>
            <a:endParaRPr lang="zh-CN" altLang="en-US" sz="1400" dirty="0"/>
          </a:p>
        </p:txBody>
      </p:sp>
      <p:sp>
        <p:nvSpPr>
          <p:cNvPr id="7" name="矩形 6"/>
          <p:cNvSpPr/>
          <p:nvPr/>
        </p:nvSpPr>
        <p:spPr>
          <a:xfrm>
            <a:off x="5796136" y="880268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魏森特</a:t>
            </a:r>
            <a:endParaRPr lang="zh-CN" altLang="en-US" sz="1400" dirty="0"/>
          </a:p>
        </p:txBody>
      </p:sp>
      <p:sp>
        <p:nvSpPr>
          <p:cNvPr id="8" name="矩形 7"/>
          <p:cNvSpPr/>
          <p:nvPr/>
        </p:nvSpPr>
        <p:spPr>
          <a:xfrm>
            <a:off x="2581708" y="891212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龙天豪</a:t>
            </a:r>
            <a:endParaRPr lang="zh-CN" altLang="en-US" sz="1400" dirty="0"/>
          </a:p>
        </p:txBody>
      </p:sp>
      <p:sp>
        <p:nvSpPr>
          <p:cNvPr id="9" name="矩形 8"/>
          <p:cNvSpPr/>
          <p:nvPr/>
        </p:nvSpPr>
        <p:spPr>
          <a:xfrm>
            <a:off x="5796136" y="412216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辉漫</a:t>
            </a:r>
            <a:endParaRPr lang="zh-CN" altLang="en-US" sz="1400" dirty="0"/>
          </a:p>
        </p:txBody>
      </p:sp>
      <p:sp>
        <p:nvSpPr>
          <p:cNvPr id="10" name="矩形 9"/>
          <p:cNvSpPr/>
          <p:nvPr/>
        </p:nvSpPr>
        <p:spPr>
          <a:xfrm>
            <a:off x="4860032" y="412216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阿特特</a:t>
            </a:r>
            <a:endParaRPr lang="zh-CN" altLang="en-US" sz="1400" dirty="0"/>
          </a:p>
        </p:txBody>
      </p:sp>
      <p:sp>
        <p:nvSpPr>
          <p:cNvPr id="11" name="矩形 10"/>
          <p:cNvSpPr/>
          <p:nvPr/>
        </p:nvSpPr>
        <p:spPr>
          <a:xfrm>
            <a:off x="2581708" y="1422128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林小翠</a:t>
            </a:r>
            <a:endParaRPr lang="zh-CN" altLang="en-US" sz="1400" dirty="0"/>
          </a:p>
        </p:txBody>
      </p:sp>
      <p:sp>
        <p:nvSpPr>
          <p:cNvPr id="12" name="矩形 11"/>
          <p:cNvSpPr/>
          <p:nvPr/>
        </p:nvSpPr>
        <p:spPr>
          <a:xfrm>
            <a:off x="2585108" y="2370771"/>
            <a:ext cx="934520" cy="553216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小固</a:t>
            </a:r>
            <a:endParaRPr lang="en-US" altLang="zh-CN" sz="1400" dirty="0"/>
          </a:p>
          <a:p>
            <a:pPr algn="ctr"/>
            <a:r>
              <a:rPr lang="zh-CN" altLang="en-US" sz="1400" dirty="0" smtClean="0"/>
              <a:t>（</a:t>
            </a:r>
            <a:r>
              <a:rPr lang="zh-CN" altLang="en-US" sz="1400" dirty="0"/>
              <a:t>固骁君</a:t>
            </a:r>
            <a:r>
              <a:rPr lang="zh-CN" altLang="en-US" sz="1400" dirty="0" smtClean="0"/>
              <a:t>）</a:t>
            </a:r>
            <a:endParaRPr lang="zh-CN" altLang="en-US" sz="1400" dirty="0"/>
          </a:p>
        </p:txBody>
      </p:sp>
      <p:sp>
        <p:nvSpPr>
          <p:cNvPr id="13" name="矩形 12"/>
          <p:cNvSpPr/>
          <p:nvPr/>
        </p:nvSpPr>
        <p:spPr>
          <a:xfrm>
            <a:off x="2025282" y="1967023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王小磊</a:t>
            </a:r>
          </a:p>
        </p:txBody>
      </p:sp>
      <p:sp>
        <p:nvSpPr>
          <p:cNvPr id="14" name="矩形 13"/>
          <p:cNvSpPr/>
          <p:nvPr/>
        </p:nvSpPr>
        <p:spPr>
          <a:xfrm>
            <a:off x="234588" y="416552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一统</a:t>
            </a:r>
            <a:endParaRPr lang="zh-CN" altLang="en-US" sz="1400" dirty="0"/>
          </a:p>
        </p:txBody>
      </p:sp>
      <p:sp>
        <p:nvSpPr>
          <p:cNvPr id="15" name="矩形 14"/>
          <p:cNvSpPr/>
          <p:nvPr/>
        </p:nvSpPr>
        <p:spPr>
          <a:xfrm>
            <a:off x="4860032" y="880268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雄飞翔</a:t>
            </a:r>
            <a:endParaRPr lang="zh-CN" altLang="en-US" sz="1400" dirty="0"/>
          </a:p>
        </p:txBody>
      </p:sp>
      <p:sp>
        <p:nvSpPr>
          <p:cNvPr id="16" name="矩形 15"/>
          <p:cNvSpPr/>
          <p:nvPr/>
        </p:nvSpPr>
        <p:spPr>
          <a:xfrm>
            <a:off x="8104688" y="412216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天赐</a:t>
            </a:r>
            <a:endParaRPr lang="zh-CN" altLang="en-US" sz="1400" dirty="0"/>
          </a:p>
        </p:txBody>
      </p:sp>
      <p:sp>
        <p:nvSpPr>
          <p:cNvPr id="17" name="矩形 16"/>
          <p:cNvSpPr/>
          <p:nvPr/>
        </p:nvSpPr>
        <p:spPr>
          <a:xfrm>
            <a:off x="8104688" y="890216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王一鸣</a:t>
            </a:r>
          </a:p>
        </p:txBody>
      </p:sp>
      <p:sp>
        <p:nvSpPr>
          <p:cNvPr id="18" name="矩形 17"/>
          <p:cNvSpPr/>
          <p:nvPr/>
        </p:nvSpPr>
        <p:spPr>
          <a:xfrm>
            <a:off x="234588" y="947945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张一平</a:t>
            </a:r>
          </a:p>
        </p:txBody>
      </p:sp>
      <p:sp>
        <p:nvSpPr>
          <p:cNvPr id="19" name="矩形 18"/>
          <p:cNvSpPr/>
          <p:nvPr/>
        </p:nvSpPr>
        <p:spPr>
          <a:xfrm>
            <a:off x="234588" y="1479338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张文乐</a:t>
            </a:r>
            <a:endParaRPr lang="zh-CN" altLang="en-US" sz="1400" dirty="0"/>
          </a:p>
        </p:txBody>
      </p:sp>
      <p:sp>
        <p:nvSpPr>
          <p:cNvPr id="20" name="矩形 19"/>
          <p:cNvSpPr/>
          <p:nvPr/>
        </p:nvSpPr>
        <p:spPr>
          <a:xfrm>
            <a:off x="234588" y="2010731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杨曜曜</a:t>
            </a:r>
          </a:p>
        </p:txBody>
      </p:sp>
      <p:sp>
        <p:nvSpPr>
          <p:cNvPr id="21" name="矩形 20"/>
          <p:cNvSpPr/>
          <p:nvPr/>
        </p:nvSpPr>
        <p:spPr>
          <a:xfrm>
            <a:off x="234588" y="2542124"/>
            <a:ext cx="1412204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章羌（爪哇猫）</a:t>
            </a:r>
            <a:endParaRPr lang="zh-CN" altLang="en-US" sz="1400" dirty="0"/>
          </a:p>
        </p:txBody>
      </p:sp>
      <p:sp>
        <p:nvSpPr>
          <p:cNvPr id="22" name="矩形 21"/>
          <p:cNvSpPr/>
          <p:nvPr/>
        </p:nvSpPr>
        <p:spPr>
          <a:xfrm>
            <a:off x="234588" y="3073517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李子梦</a:t>
            </a:r>
          </a:p>
        </p:txBody>
      </p:sp>
      <p:sp>
        <p:nvSpPr>
          <p:cNvPr id="23" name="矩形 22"/>
          <p:cNvSpPr/>
          <p:nvPr/>
        </p:nvSpPr>
        <p:spPr>
          <a:xfrm>
            <a:off x="234588" y="3604908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泰爷</a:t>
            </a:r>
            <a:endParaRPr lang="zh-CN" altLang="en-US" sz="1400" dirty="0"/>
          </a:p>
        </p:txBody>
      </p:sp>
      <p:sp>
        <p:nvSpPr>
          <p:cNvPr id="24" name="矩形 23"/>
          <p:cNvSpPr/>
          <p:nvPr/>
        </p:nvSpPr>
        <p:spPr>
          <a:xfrm>
            <a:off x="2585108" y="423160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天龙</a:t>
            </a:r>
            <a:endParaRPr lang="zh-CN" altLang="en-US" sz="1400" dirty="0"/>
          </a:p>
        </p:txBody>
      </p:sp>
      <p:sp>
        <p:nvSpPr>
          <p:cNvPr id="25" name="矩形 24"/>
          <p:cNvSpPr/>
          <p:nvPr/>
        </p:nvSpPr>
        <p:spPr>
          <a:xfrm>
            <a:off x="8104688" y="2022058"/>
            <a:ext cx="86757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陶辉</a:t>
            </a:r>
            <a:endParaRPr lang="zh-CN" altLang="en-US" sz="1400" dirty="0"/>
          </a:p>
        </p:txBody>
      </p:sp>
      <p:sp>
        <p:nvSpPr>
          <p:cNvPr id="26" name="矩形 25"/>
          <p:cNvSpPr/>
          <p:nvPr/>
        </p:nvSpPr>
        <p:spPr>
          <a:xfrm>
            <a:off x="8104688" y="2446452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郑大姐</a:t>
            </a:r>
            <a:endParaRPr lang="zh-CN" altLang="en-US" sz="1400" dirty="0"/>
          </a:p>
        </p:txBody>
      </p:sp>
      <p:sp>
        <p:nvSpPr>
          <p:cNvPr id="27" name="矩形 26"/>
          <p:cNvSpPr/>
          <p:nvPr/>
        </p:nvSpPr>
        <p:spPr>
          <a:xfrm>
            <a:off x="5612588" y="1956079"/>
            <a:ext cx="1024104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黎明博士</a:t>
            </a:r>
            <a:endParaRPr lang="zh-CN" altLang="en-US" sz="1400" dirty="0"/>
          </a:p>
        </p:txBody>
      </p:sp>
      <p:sp>
        <p:nvSpPr>
          <p:cNvPr id="28" name="矩形 27"/>
          <p:cNvSpPr/>
          <p:nvPr/>
        </p:nvSpPr>
        <p:spPr>
          <a:xfrm>
            <a:off x="6828056" y="2149052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小美</a:t>
            </a:r>
            <a:endParaRPr lang="zh-CN" altLang="en-US" sz="1400" dirty="0"/>
          </a:p>
        </p:txBody>
      </p:sp>
      <p:sp>
        <p:nvSpPr>
          <p:cNvPr id="29" name="矩形 28"/>
          <p:cNvSpPr/>
          <p:nvPr/>
        </p:nvSpPr>
        <p:spPr>
          <a:xfrm>
            <a:off x="2585108" y="2938866"/>
            <a:ext cx="8674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陈菲菲</a:t>
            </a:r>
            <a:endParaRPr lang="zh-CN" altLang="en-US" sz="1400" dirty="0"/>
          </a:p>
        </p:txBody>
      </p:sp>
      <p:sp>
        <p:nvSpPr>
          <p:cNvPr id="31" name="矩形 30"/>
          <p:cNvSpPr/>
          <p:nvPr/>
        </p:nvSpPr>
        <p:spPr>
          <a:xfrm>
            <a:off x="1468856" y="423160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黄龙</a:t>
            </a:r>
          </a:p>
        </p:txBody>
      </p:sp>
      <p:sp>
        <p:nvSpPr>
          <p:cNvPr id="32" name="矩形 31"/>
          <p:cNvSpPr/>
          <p:nvPr/>
        </p:nvSpPr>
        <p:spPr>
          <a:xfrm>
            <a:off x="1468855" y="942994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苏溪</a:t>
            </a:r>
            <a:endParaRPr lang="zh-CN" altLang="en-US" sz="1400" dirty="0"/>
          </a:p>
        </p:txBody>
      </p:sp>
      <p:sp>
        <p:nvSpPr>
          <p:cNvPr id="30" name="矩形 29"/>
          <p:cNvSpPr/>
          <p:nvPr/>
        </p:nvSpPr>
        <p:spPr>
          <a:xfrm>
            <a:off x="3169468" y="3767963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付立业</a:t>
            </a:r>
          </a:p>
        </p:txBody>
      </p:sp>
      <p:sp>
        <p:nvSpPr>
          <p:cNvPr id="33" name="矩形 32"/>
          <p:cNvSpPr/>
          <p:nvPr/>
        </p:nvSpPr>
        <p:spPr>
          <a:xfrm>
            <a:off x="6812064" y="412216"/>
            <a:ext cx="1168160" cy="546908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良机酒家</a:t>
            </a:r>
            <a:endParaRPr lang="en-US" altLang="zh-CN" sz="1400" dirty="0" smtClean="0"/>
          </a:p>
          <a:p>
            <a:pPr algn="ctr"/>
            <a:r>
              <a:rPr lang="zh-CN" altLang="en-US" sz="1400" dirty="0" smtClean="0"/>
              <a:t>（天赐良机）</a:t>
            </a:r>
            <a:endParaRPr lang="zh-CN" altLang="en-US" sz="1400" dirty="0"/>
          </a:p>
        </p:txBody>
      </p:sp>
      <p:sp>
        <p:nvSpPr>
          <p:cNvPr id="34" name="矩形 33"/>
          <p:cNvSpPr/>
          <p:nvPr/>
        </p:nvSpPr>
        <p:spPr>
          <a:xfrm>
            <a:off x="4856632" y="3356992"/>
            <a:ext cx="8674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李博士</a:t>
            </a:r>
            <a:endParaRPr lang="zh-CN" altLang="en-US" sz="1400" dirty="0"/>
          </a:p>
        </p:txBody>
      </p:sp>
      <p:sp>
        <p:nvSpPr>
          <p:cNvPr id="35" name="矩形 34"/>
          <p:cNvSpPr/>
          <p:nvPr/>
        </p:nvSpPr>
        <p:spPr>
          <a:xfrm>
            <a:off x="4606908" y="5441332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宋嘉厉</a:t>
            </a:r>
            <a:endParaRPr lang="zh-CN" altLang="en-US" sz="1400" dirty="0"/>
          </a:p>
        </p:txBody>
      </p:sp>
      <p:sp>
        <p:nvSpPr>
          <p:cNvPr id="36" name="矩形 35"/>
          <p:cNvSpPr/>
          <p:nvPr/>
        </p:nvSpPr>
        <p:spPr>
          <a:xfrm>
            <a:off x="4606908" y="5795880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马寇德</a:t>
            </a:r>
          </a:p>
        </p:txBody>
      </p:sp>
      <p:sp>
        <p:nvSpPr>
          <p:cNvPr id="37" name="矩形 36"/>
          <p:cNvSpPr/>
          <p:nvPr/>
        </p:nvSpPr>
        <p:spPr>
          <a:xfrm>
            <a:off x="4606908" y="6155920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高保密</a:t>
            </a:r>
          </a:p>
        </p:txBody>
      </p:sp>
      <p:sp>
        <p:nvSpPr>
          <p:cNvPr id="38" name="矩形 37"/>
          <p:cNvSpPr/>
          <p:nvPr/>
        </p:nvSpPr>
        <p:spPr>
          <a:xfrm>
            <a:off x="1161186" y="4767776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大学士</a:t>
            </a:r>
            <a:endParaRPr lang="zh-CN" altLang="en-US" sz="1400" dirty="0"/>
          </a:p>
        </p:txBody>
      </p:sp>
      <p:sp>
        <p:nvSpPr>
          <p:cNvPr id="39" name="矩形 38"/>
          <p:cNvSpPr/>
          <p:nvPr/>
        </p:nvSpPr>
        <p:spPr>
          <a:xfrm>
            <a:off x="6812064" y="2619948"/>
            <a:ext cx="897264" cy="538352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京西鹦</a:t>
            </a:r>
            <a:r>
              <a:rPr lang="zh-CN" altLang="en-US" sz="1400" dirty="0" smtClean="0"/>
              <a:t>翠</a:t>
            </a:r>
            <a:endParaRPr lang="en-US" altLang="zh-CN" sz="1400" dirty="0" smtClean="0"/>
          </a:p>
          <a:p>
            <a:pPr algn="ctr"/>
            <a:r>
              <a:rPr lang="zh-CN" altLang="en-US" sz="1400" dirty="0" smtClean="0"/>
              <a:t>（鸟）</a:t>
            </a:r>
            <a:endParaRPr lang="zh-CN" altLang="en-US" sz="1400" dirty="0"/>
          </a:p>
        </p:txBody>
      </p:sp>
      <p:sp>
        <p:nvSpPr>
          <p:cNvPr id="40" name="矩形 39"/>
          <p:cNvSpPr/>
          <p:nvPr/>
        </p:nvSpPr>
        <p:spPr>
          <a:xfrm>
            <a:off x="160104" y="5165044"/>
            <a:ext cx="915600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江海川</a:t>
            </a:r>
            <a:endParaRPr lang="zh-CN" altLang="en-US" sz="1400" dirty="0"/>
          </a:p>
        </p:txBody>
      </p:sp>
      <p:sp>
        <p:nvSpPr>
          <p:cNvPr id="41" name="矩形 40"/>
          <p:cNvSpPr/>
          <p:nvPr/>
        </p:nvSpPr>
        <p:spPr>
          <a:xfrm>
            <a:off x="160104" y="4759616"/>
            <a:ext cx="906432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方格</a:t>
            </a:r>
            <a:endParaRPr lang="zh-CN" altLang="en-US" sz="1400" dirty="0"/>
          </a:p>
        </p:txBody>
      </p:sp>
      <p:sp>
        <p:nvSpPr>
          <p:cNvPr id="42" name="矩形 41"/>
          <p:cNvSpPr/>
          <p:nvPr/>
        </p:nvSpPr>
        <p:spPr>
          <a:xfrm>
            <a:off x="160104" y="5570472"/>
            <a:ext cx="915600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史可法</a:t>
            </a:r>
            <a:endParaRPr lang="zh-CN" altLang="en-US" sz="1400" dirty="0"/>
          </a:p>
        </p:txBody>
      </p:sp>
      <p:sp>
        <p:nvSpPr>
          <p:cNvPr id="43" name="矩形 42"/>
          <p:cNvSpPr/>
          <p:nvPr/>
        </p:nvSpPr>
        <p:spPr>
          <a:xfrm>
            <a:off x="160104" y="5975900"/>
            <a:ext cx="915600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范仲淹</a:t>
            </a:r>
            <a:endParaRPr lang="zh-CN" altLang="en-US" sz="1400" dirty="0"/>
          </a:p>
        </p:txBody>
      </p:sp>
      <p:sp>
        <p:nvSpPr>
          <p:cNvPr id="44" name="矩形 43"/>
          <p:cNvSpPr/>
          <p:nvPr/>
        </p:nvSpPr>
        <p:spPr>
          <a:xfrm>
            <a:off x="160104" y="6381328"/>
            <a:ext cx="915600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耶律大石</a:t>
            </a:r>
            <a:endParaRPr lang="zh-CN" altLang="en-US" sz="1400" dirty="0"/>
          </a:p>
        </p:txBody>
      </p:sp>
      <p:cxnSp>
        <p:nvCxnSpPr>
          <p:cNvPr id="3" name="直接连接符 2"/>
          <p:cNvCxnSpPr>
            <a:stCxn id="13" idx="1"/>
            <a:endCxn id="22" idx="3"/>
          </p:cNvCxnSpPr>
          <p:nvPr/>
        </p:nvCxnSpPr>
        <p:spPr>
          <a:xfrm flipH="1">
            <a:off x="1098684" y="2147043"/>
            <a:ext cx="926598" cy="11064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>
            <a:stCxn id="17" idx="1"/>
            <a:endCxn id="5" idx="3"/>
          </p:cNvCxnSpPr>
          <p:nvPr/>
        </p:nvCxnSpPr>
        <p:spPr>
          <a:xfrm flipH="1">
            <a:off x="7692152" y="1070236"/>
            <a:ext cx="412536" cy="651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>
            <a:stCxn id="11" idx="1"/>
            <a:endCxn id="32" idx="3"/>
          </p:cNvCxnSpPr>
          <p:nvPr/>
        </p:nvCxnSpPr>
        <p:spPr>
          <a:xfrm flipH="1" flipV="1">
            <a:off x="2332951" y="1123014"/>
            <a:ext cx="248757" cy="4791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>
            <a:stCxn id="6" idx="1"/>
            <a:endCxn id="5" idx="3"/>
          </p:cNvCxnSpPr>
          <p:nvPr/>
        </p:nvCxnSpPr>
        <p:spPr>
          <a:xfrm flipH="1">
            <a:off x="7692152" y="1677642"/>
            <a:ext cx="412536" cy="444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>
            <a:stCxn id="5" idx="1"/>
            <a:endCxn id="7" idx="3"/>
          </p:cNvCxnSpPr>
          <p:nvPr/>
        </p:nvCxnSpPr>
        <p:spPr>
          <a:xfrm flipH="1" flipV="1">
            <a:off x="6660232" y="1060288"/>
            <a:ext cx="167824" cy="661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>
            <a:stCxn id="34" idx="1"/>
            <a:endCxn id="12" idx="3"/>
          </p:cNvCxnSpPr>
          <p:nvPr/>
        </p:nvCxnSpPr>
        <p:spPr>
          <a:xfrm flipH="1" flipV="1">
            <a:off x="3519628" y="2647379"/>
            <a:ext cx="1337004" cy="889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stCxn id="13" idx="0"/>
            <a:endCxn id="8" idx="2"/>
          </p:cNvCxnSpPr>
          <p:nvPr/>
        </p:nvCxnSpPr>
        <p:spPr>
          <a:xfrm flipV="1">
            <a:off x="2457330" y="1251252"/>
            <a:ext cx="556426" cy="7157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>
            <a:stCxn id="5" idx="1"/>
            <a:endCxn id="11" idx="3"/>
          </p:cNvCxnSpPr>
          <p:nvPr/>
        </p:nvCxnSpPr>
        <p:spPr>
          <a:xfrm flipH="1" flipV="1">
            <a:off x="3445804" y="1602148"/>
            <a:ext cx="3382252" cy="119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435673" y="4167896"/>
            <a:ext cx="1574357" cy="541592"/>
          </a:xfrm>
          <a:prstGeom prst="rect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丢鱼饵的神秘人</a:t>
            </a:r>
            <a:endParaRPr lang="en-US" altLang="zh-CN" sz="1400" dirty="0"/>
          </a:p>
          <a:p>
            <a:pPr algn="ctr"/>
            <a:r>
              <a:rPr lang="zh-CN" altLang="en-US" sz="1400" dirty="0"/>
              <a:t>（带头大哥）</a:t>
            </a:r>
          </a:p>
        </p:txBody>
      </p:sp>
      <p:cxnSp>
        <p:nvCxnSpPr>
          <p:cNvPr id="52" name="直接连接符 51"/>
          <p:cNvCxnSpPr>
            <a:stCxn id="51" idx="0"/>
            <a:endCxn id="8" idx="2"/>
          </p:cNvCxnSpPr>
          <p:nvPr/>
        </p:nvCxnSpPr>
        <p:spPr>
          <a:xfrm flipV="1">
            <a:off x="1222852" y="1251252"/>
            <a:ext cx="1790904" cy="29166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/>
          <p:cNvSpPr/>
          <p:nvPr/>
        </p:nvSpPr>
        <p:spPr>
          <a:xfrm>
            <a:off x="5735536" y="5441332"/>
            <a:ext cx="864096" cy="360040"/>
          </a:xfrm>
          <a:prstGeom prst="rect">
            <a:avLst/>
          </a:prstGeom>
          <a:ln w="12700"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图灵</a:t>
            </a:r>
          </a:p>
        </p:txBody>
      </p:sp>
      <p:sp>
        <p:nvSpPr>
          <p:cNvPr id="57" name="矩形 56"/>
          <p:cNvSpPr/>
          <p:nvPr/>
        </p:nvSpPr>
        <p:spPr>
          <a:xfrm>
            <a:off x="1560066" y="5169124"/>
            <a:ext cx="897264" cy="35188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姚宁</a:t>
            </a:r>
            <a:endParaRPr lang="zh-CN" altLang="en-US" sz="1400" dirty="0"/>
          </a:p>
        </p:txBody>
      </p:sp>
      <p:sp>
        <p:nvSpPr>
          <p:cNvPr id="58" name="矩形 57"/>
          <p:cNvSpPr/>
          <p:nvPr/>
        </p:nvSpPr>
        <p:spPr>
          <a:xfrm>
            <a:off x="3742812" y="407316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雷米</a:t>
            </a:r>
          </a:p>
        </p:txBody>
      </p:sp>
      <p:sp>
        <p:nvSpPr>
          <p:cNvPr id="60" name="矩形 59"/>
          <p:cNvSpPr/>
          <p:nvPr/>
        </p:nvSpPr>
        <p:spPr>
          <a:xfrm>
            <a:off x="3742812" y="875368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雷布斯</a:t>
            </a:r>
            <a:endParaRPr lang="zh-CN" altLang="en-US" sz="1400" dirty="0"/>
          </a:p>
        </p:txBody>
      </p:sp>
      <p:sp>
        <p:nvSpPr>
          <p:cNvPr id="61" name="矩形 60"/>
          <p:cNvSpPr/>
          <p:nvPr/>
        </p:nvSpPr>
        <p:spPr>
          <a:xfrm>
            <a:off x="3742812" y="1303034"/>
            <a:ext cx="1296144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白祁（</a:t>
            </a:r>
            <a:r>
              <a:rPr lang="en-US" altLang="zh-CN" sz="1400" dirty="0"/>
              <a:t>Richard</a:t>
            </a:r>
            <a:r>
              <a:rPr lang="zh-CN" altLang="en-US" sz="1400" dirty="0" smtClean="0"/>
              <a:t>）</a:t>
            </a:r>
            <a:endParaRPr lang="zh-CN" altLang="en-US" sz="1400" dirty="0"/>
          </a:p>
        </p:txBody>
      </p:sp>
      <p:sp>
        <p:nvSpPr>
          <p:cNvPr id="62" name="矩形 61"/>
          <p:cNvSpPr/>
          <p:nvPr/>
        </p:nvSpPr>
        <p:spPr>
          <a:xfrm>
            <a:off x="3742812" y="1724658"/>
            <a:ext cx="1296144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华文（</a:t>
            </a:r>
            <a:r>
              <a:rPr lang="en-US" altLang="zh-CN" sz="1400" dirty="0" smtClean="0"/>
              <a:t>Bill</a:t>
            </a:r>
            <a:r>
              <a:rPr lang="zh-CN" altLang="en-US" sz="1400" dirty="0" smtClean="0"/>
              <a:t>）</a:t>
            </a:r>
            <a:endParaRPr lang="zh-CN" altLang="en-US" sz="1400" dirty="0"/>
          </a:p>
        </p:txBody>
      </p:sp>
      <p:sp>
        <p:nvSpPr>
          <p:cNvPr id="64" name="矩形 63"/>
          <p:cNvSpPr/>
          <p:nvPr/>
        </p:nvSpPr>
        <p:spPr>
          <a:xfrm>
            <a:off x="8097720" y="5210432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中菊</a:t>
            </a:r>
            <a:endParaRPr lang="zh-CN" altLang="en-US" sz="1400" dirty="0"/>
          </a:p>
        </p:txBody>
      </p:sp>
      <p:sp>
        <p:nvSpPr>
          <p:cNvPr id="65" name="矩形 64"/>
          <p:cNvSpPr/>
          <p:nvPr/>
        </p:nvSpPr>
        <p:spPr>
          <a:xfrm>
            <a:off x="8097720" y="5593852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吴慈仁</a:t>
            </a:r>
          </a:p>
        </p:txBody>
      </p:sp>
      <p:sp>
        <p:nvSpPr>
          <p:cNvPr id="66" name="矩形 65"/>
          <p:cNvSpPr/>
          <p:nvPr/>
        </p:nvSpPr>
        <p:spPr>
          <a:xfrm>
            <a:off x="6415568" y="4078652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水木</a:t>
            </a:r>
            <a:endParaRPr lang="zh-CN" altLang="en-US" sz="1400" dirty="0"/>
          </a:p>
        </p:txBody>
      </p:sp>
      <p:sp>
        <p:nvSpPr>
          <p:cNvPr id="67" name="矩形 66"/>
          <p:cNvSpPr/>
          <p:nvPr/>
        </p:nvSpPr>
        <p:spPr>
          <a:xfrm>
            <a:off x="6416344" y="4437112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岑老师</a:t>
            </a:r>
            <a:endParaRPr lang="zh-CN" altLang="en-US" sz="1400" dirty="0"/>
          </a:p>
        </p:txBody>
      </p:sp>
      <p:sp>
        <p:nvSpPr>
          <p:cNvPr id="68" name="矩形 67"/>
          <p:cNvSpPr/>
          <p:nvPr/>
        </p:nvSpPr>
        <p:spPr>
          <a:xfrm>
            <a:off x="1468856" y="6076311"/>
            <a:ext cx="126668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古老师</a:t>
            </a:r>
            <a:endParaRPr lang="zh-CN" altLang="en-US" sz="1400" dirty="0"/>
          </a:p>
        </p:txBody>
      </p:sp>
      <p:sp>
        <p:nvSpPr>
          <p:cNvPr id="70" name="矩形 69"/>
          <p:cNvSpPr/>
          <p:nvPr/>
        </p:nvSpPr>
        <p:spPr>
          <a:xfrm>
            <a:off x="3111044" y="4759616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杨清</a:t>
            </a:r>
            <a:endParaRPr lang="zh-CN" altLang="en-US" sz="1400" dirty="0"/>
          </a:p>
        </p:txBody>
      </p:sp>
      <p:sp>
        <p:nvSpPr>
          <p:cNvPr id="71" name="矩形 70"/>
          <p:cNvSpPr/>
          <p:nvPr/>
        </p:nvSpPr>
        <p:spPr>
          <a:xfrm>
            <a:off x="4086928" y="4258672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老梁</a:t>
            </a:r>
            <a:endParaRPr lang="zh-CN" altLang="en-US" sz="1400" dirty="0"/>
          </a:p>
        </p:txBody>
      </p:sp>
      <p:sp>
        <p:nvSpPr>
          <p:cNvPr id="72" name="矩形 71"/>
          <p:cNvSpPr/>
          <p:nvPr/>
        </p:nvSpPr>
        <p:spPr>
          <a:xfrm>
            <a:off x="5559584" y="4078652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西邮</a:t>
            </a:r>
            <a:endParaRPr lang="zh-CN" altLang="en-US" sz="1400" dirty="0"/>
          </a:p>
        </p:txBody>
      </p:sp>
      <p:sp>
        <p:nvSpPr>
          <p:cNvPr id="73" name="矩形 72"/>
          <p:cNvSpPr/>
          <p:nvPr/>
        </p:nvSpPr>
        <p:spPr>
          <a:xfrm>
            <a:off x="5560360" y="4437112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岑老师</a:t>
            </a:r>
            <a:endParaRPr lang="zh-CN" altLang="en-US" sz="1400" dirty="0"/>
          </a:p>
        </p:txBody>
      </p:sp>
      <p:sp>
        <p:nvSpPr>
          <p:cNvPr id="74" name="矩形 73"/>
          <p:cNvSpPr/>
          <p:nvPr/>
        </p:nvSpPr>
        <p:spPr>
          <a:xfrm>
            <a:off x="7281216" y="4082711"/>
            <a:ext cx="864096" cy="355981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交大</a:t>
            </a:r>
          </a:p>
        </p:txBody>
      </p:sp>
      <p:sp>
        <p:nvSpPr>
          <p:cNvPr id="75" name="矩形 74"/>
          <p:cNvSpPr/>
          <p:nvPr/>
        </p:nvSpPr>
        <p:spPr>
          <a:xfrm>
            <a:off x="7281992" y="4441171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岑老师</a:t>
            </a:r>
            <a:endParaRPr lang="zh-CN" altLang="en-US" sz="1400" dirty="0"/>
          </a:p>
        </p:txBody>
      </p:sp>
      <p:sp>
        <p:nvSpPr>
          <p:cNvPr id="76" name="矩形 75"/>
          <p:cNvSpPr/>
          <p:nvPr/>
        </p:nvSpPr>
        <p:spPr>
          <a:xfrm>
            <a:off x="4856632" y="2636912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火凤</a:t>
            </a:r>
            <a:endParaRPr lang="zh-CN" altLang="en-US" sz="1400" dirty="0"/>
          </a:p>
        </p:txBody>
      </p:sp>
      <p:sp>
        <p:nvSpPr>
          <p:cNvPr id="77" name="矩形 76"/>
          <p:cNvSpPr/>
          <p:nvPr/>
        </p:nvSpPr>
        <p:spPr>
          <a:xfrm>
            <a:off x="4856632" y="2996952"/>
            <a:ext cx="8640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吴老师</a:t>
            </a:r>
            <a:endParaRPr lang="zh-CN" altLang="en-US" sz="1400" dirty="0"/>
          </a:p>
        </p:txBody>
      </p:sp>
      <p:sp>
        <p:nvSpPr>
          <p:cNvPr id="78" name="矩形 77"/>
          <p:cNvSpPr/>
          <p:nvPr/>
        </p:nvSpPr>
        <p:spPr>
          <a:xfrm>
            <a:off x="1468855" y="5716271"/>
            <a:ext cx="1266687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另一个大学士</a:t>
            </a:r>
            <a:endParaRPr lang="zh-CN" altLang="en-US" sz="1400" dirty="0"/>
          </a:p>
        </p:txBody>
      </p:sp>
      <p:sp>
        <p:nvSpPr>
          <p:cNvPr id="79" name="矩形 78"/>
          <p:cNvSpPr/>
          <p:nvPr/>
        </p:nvSpPr>
        <p:spPr>
          <a:xfrm>
            <a:off x="2585108" y="3298906"/>
            <a:ext cx="8674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锐哥</a:t>
            </a:r>
            <a:endParaRPr lang="zh-CN" altLang="en-US" sz="1400" dirty="0"/>
          </a:p>
        </p:txBody>
      </p:sp>
      <p:sp>
        <p:nvSpPr>
          <p:cNvPr id="80" name="矩形 79"/>
          <p:cNvSpPr/>
          <p:nvPr/>
        </p:nvSpPr>
        <p:spPr>
          <a:xfrm>
            <a:off x="3111044" y="5381960"/>
            <a:ext cx="8674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浩</a:t>
            </a:r>
            <a:r>
              <a:rPr lang="zh-CN" altLang="en-US" sz="1400" dirty="0" smtClean="0"/>
              <a:t>哥</a:t>
            </a:r>
            <a:endParaRPr lang="zh-CN" altLang="en-US" sz="1400" dirty="0"/>
          </a:p>
        </p:txBody>
      </p:sp>
      <p:sp>
        <p:nvSpPr>
          <p:cNvPr id="81" name="矩形 80"/>
          <p:cNvSpPr/>
          <p:nvPr/>
        </p:nvSpPr>
        <p:spPr>
          <a:xfrm>
            <a:off x="3111044" y="5746557"/>
            <a:ext cx="867496" cy="360040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刘博士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21416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160</Words>
  <Application>Microsoft Office PowerPoint</Application>
  <PresentationFormat>全屏显示(4:3)</PresentationFormat>
  <Paragraphs>70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liuxin</dc:creator>
  <cp:lastModifiedBy>liuxin</cp:lastModifiedBy>
  <cp:revision>14</cp:revision>
  <dcterms:created xsi:type="dcterms:W3CDTF">2021-01-23T10:23:14Z</dcterms:created>
  <dcterms:modified xsi:type="dcterms:W3CDTF">2021-01-23T13:26:41Z</dcterms:modified>
</cp:coreProperties>
</file>