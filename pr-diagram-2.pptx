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sldIdLst>
    <p:sldId id="257" r:id="rId2"/>
    <p:sldId id="258" r:id="rId3"/>
    <p:sldId id="259" r:id="rId4"/>
    <p:sldId id="260" r:id="rId5"/>
    <p:sldId id="261" r:id="rId6"/>
    <p:sldId id="256" r:id="rId7"/>
    <p:sldId id="262" r:id="rId8"/>
    <p:sldId id="263" r:id="rId9"/>
    <p:sldId id="264" r:id="rId10"/>
    <p:sldId id="265" r:id="rId11"/>
  </p:sldIdLst>
  <p:sldSz cx="5143500" cy="9144000" type="screen16x9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2880">
          <p15:clr>
            <a:srgbClr val="A4A3A4"/>
          </p15:clr>
        </p15:guide>
        <p15:guide id="2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00" d="100"/>
          <a:sy n="100" d="100"/>
        </p:scale>
        <p:origin x="-3835" y="-58"/>
      </p:cViewPr>
      <p:guideLst>
        <p:guide orient="horz" pos="2880"/>
        <p:guide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713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29" name="标题 28"/>
          <p:cNvSpPr>
            <a:spLocks noGrp="1"/>
          </p:cNvSpPr>
          <p:nvPr>
            <p:ph type="ctrTitle"/>
          </p:nvPr>
        </p:nvSpPr>
        <p:spPr>
          <a:xfrm>
            <a:off x="214312" y="6471216"/>
            <a:ext cx="4757738" cy="1629833"/>
          </a:xfrm>
        </p:spPr>
        <p:txBody>
          <a:bodyPr anchor="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副标题 8"/>
          <p:cNvSpPr>
            <a:spLocks noGrp="1"/>
          </p:cNvSpPr>
          <p:nvPr>
            <p:ph type="subTitle" idx="1"/>
          </p:nvPr>
        </p:nvSpPr>
        <p:spPr>
          <a:xfrm>
            <a:off x="214312" y="5181600"/>
            <a:ext cx="4757738" cy="1219200"/>
          </a:xfrm>
        </p:spPr>
        <p:txBody>
          <a:bodyPr anchor="b"/>
          <a:lstStyle>
            <a:lvl1pPr marL="0" indent="0" algn="l">
              <a:buNone/>
              <a:defRPr sz="2400">
                <a:solidFill>
                  <a:schemeClr val="tx2">
                    <a:shade val="75000"/>
                  </a:schemeClr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zh-CN" altLang="en-US"/>
              <a:t>单击此处编辑母版副标题样式</a:t>
            </a:r>
            <a:endParaRPr kumimoji="0" lang="en-US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" name="页脚占位符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5" name="灯片编号占位符 14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标题 2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7" name="内容占位符 2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9" name="页脚占位符 18"/>
          <p:cNvSpPr>
            <a:spLocks noGrp="1"/>
          </p:cNvSpPr>
          <p:nvPr>
            <p:ph type="ftr" sz="quarter" idx="11"/>
          </p:nvPr>
        </p:nvSpPr>
        <p:spPr>
          <a:xfrm>
            <a:off x="2014538" y="101601"/>
            <a:ext cx="1628775" cy="385233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>
          <a:xfrm>
            <a:off x="4629150" y="8631936"/>
            <a:ext cx="426911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459320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6" name="文本占位符 5"/>
          <p:cNvSpPr>
            <a:spLocks noGrp="1"/>
          </p:cNvSpPr>
          <p:nvPr>
            <p:ph type="body" idx="1"/>
          </p:nvPr>
        </p:nvSpPr>
        <p:spPr>
          <a:xfrm>
            <a:off x="214312" y="2235200"/>
            <a:ext cx="4757738" cy="1625600"/>
          </a:xfrm>
        </p:spPr>
        <p:txBody>
          <a:bodyPr anchor="b"/>
          <a:lstStyle>
            <a:lvl1pPr marL="0" indent="0" algn="r">
              <a:buNone/>
              <a:defRPr sz="2000">
                <a:solidFill>
                  <a:schemeClr val="tx2">
                    <a:shade val="75000"/>
                  </a:schemeClr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9" name="日期占位符 1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1" name="页脚占位符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6" name="灯片编号占位符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标题 7"/>
          <p:cNvSpPr>
            <a:spLocks noGrp="1"/>
          </p:cNvSpPr>
          <p:nvPr>
            <p:ph type="title"/>
          </p:nvPr>
        </p:nvSpPr>
        <p:spPr>
          <a:xfrm>
            <a:off x="101517" y="3929447"/>
            <a:ext cx="4886325" cy="1579767"/>
          </a:xfrm>
        </p:spPr>
        <p:txBody>
          <a:bodyPr rtlCol="0" anchor="t"/>
          <a:lstStyle>
            <a:lvl1pPr algn="r"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标题 1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171450" y="2133600"/>
            <a:ext cx="2357438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3" name="内容占位符 12"/>
          <p:cNvSpPr>
            <a:spLocks noGrp="1"/>
          </p:cNvSpPr>
          <p:nvPr>
            <p:ph sz="half" idx="2"/>
          </p:nvPr>
        </p:nvSpPr>
        <p:spPr>
          <a:xfrm>
            <a:off x="2614612" y="2133600"/>
            <a:ext cx="2443163" cy="6299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1" name="日期占位符 2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10" name="页脚占位符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标题 28"/>
          <p:cNvSpPr>
            <a:spLocks noGrp="1"/>
          </p:cNvSpPr>
          <p:nvPr>
            <p:ph type="title"/>
          </p:nvPr>
        </p:nvSpPr>
        <p:spPr>
          <a:xfrm>
            <a:off x="171450" y="7213600"/>
            <a:ext cx="4843463" cy="1176867"/>
          </a:xfrm>
        </p:spPr>
        <p:txBody>
          <a:bodyPr anchor="ctr"/>
          <a:lstStyle>
            <a:lvl1pPr>
              <a:defRPr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"/>
          </p:nvPr>
        </p:nvSpPr>
        <p:spPr>
          <a:xfrm>
            <a:off x="158312" y="889000"/>
            <a:ext cx="2413438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25" name="文本占位符 24"/>
          <p:cNvSpPr>
            <a:spLocks noGrp="1"/>
          </p:cNvSpPr>
          <p:nvPr>
            <p:ph type="body" sz="half" idx="3"/>
          </p:nvPr>
        </p:nvSpPr>
        <p:spPr>
          <a:xfrm>
            <a:off x="2612827" y="889000"/>
            <a:ext cx="2414386" cy="853016"/>
          </a:xfrm>
        </p:spPr>
        <p:txBody>
          <a:bodyPr anchor="ctr"/>
          <a:lstStyle>
            <a:lvl1pPr marL="0" indent="0">
              <a:buNone/>
              <a:defRPr sz="1800" b="0" cap="all" baseline="0">
                <a:solidFill>
                  <a:schemeClr val="accent1">
                    <a:shade val="50000"/>
                  </a:schemeClr>
                </a:solidFill>
                <a:latin typeface="+mj-lt"/>
                <a:ea typeface="+mj-ea"/>
                <a:cs typeface="+mj-cs"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158312" y="1754717"/>
            <a:ext cx="2413438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8" name="内容占位符 27"/>
          <p:cNvSpPr>
            <a:spLocks noGrp="1"/>
          </p:cNvSpPr>
          <p:nvPr>
            <p:ph sz="quarter" idx="4"/>
          </p:nvPr>
        </p:nvSpPr>
        <p:spPr>
          <a:xfrm>
            <a:off x="2614910" y="1754717"/>
            <a:ext cx="2412302" cy="5255684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10" name="日期占位符 9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>
          <a:xfrm>
            <a:off x="4629150" y="8636000"/>
            <a:ext cx="428625" cy="329184"/>
          </a:xfrm>
        </p:spPr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1" name="直接连接符 10"/>
          <p:cNvSpPr>
            <a:spLocks noChangeShapeType="1"/>
          </p:cNvSpPr>
          <p:nvPr/>
        </p:nvSpPr>
        <p:spPr bwMode="auto">
          <a:xfrm>
            <a:off x="289322" y="8026401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标题 29"/>
          <p:cNvSpPr>
            <a:spLocks noGrp="1"/>
          </p:cNvSpPr>
          <p:nvPr>
            <p:ph type="title"/>
          </p:nvPr>
        </p:nvSpPr>
        <p:spPr>
          <a:xfrm>
            <a:off x="169736" y="609600"/>
            <a:ext cx="4886325" cy="1121664"/>
          </a:xfrm>
        </p:spPr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12" name="日期占位符 1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1" name="页脚占位符 2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4" name="页脚占位符 2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直接连接符 7"/>
          <p:cNvSpPr>
            <a:spLocks noChangeShapeType="1"/>
          </p:cNvSpPr>
          <p:nvPr/>
        </p:nvSpPr>
        <p:spPr bwMode="auto">
          <a:xfrm>
            <a:off x="289322" y="7798823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257175" y="7315200"/>
            <a:ext cx="4757738" cy="694267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idx="2"/>
          </p:nvPr>
        </p:nvSpPr>
        <p:spPr>
          <a:xfrm>
            <a:off x="257175" y="812800"/>
            <a:ext cx="1692176" cy="6400800"/>
          </a:xfrm>
        </p:spPr>
        <p:txBody>
          <a:bodyPr/>
          <a:lstStyle>
            <a:lvl1pPr marL="0" indent="0">
              <a:buNone/>
              <a:defRPr sz="14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  <p:sp>
        <p:nvSpPr>
          <p:cNvPr id="14" name="内容占位符 13"/>
          <p:cNvSpPr>
            <a:spLocks noGrp="1"/>
          </p:cNvSpPr>
          <p:nvPr>
            <p:ph sz="half" idx="1"/>
          </p:nvPr>
        </p:nvSpPr>
        <p:spPr>
          <a:xfrm>
            <a:off x="2010966" y="812800"/>
            <a:ext cx="3003947" cy="6400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25" name="日期占位符 2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9" name="页脚占位符 2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idx="1"/>
          </p:nvPr>
        </p:nvSpPr>
        <p:spPr>
          <a:xfrm>
            <a:off x="1971675" y="822179"/>
            <a:ext cx="2828925" cy="4876800"/>
          </a:xfrm>
          <a:solidFill>
            <a:schemeClr val="bg1"/>
          </a:solidFill>
          <a:ln w="6350">
            <a:solidFill>
              <a:schemeClr val="accent1"/>
            </a:solidFill>
          </a:ln>
          <a:effectLst>
            <a:reflection blurRad="1000" stA="49000" endA="500" endPos="10000" dist="900" dir="5400000" sy="-90000" algn="bl" rotWithShape="0"/>
          </a:effectLst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zh-CN" altLang="en-US"/>
              <a:t>单击图标添加图片</a:t>
            </a:r>
            <a:endParaRPr kumimoji="0"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1" name="灯片编号占位符 3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7" name="标题 16"/>
          <p:cNvSpPr>
            <a:spLocks noGrp="1"/>
          </p:cNvSpPr>
          <p:nvPr>
            <p:ph type="title"/>
          </p:nvPr>
        </p:nvSpPr>
        <p:spPr>
          <a:xfrm>
            <a:off x="214312" y="6658347"/>
            <a:ext cx="3300413" cy="696384"/>
          </a:xfrm>
        </p:spPr>
        <p:txBody>
          <a:bodyPr anchor="ctr"/>
          <a:lstStyle>
            <a:lvl1pPr algn="l">
              <a:buNone/>
              <a:defRPr sz="2000" b="1"/>
            </a:lvl1pPr>
          </a:lstStyle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26" name="文本占位符 25"/>
          <p:cNvSpPr>
            <a:spLocks noGrp="1"/>
          </p:cNvSpPr>
          <p:nvPr>
            <p:ph type="body" sz="half" idx="2"/>
          </p:nvPr>
        </p:nvSpPr>
        <p:spPr>
          <a:xfrm>
            <a:off x="214312" y="7377624"/>
            <a:ext cx="3300413" cy="1024467"/>
          </a:xfrm>
        </p:spPr>
        <p:txBody>
          <a:bodyPr lIns="109728" tIns="0"/>
          <a:lstStyle>
            <a:lvl1pPr marL="0" indent="0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3857625" y="732369"/>
            <a:ext cx="1028700" cy="7802033"/>
          </a:xfrm>
        </p:spPr>
        <p:txBody>
          <a:bodyPr vert="eaVert"/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57175" y="732369"/>
            <a:ext cx="3514725" cy="7802033"/>
          </a:xfrm>
        </p:spPr>
        <p:txBody>
          <a:bodyPr vert="eaVert"/>
          <a:lstStyle/>
          <a:p>
            <a:pPr lvl="0" eaLnBrk="1" latinLnBrk="0" hangingPunct="1"/>
            <a:r>
              <a:rPr lang="zh-CN" altLang="en-US"/>
              <a:t>单击此处编辑母版文本样式</a:t>
            </a:r>
          </a:p>
          <a:p>
            <a:pPr lvl="1" eaLnBrk="1" latinLnBrk="0" hangingPunct="1"/>
            <a:r>
              <a:rPr lang="zh-CN" altLang="en-US"/>
              <a:t>第二级</a:t>
            </a:r>
          </a:p>
          <a:p>
            <a:pPr lvl="2" eaLnBrk="1" latinLnBrk="0" hangingPunct="1"/>
            <a:r>
              <a:rPr lang="zh-CN" altLang="en-US"/>
              <a:t>第三级</a:t>
            </a:r>
          </a:p>
          <a:p>
            <a:pPr lvl="3" eaLnBrk="1" latinLnBrk="0" hangingPunct="1"/>
            <a:r>
              <a:rPr lang="zh-CN" altLang="en-US"/>
              <a:t>第四级</a:t>
            </a:r>
          </a:p>
          <a:p>
            <a:pPr lvl="4" eaLnBrk="1" latinLnBrk="0" hangingPunct="1"/>
            <a:r>
              <a:rPr lang="zh-CN" altLang="en-US"/>
              <a:t>第五级</a:t>
            </a:r>
            <a:endParaRPr kumimoji="0" 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接连接符 6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8" name="文本占位符 7"/>
          <p:cNvSpPr>
            <a:spLocks noGrp="1"/>
          </p:cNvSpPr>
          <p:nvPr>
            <p:ph type="body" idx="1"/>
          </p:nvPr>
        </p:nvSpPr>
        <p:spPr>
          <a:xfrm>
            <a:off x="171450" y="2072217"/>
            <a:ext cx="4886325" cy="6034617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zh-CN" altLang="en-US"/>
              <a:t>单击此处编辑母版文本样式</a:t>
            </a:r>
          </a:p>
          <a:p>
            <a:pPr lvl="1" eaLnBrk="1" latinLnBrk="0" hangingPunct="1"/>
            <a:r>
              <a:rPr kumimoji="0" lang="zh-CN" altLang="en-US"/>
              <a:t>第二级</a:t>
            </a:r>
          </a:p>
          <a:p>
            <a:pPr lvl="2" eaLnBrk="1" latinLnBrk="0" hangingPunct="1"/>
            <a:r>
              <a:rPr kumimoji="0" lang="zh-CN" altLang="en-US"/>
              <a:t>第三级</a:t>
            </a:r>
          </a:p>
          <a:p>
            <a:pPr lvl="3" eaLnBrk="1" latinLnBrk="0" hangingPunct="1"/>
            <a:r>
              <a:rPr kumimoji="0" lang="zh-CN" altLang="en-US"/>
              <a:t>第四级</a:t>
            </a:r>
          </a:p>
          <a:p>
            <a:pPr lvl="4" eaLnBrk="1" latinLnBrk="0" hangingPunct="1"/>
            <a:r>
              <a:rPr kumimoji="0" lang="zh-CN" altLang="en-US"/>
              <a:t>第五级</a:t>
            </a:r>
            <a:endParaRPr kumimoji="0" lang="en-US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2"/>
          </p:nvPr>
        </p:nvSpPr>
        <p:spPr>
          <a:xfrm>
            <a:off x="3643312" y="101601"/>
            <a:ext cx="1414463" cy="385233"/>
          </a:xfrm>
          <a:prstGeom prst="rect">
            <a:avLst/>
          </a:prstGeom>
        </p:spPr>
        <p:txBody>
          <a:bodyPr vert="horz"/>
          <a:lstStyle>
            <a:lvl1pPr algn="l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530820CF-B880-4189-942D-D702A7CBA730}" type="datetimeFigureOut">
              <a:rPr lang="zh-CN" altLang="en-US" smtClean="0"/>
              <a:t>2021/3/31</a:t>
            </a:fld>
            <a:endParaRPr lang="zh-CN" altLang="en-US"/>
          </a:p>
        </p:txBody>
      </p:sp>
      <p:sp>
        <p:nvSpPr>
          <p:cNvPr id="28" name="页脚占位符 27"/>
          <p:cNvSpPr>
            <a:spLocks noGrp="1"/>
          </p:cNvSpPr>
          <p:nvPr>
            <p:ph type="ftr" sz="quarter" idx="3"/>
          </p:nvPr>
        </p:nvSpPr>
        <p:spPr>
          <a:xfrm>
            <a:off x="1757363" y="101601"/>
            <a:ext cx="1885950" cy="385233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4"/>
          </p:nvPr>
        </p:nvSpPr>
        <p:spPr>
          <a:xfrm>
            <a:off x="4629150" y="8636001"/>
            <a:ext cx="428625" cy="325967"/>
          </a:xfrm>
          <a:prstGeom prst="rect">
            <a:avLst/>
          </a:prstGeom>
        </p:spPr>
        <p:txBody>
          <a:bodyPr vert="horz"/>
          <a:lstStyle>
            <a:lvl1pPr algn="r" eaLnBrk="1" latinLnBrk="0" hangingPunct="1">
              <a:defRPr kumimoji="0" sz="1200">
                <a:solidFill>
                  <a:schemeClr val="accent1">
                    <a:shade val="75000"/>
                  </a:schemeClr>
                </a:solidFill>
              </a:defRPr>
            </a:lvl1pPr>
          </a:lstStyle>
          <a:p>
            <a:fld id="{0C913308-F349-4B6D-A68A-DD1791B4A57B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0" name="标题占位符 9"/>
          <p:cNvSpPr>
            <a:spLocks noGrp="1"/>
          </p:cNvSpPr>
          <p:nvPr>
            <p:ph type="title"/>
          </p:nvPr>
        </p:nvSpPr>
        <p:spPr>
          <a:xfrm>
            <a:off x="171450" y="609600"/>
            <a:ext cx="4886325" cy="1117600"/>
          </a:xfrm>
          <a:prstGeom prst="rect">
            <a:avLst/>
          </a:prstGeom>
        </p:spPr>
        <p:txBody>
          <a:bodyPr vert="horz" anchor="ctr">
            <a:normAutofit/>
          </a:bodyPr>
          <a:lstStyle/>
          <a:p>
            <a:r>
              <a:rPr kumimoji="0" lang="zh-CN" altLang="en-US"/>
              <a:t>单击此处编辑母版标题样式</a:t>
            </a:r>
            <a:endParaRPr kumimoji="0" lang="en-US"/>
          </a:p>
        </p:txBody>
      </p:sp>
      <p:sp>
        <p:nvSpPr>
          <p:cNvPr id="9" name="直接连接符 8"/>
          <p:cNvSpPr>
            <a:spLocks noChangeShapeType="1"/>
          </p:cNvSpPr>
          <p:nvPr/>
        </p:nvSpPr>
        <p:spPr bwMode="auto">
          <a:xfrm>
            <a:off x="289322" y="1401198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  <p:sp>
        <p:nvSpPr>
          <p:cNvPr id="12" name="直接连接符 11"/>
          <p:cNvSpPr>
            <a:spLocks noChangeShapeType="1"/>
          </p:cNvSpPr>
          <p:nvPr/>
        </p:nvSpPr>
        <p:spPr bwMode="auto">
          <a:xfrm>
            <a:off x="289322" y="1410649"/>
            <a:ext cx="4854178" cy="3175"/>
          </a:xfrm>
          <a:prstGeom prst="line">
            <a:avLst/>
          </a:prstGeom>
          <a:noFill/>
          <a:ln w="9525" cap="flat" cmpd="sng" algn="ctr">
            <a:gradFill flip="none" rotWithShape="1">
              <a:gsLst>
                <a:gs pos="0">
                  <a:schemeClr val="accent1">
                    <a:alpha val="0"/>
                  </a:schemeClr>
                </a:gs>
                <a:gs pos="17000">
                  <a:schemeClr val="accent1"/>
                </a:gs>
                <a:gs pos="100000">
                  <a:schemeClr val="accent1"/>
                </a:gs>
              </a:gsLst>
              <a:lin ang="0" scaled="1"/>
              <a:tileRect/>
            </a:gra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endParaRPr kumimoji="0"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txStyles>
    <p:titleStyle>
      <a:lvl1pPr algn="l" rtl="0" eaLnBrk="1" latinLnBrk="0" hangingPunct="1">
        <a:spcBef>
          <a:spcPct val="0"/>
        </a:spcBef>
        <a:buNone/>
        <a:defRPr kumimoji="0" sz="3600" kern="1200" cap="all" baseline="0">
          <a:solidFill>
            <a:schemeClr val="tx2"/>
          </a:solidFill>
          <a:effectLst>
            <a:reflection blurRad="12700" stA="48000" endA="300" endPos="55000" dir="5400000" sy="-90000" algn="bl" rotWithShape="0"/>
          </a:effectLst>
          <a:latin typeface="+mj-lt"/>
          <a:ea typeface="+mj-ea"/>
          <a:cs typeface="+mj-cs"/>
        </a:defRPr>
      </a:lvl1pPr>
    </p:titleStyle>
    <p:bodyStyle>
      <a:lvl1pPr marL="342900" indent="-3429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"/>
        <a:defRPr kumimoji="0" sz="3200" kern="1200">
          <a:solidFill>
            <a:schemeClr val="tx2"/>
          </a:solidFill>
          <a:latin typeface="+mn-lt"/>
          <a:ea typeface="+mn-ea"/>
          <a:cs typeface="+mn-cs"/>
        </a:defRPr>
      </a:lvl1pPr>
      <a:lvl2pPr marL="742950" indent="-28575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"/>
        <a:defRPr kumimoji="0" sz="2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"/>
        <a:defRPr kumimoji="0" sz="2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rtl="0" eaLnBrk="1" latinLnBrk="0" hangingPunct="1">
        <a:spcBef>
          <a:spcPct val="20000"/>
        </a:spcBef>
        <a:buClr>
          <a:schemeClr val="accent1"/>
        </a:buClr>
        <a:buSzPct val="70000"/>
        <a:buFont typeface="Wingdings 2"/>
        <a:buChar char=""/>
        <a:defRPr kumimoji="0" sz="20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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"/>
        <a:defRPr kumimoji="0" sz="1800" kern="1200">
          <a:solidFill>
            <a:schemeClr val="tx2"/>
          </a:solidFill>
          <a:latin typeface="+mn-lt"/>
          <a:ea typeface="+mn-ea"/>
          <a:cs typeface="+mn-cs"/>
        </a:defRPr>
      </a:lvl6pPr>
      <a:lvl7pPr marL="29718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"/>
        <a:defRPr kumimoji="0" sz="1600" kern="1200">
          <a:solidFill>
            <a:schemeClr val="tx2"/>
          </a:solidFill>
          <a:latin typeface="+mn-lt"/>
          <a:ea typeface="+mn-ea"/>
          <a:cs typeface="+mn-cs"/>
        </a:defRPr>
      </a:lvl7pPr>
      <a:lvl8pPr marL="34290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"/>
        <a:defRPr kumimoji="0" sz="1600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3886200" indent="-228600" algn="l" rtl="0" eaLnBrk="1" latinLnBrk="0" hangingPunct="1">
        <a:spcBef>
          <a:spcPct val="20000"/>
        </a:spcBef>
        <a:buClr>
          <a:schemeClr val="accent1"/>
        </a:buClr>
        <a:buSzPct val="60000"/>
        <a:buFont typeface="Wingdings 2"/>
        <a:buChar char=""/>
        <a:defRPr kumimoji="0"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2224122"/>
            <a:ext cx="1013594" cy="101359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30645" y="4590124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74054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75008" y="671305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1" name="直接连接符 70"/>
          <p:cNvCxnSpPr>
            <a:cxnSpLocks/>
            <a:stCxn id="52" idx="5"/>
            <a:endCxn id="56" idx="1"/>
          </p:cNvCxnSpPr>
          <p:nvPr/>
        </p:nvCxnSpPr>
        <p:spPr>
          <a:xfrm>
            <a:off x="3693986" y="3089279"/>
            <a:ext cx="478272" cy="164245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7"/>
            <a:endCxn id="55" idx="2"/>
          </p:cNvCxnSpPr>
          <p:nvPr/>
        </p:nvCxnSpPr>
        <p:spPr>
          <a:xfrm flipV="1">
            <a:off x="3693986" y="2088181"/>
            <a:ext cx="461147" cy="2843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0" idx="6"/>
            <a:endCxn id="52" idx="1"/>
          </p:cNvCxnSpPr>
          <p:nvPr/>
        </p:nvCxnSpPr>
        <p:spPr>
          <a:xfrm>
            <a:off x="2619320" y="2072009"/>
            <a:ext cx="357946" cy="30055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3" idx="6"/>
            <a:endCxn id="52" idx="2"/>
          </p:cNvCxnSpPr>
          <p:nvPr/>
        </p:nvCxnSpPr>
        <p:spPr>
          <a:xfrm flipV="1">
            <a:off x="1811184" y="2730920"/>
            <a:ext cx="1017645" cy="1923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1" name="直接连接符 80"/>
          <p:cNvCxnSpPr>
            <a:stCxn id="64" idx="6"/>
            <a:endCxn id="62" idx="2"/>
          </p:cNvCxnSpPr>
          <p:nvPr/>
        </p:nvCxnSpPr>
        <p:spPr>
          <a:xfrm flipV="1">
            <a:off x="900339" y="2059605"/>
            <a:ext cx="244966" cy="26473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6918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403471"/>
            <a:ext cx="32148" cy="404073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117542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3237717"/>
            <a:ext cx="365" cy="2345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46285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1915871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6" name="矩形 15"/>
          <p:cNvSpPr/>
          <p:nvPr/>
        </p:nvSpPr>
        <p:spPr>
          <a:xfrm>
            <a:off x="4104334" y="568640"/>
            <a:ext cx="81700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24" name="矩形 23"/>
          <p:cNvSpPr/>
          <p:nvPr/>
        </p:nvSpPr>
        <p:spPr>
          <a:xfrm>
            <a:off x="1126011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2813301" y="568639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2828829" y="1585764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3003798" y="3472308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2905502" y="4377926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55" name="椭圆 54"/>
          <p:cNvSpPr/>
          <p:nvPr/>
        </p:nvSpPr>
        <p:spPr>
          <a:xfrm>
            <a:off x="4155133" y="1728141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56" name="椭圆 55"/>
          <p:cNvSpPr/>
          <p:nvPr/>
        </p:nvSpPr>
        <p:spPr>
          <a:xfrm>
            <a:off x="4022356" y="4572000"/>
            <a:ext cx="966992" cy="966992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57" name="椭圆 56"/>
          <p:cNvSpPr/>
          <p:nvPr/>
        </p:nvSpPr>
        <p:spPr>
          <a:xfrm>
            <a:off x="4152797" y="269979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59" name="椭圆 58"/>
          <p:cNvSpPr/>
          <p:nvPr/>
        </p:nvSpPr>
        <p:spPr>
          <a:xfrm>
            <a:off x="4152797" y="3652352"/>
            <a:ext cx="720080" cy="720080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60" name="椭圆 59"/>
          <p:cNvSpPr/>
          <p:nvPr/>
        </p:nvSpPr>
        <p:spPr>
          <a:xfrm>
            <a:off x="1956395" y="1907704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3335626" y="673369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1145305" y="172814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1148259" y="259182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4" name="椭圆 63"/>
          <p:cNvSpPr/>
          <p:nvPr/>
        </p:nvSpPr>
        <p:spPr>
          <a:xfrm>
            <a:off x="237414" y="225289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5" name="椭圆 64"/>
          <p:cNvSpPr/>
          <p:nvPr/>
        </p:nvSpPr>
        <p:spPr>
          <a:xfrm>
            <a:off x="892706" y="3472308"/>
            <a:ext cx="1177884" cy="117788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1112855" y="487544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1112594" y="5826535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361208" y="669739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69" name="矩形 68"/>
          <p:cNvSpPr/>
          <p:nvPr/>
        </p:nvSpPr>
        <p:spPr>
          <a:xfrm>
            <a:off x="150181" y="568643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71" name="直接连接符 70"/>
          <p:cNvCxnSpPr>
            <a:cxnSpLocks/>
            <a:stCxn id="60" idx="5"/>
            <a:endCxn id="56" idx="1"/>
          </p:cNvCxnSpPr>
          <p:nvPr/>
        </p:nvCxnSpPr>
        <p:spPr>
          <a:xfrm>
            <a:off x="2522237" y="2473546"/>
            <a:ext cx="1641732" cy="2240067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2" name="直接连接符 71"/>
          <p:cNvCxnSpPr>
            <a:stCxn id="52" idx="6"/>
            <a:endCxn id="55" idx="2"/>
          </p:cNvCxnSpPr>
          <p:nvPr/>
        </p:nvCxnSpPr>
        <p:spPr>
          <a:xfrm flipV="1">
            <a:off x="3842423" y="2088181"/>
            <a:ext cx="312710" cy="438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stCxn id="60" idx="6"/>
            <a:endCxn id="52" idx="2"/>
          </p:cNvCxnSpPr>
          <p:nvPr/>
        </p:nvCxnSpPr>
        <p:spPr>
          <a:xfrm flipV="1">
            <a:off x="2619320" y="2092562"/>
            <a:ext cx="209509" cy="14660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1808230" y="2059605"/>
            <a:ext cx="148165" cy="17956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467120" y="1048696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568877" y="1048696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476768" y="2391067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1479722" y="3254749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1481648" y="4650192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1481387" y="5613030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2287857" y="1048695"/>
            <a:ext cx="1" cy="85900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1635257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2287858" y="2570629"/>
            <a:ext cx="32148" cy="387357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3004755" y="7128957"/>
            <a:ext cx="330871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3335626" y="1048694"/>
            <a:ext cx="4972" cy="5370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55" idx="0"/>
            <a:endCxn id="16" idx="2"/>
          </p:cNvCxnSpPr>
          <p:nvPr/>
        </p:nvCxnSpPr>
        <p:spPr>
          <a:xfrm flipH="1" flipV="1">
            <a:off x="4512838" y="1048693"/>
            <a:ext cx="2335" cy="679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3" name="直接连接符 122"/>
          <p:cNvCxnSpPr>
            <a:cxnSpLocks/>
            <a:stCxn id="57" idx="0"/>
            <a:endCxn id="55" idx="4"/>
          </p:cNvCxnSpPr>
          <p:nvPr/>
        </p:nvCxnSpPr>
        <p:spPr>
          <a:xfrm flipV="1">
            <a:off x="4512837" y="2448221"/>
            <a:ext cx="2336" cy="25157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3335261" y="2599359"/>
            <a:ext cx="365" cy="87294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3335261" y="4135233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33" name="直接连接符 132"/>
          <p:cNvCxnSpPr>
            <a:stCxn id="59" idx="0"/>
            <a:endCxn id="57" idx="4"/>
          </p:cNvCxnSpPr>
          <p:nvPr/>
        </p:nvCxnSpPr>
        <p:spPr>
          <a:xfrm flipV="1">
            <a:off x="4512837" y="3419872"/>
            <a:ext cx="0" cy="23248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stCxn id="64" idx="6"/>
            <a:endCxn id="60" idx="3"/>
          </p:cNvCxnSpPr>
          <p:nvPr/>
        </p:nvCxnSpPr>
        <p:spPr>
          <a:xfrm flipV="1">
            <a:off x="900339" y="2473546"/>
            <a:ext cx="1153139" cy="11080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12781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3058424" y="568642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268564" y="568643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60" name="椭圆 59"/>
          <p:cNvSpPr/>
          <p:nvPr/>
        </p:nvSpPr>
        <p:spPr>
          <a:xfrm>
            <a:off x="3098948" y="18928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2" name="椭圆 61"/>
          <p:cNvSpPr/>
          <p:nvPr/>
        </p:nvSpPr>
        <p:spPr>
          <a:xfrm>
            <a:off x="2287858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3" name="椭圆 62"/>
          <p:cNvSpPr/>
          <p:nvPr/>
        </p:nvSpPr>
        <p:spPr>
          <a:xfrm>
            <a:off x="2290812" y="3612352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65" name="椭圆 64"/>
          <p:cNvSpPr/>
          <p:nvPr/>
        </p:nvSpPr>
        <p:spPr>
          <a:xfrm>
            <a:off x="2035259" y="4492836"/>
            <a:ext cx="1177884" cy="1177884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66" name="椭圆 65"/>
          <p:cNvSpPr/>
          <p:nvPr/>
        </p:nvSpPr>
        <p:spPr>
          <a:xfrm>
            <a:off x="2255408" y="589597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67" name="椭圆 66"/>
          <p:cNvSpPr/>
          <p:nvPr/>
        </p:nvSpPr>
        <p:spPr>
          <a:xfrm>
            <a:off x="2255147" y="6847063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68" name="椭圆 67"/>
          <p:cNvSpPr/>
          <p:nvPr/>
        </p:nvSpPr>
        <p:spPr>
          <a:xfrm>
            <a:off x="2250972" y="2610277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cxnSp>
        <p:nvCxnSpPr>
          <p:cNvPr id="78" name="直接连接符 77"/>
          <p:cNvCxnSpPr>
            <a:stCxn id="62" idx="6"/>
            <a:endCxn id="60" idx="2"/>
          </p:cNvCxnSpPr>
          <p:nvPr/>
        </p:nvCxnSpPr>
        <p:spPr>
          <a:xfrm>
            <a:off x="2950783" y="2023143"/>
            <a:ext cx="148165" cy="20117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2609673" y="1048696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cxnSpLocks/>
            <a:stCxn id="63" idx="0"/>
            <a:endCxn id="68" idx="4"/>
          </p:cNvCxnSpPr>
          <p:nvPr/>
        </p:nvCxnSpPr>
        <p:spPr>
          <a:xfrm flipH="1" flipV="1">
            <a:off x="2619765" y="3347864"/>
            <a:ext cx="2510" cy="2644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stCxn id="65" idx="0"/>
            <a:endCxn id="63" idx="4"/>
          </p:cNvCxnSpPr>
          <p:nvPr/>
        </p:nvCxnSpPr>
        <p:spPr>
          <a:xfrm flipH="1" flipV="1">
            <a:off x="2622275" y="4275277"/>
            <a:ext cx="1926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stCxn id="66" idx="0"/>
            <a:endCxn id="65" idx="4"/>
          </p:cNvCxnSpPr>
          <p:nvPr/>
        </p:nvCxnSpPr>
        <p:spPr>
          <a:xfrm flipV="1">
            <a:off x="2624201" y="5670720"/>
            <a:ext cx="0" cy="22525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1" name="直接连接符 100"/>
          <p:cNvCxnSpPr>
            <a:stCxn id="67" idx="0"/>
            <a:endCxn id="66" idx="4"/>
          </p:cNvCxnSpPr>
          <p:nvPr/>
        </p:nvCxnSpPr>
        <p:spPr>
          <a:xfrm flipV="1">
            <a:off x="2623940" y="6633558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430410" y="1048695"/>
            <a:ext cx="1" cy="84415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5" name="椭圆 44"/>
          <p:cNvSpPr/>
          <p:nvPr/>
        </p:nvSpPr>
        <p:spPr>
          <a:xfrm>
            <a:off x="1379967" y="199287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46" name="矩形 45"/>
          <p:cNvSpPr/>
          <p:nvPr/>
        </p:nvSpPr>
        <p:spPr>
          <a:xfrm>
            <a:off x="1292734" y="850907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47" name="直接连接符 46"/>
          <p:cNvCxnSpPr>
            <a:cxnSpLocks/>
            <a:stCxn id="45" idx="5"/>
            <a:endCxn id="62" idx="3"/>
          </p:cNvCxnSpPr>
          <p:nvPr/>
        </p:nvCxnSpPr>
        <p:spPr>
          <a:xfrm flipV="1">
            <a:off x="1945809" y="2257522"/>
            <a:ext cx="439132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8" name="直接连接符 47"/>
          <p:cNvCxnSpPr>
            <a:stCxn id="45" idx="0"/>
            <a:endCxn id="46" idx="2"/>
          </p:cNvCxnSpPr>
          <p:nvPr/>
        </p:nvCxnSpPr>
        <p:spPr>
          <a:xfrm flipV="1">
            <a:off x="1711430" y="1246483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0" name="矩形 69"/>
          <p:cNvSpPr/>
          <p:nvPr/>
        </p:nvSpPr>
        <p:spPr>
          <a:xfrm>
            <a:off x="4112496" y="571703"/>
            <a:ext cx="57606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4" name="椭圆 73"/>
          <p:cNvSpPr/>
          <p:nvPr/>
        </p:nvSpPr>
        <p:spPr>
          <a:xfrm>
            <a:off x="4069065" y="232266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6" name="椭圆 75"/>
          <p:cNvSpPr/>
          <p:nvPr/>
        </p:nvSpPr>
        <p:spPr>
          <a:xfrm>
            <a:off x="4069065" y="318961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cxnSp>
        <p:nvCxnSpPr>
          <p:cNvPr id="77" name="直接连接符 76"/>
          <p:cNvCxnSpPr>
            <a:stCxn id="65" idx="6"/>
            <a:endCxn id="76" idx="2"/>
          </p:cNvCxnSpPr>
          <p:nvPr/>
        </p:nvCxnSpPr>
        <p:spPr>
          <a:xfrm flipV="1">
            <a:off x="3213143" y="3521074"/>
            <a:ext cx="855922" cy="156070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/>
          <p:cNvCxnSpPr>
            <a:stCxn id="76" idx="0"/>
            <a:endCxn id="74" idx="4"/>
          </p:cNvCxnSpPr>
          <p:nvPr/>
        </p:nvCxnSpPr>
        <p:spPr>
          <a:xfrm flipV="1">
            <a:off x="4400528" y="2985585"/>
            <a:ext cx="0" cy="20402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0" name="直接连接符 79"/>
          <p:cNvCxnSpPr>
            <a:stCxn id="74" idx="0"/>
            <a:endCxn id="70" idx="2"/>
          </p:cNvCxnSpPr>
          <p:nvPr/>
        </p:nvCxnSpPr>
        <p:spPr>
          <a:xfrm flipV="1">
            <a:off x="4400528" y="1051756"/>
            <a:ext cx="0" cy="127090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3" name="椭圆 82"/>
          <p:cNvSpPr/>
          <p:nvPr/>
        </p:nvSpPr>
        <p:spPr>
          <a:xfrm>
            <a:off x="278060" y="1999661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84" name="椭圆 83"/>
          <p:cNvSpPr/>
          <p:nvPr/>
        </p:nvSpPr>
        <p:spPr>
          <a:xfrm>
            <a:off x="278060" y="3080902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cxnSp>
        <p:nvCxnSpPr>
          <p:cNvPr id="85" name="直接连接符 84"/>
          <p:cNvCxnSpPr>
            <a:stCxn id="84" idx="0"/>
            <a:endCxn id="83" idx="4"/>
          </p:cNvCxnSpPr>
          <p:nvPr/>
        </p:nvCxnSpPr>
        <p:spPr>
          <a:xfrm flipV="1">
            <a:off x="646853" y="2737248"/>
            <a:ext cx="0" cy="34365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7" name="直接连接符 86"/>
          <p:cNvCxnSpPr>
            <a:stCxn id="84" idx="6"/>
            <a:endCxn id="65" idx="2"/>
          </p:cNvCxnSpPr>
          <p:nvPr/>
        </p:nvCxnSpPr>
        <p:spPr>
          <a:xfrm>
            <a:off x="1015646" y="3449696"/>
            <a:ext cx="1019613" cy="163208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0" name="曲线连接符 29"/>
          <p:cNvCxnSpPr>
            <a:cxnSpLocks/>
            <a:stCxn id="62" idx="2"/>
            <a:endCxn id="65" idx="1"/>
          </p:cNvCxnSpPr>
          <p:nvPr/>
        </p:nvCxnSpPr>
        <p:spPr>
          <a:xfrm rot="10800000" flipV="1">
            <a:off x="2207756" y="2023143"/>
            <a:ext cx="80102" cy="2642190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5" name="曲线连接符 29">
            <a:extLst>
              <a:ext uri="{FF2B5EF4-FFF2-40B4-BE49-F238E27FC236}">
                <a16:creationId xmlns:a16="http://schemas.microsoft.com/office/drawing/2014/main" xmlns="" id="{1E93EC84-9580-4DCA-A932-6A2F3050CD97}"/>
              </a:ext>
            </a:extLst>
          </p:cNvPr>
          <p:cNvCxnSpPr>
            <a:cxnSpLocks/>
            <a:stCxn id="68" idx="6"/>
            <a:endCxn id="65" idx="7"/>
          </p:cNvCxnSpPr>
          <p:nvPr/>
        </p:nvCxnSpPr>
        <p:spPr>
          <a:xfrm>
            <a:off x="2988558" y="2979071"/>
            <a:ext cx="52088" cy="1686262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xmlns="" id="{1D02346C-DC57-4286-903E-3AD3A1807948}"/>
              </a:ext>
            </a:extLst>
          </p:cNvPr>
          <p:cNvCxnSpPr>
            <a:cxnSpLocks/>
            <a:stCxn id="68" idx="0"/>
            <a:endCxn id="62" idx="4"/>
          </p:cNvCxnSpPr>
          <p:nvPr/>
        </p:nvCxnSpPr>
        <p:spPr>
          <a:xfrm flipH="1" flipV="1">
            <a:off x="2619321" y="2354605"/>
            <a:ext cx="444" cy="25567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2905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2981586" y="568643"/>
            <a:ext cx="74397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24" name="矩形 23"/>
          <p:cNvSpPr/>
          <p:nvPr/>
        </p:nvSpPr>
        <p:spPr>
          <a:xfrm>
            <a:off x="203106" y="568640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33" name="矩形 32"/>
          <p:cNvSpPr/>
          <p:nvPr/>
        </p:nvSpPr>
        <p:spPr>
          <a:xfrm>
            <a:off x="3879016" y="568640"/>
            <a:ext cx="1054593" cy="48005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52" name="椭圆 51"/>
          <p:cNvSpPr/>
          <p:nvPr/>
        </p:nvSpPr>
        <p:spPr>
          <a:xfrm>
            <a:off x="3894544" y="2051720"/>
            <a:ext cx="1013594" cy="101359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53" name="椭圆 52"/>
          <p:cNvSpPr/>
          <p:nvPr/>
        </p:nvSpPr>
        <p:spPr>
          <a:xfrm>
            <a:off x="4069513" y="3309763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54" name="椭圆 53"/>
          <p:cNvSpPr/>
          <p:nvPr/>
        </p:nvSpPr>
        <p:spPr>
          <a:xfrm>
            <a:off x="3971217" y="4215381"/>
            <a:ext cx="866313" cy="86631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京西鹦翠（鸟）</a:t>
            </a:r>
          </a:p>
        </p:txBody>
      </p:sp>
      <p:sp>
        <p:nvSpPr>
          <p:cNvPr id="60" name="椭圆 59"/>
          <p:cNvSpPr/>
          <p:nvPr/>
        </p:nvSpPr>
        <p:spPr>
          <a:xfrm>
            <a:off x="3022110" y="1691680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61" name="椭圆 60"/>
          <p:cNvSpPr/>
          <p:nvPr/>
        </p:nvSpPr>
        <p:spPr>
          <a:xfrm>
            <a:off x="4227934" y="5653578"/>
            <a:ext cx="790517" cy="79051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62" name="椭圆 61"/>
          <p:cNvSpPr/>
          <p:nvPr/>
        </p:nvSpPr>
        <p:spPr>
          <a:xfrm>
            <a:off x="214780" y="172813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64" name="椭圆 63"/>
          <p:cNvSpPr/>
          <p:nvPr/>
        </p:nvSpPr>
        <p:spPr>
          <a:xfrm>
            <a:off x="2030766" y="2252888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69" name="矩形 68"/>
          <p:cNvSpPr/>
          <p:nvPr/>
        </p:nvSpPr>
        <p:spPr>
          <a:xfrm>
            <a:off x="1943533" y="568640"/>
            <a:ext cx="837393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544215" y="1048693"/>
            <a:ext cx="202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9" name="直接连接符 88"/>
          <p:cNvCxnSpPr>
            <a:stCxn id="64" idx="0"/>
            <a:endCxn id="69" idx="2"/>
          </p:cNvCxnSpPr>
          <p:nvPr/>
        </p:nvCxnSpPr>
        <p:spPr>
          <a:xfrm flipV="1">
            <a:off x="2362229" y="1048693"/>
            <a:ext cx="1" cy="12041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04" name="直接连接符 103"/>
          <p:cNvCxnSpPr>
            <a:stCxn id="60" idx="0"/>
            <a:endCxn id="9" idx="2"/>
          </p:cNvCxnSpPr>
          <p:nvPr/>
        </p:nvCxnSpPr>
        <p:spPr>
          <a:xfrm flipH="1" flipV="1">
            <a:off x="3353572" y="1048696"/>
            <a:ext cx="1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7" name="泪滴形 106"/>
          <p:cNvSpPr/>
          <p:nvPr/>
        </p:nvSpPr>
        <p:spPr>
          <a:xfrm>
            <a:off x="2700972" y="536408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合璧开源社区</a:t>
            </a:r>
          </a:p>
        </p:txBody>
      </p:sp>
      <p:cxnSp>
        <p:nvCxnSpPr>
          <p:cNvPr id="108" name="直接连接符 107"/>
          <p:cNvCxnSpPr>
            <a:stCxn id="107" idx="6"/>
            <a:endCxn id="60" idx="4"/>
          </p:cNvCxnSpPr>
          <p:nvPr/>
        </p:nvCxnSpPr>
        <p:spPr>
          <a:xfrm flipH="1" flipV="1">
            <a:off x="3353573" y="2354605"/>
            <a:ext cx="32148" cy="300948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61" idx="2"/>
            <a:endCxn id="107" idx="0"/>
          </p:cNvCxnSpPr>
          <p:nvPr/>
        </p:nvCxnSpPr>
        <p:spPr>
          <a:xfrm flipH="1">
            <a:off x="4070470" y="6048837"/>
            <a:ext cx="157464" cy="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16" name="直接连接符 115"/>
          <p:cNvCxnSpPr>
            <a:stCxn id="52" idx="0"/>
            <a:endCxn id="33" idx="2"/>
          </p:cNvCxnSpPr>
          <p:nvPr/>
        </p:nvCxnSpPr>
        <p:spPr>
          <a:xfrm flipV="1">
            <a:off x="4401341" y="1048695"/>
            <a:ext cx="4972" cy="100302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6" name="直接连接符 125"/>
          <p:cNvCxnSpPr>
            <a:stCxn id="53" idx="0"/>
            <a:endCxn id="52" idx="4"/>
          </p:cNvCxnSpPr>
          <p:nvPr/>
        </p:nvCxnSpPr>
        <p:spPr>
          <a:xfrm flipV="1">
            <a:off x="4400976" y="3065315"/>
            <a:ext cx="365" cy="24444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129" name="直接连接符 128"/>
          <p:cNvCxnSpPr>
            <a:stCxn id="54" idx="0"/>
            <a:endCxn id="53" idx="4"/>
          </p:cNvCxnSpPr>
          <p:nvPr/>
        </p:nvCxnSpPr>
        <p:spPr>
          <a:xfrm flipH="1" flipV="1">
            <a:off x="4400976" y="3972688"/>
            <a:ext cx="3398" cy="24269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9" name="直接连接符 48"/>
          <p:cNvCxnSpPr>
            <a:cxnSpLocks/>
            <a:stCxn id="64" idx="7"/>
            <a:endCxn id="60" idx="2"/>
          </p:cNvCxnSpPr>
          <p:nvPr/>
        </p:nvCxnSpPr>
        <p:spPr>
          <a:xfrm flipV="1">
            <a:off x="2596608" y="2023143"/>
            <a:ext cx="425502" cy="326828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矩形 47">
            <a:extLst>
              <a:ext uri="{FF2B5EF4-FFF2-40B4-BE49-F238E27FC236}">
                <a16:creationId xmlns:a16="http://schemas.microsoft.com/office/drawing/2014/main" xmlns="" id="{9F01A0CC-ED94-4457-BF78-037AF4F73390}"/>
              </a:ext>
            </a:extLst>
          </p:cNvPr>
          <p:cNvSpPr/>
          <p:nvPr/>
        </p:nvSpPr>
        <p:spPr>
          <a:xfrm>
            <a:off x="1062220" y="568639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cxnSp>
        <p:nvCxnSpPr>
          <p:cNvPr id="70" name="直接连接符 69">
            <a:extLst>
              <a:ext uri="{FF2B5EF4-FFF2-40B4-BE49-F238E27FC236}">
                <a16:creationId xmlns:a16="http://schemas.microsoft.com/office/drawing/2014/main" xmlns="" id="{742E49F1-AE2D-432A-BD23-CFA7850C8489}"/>
              </a:ext>
            </a:extLst>
          </p:cNvPr>
          <p:cNvCxnSpPr>
            <a:cxnSpLocks/>
            <a:stCxn id="64" idx="5"/>
            <a:endCxn id="54" idx="1"/>
          </p:cNvCxnSpPr>
          <p:nvPr/>
        </p:nvCxnSpPr>
        <p:spPr>
          <a:xfrm>
            <a:off x="2596608" y="2818730"/>
            <a:ext cx="1501478" cy="1523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73" name="椭圆 72">
            <a:extLst>
              <a:ext uri="{FF2B5EF4-FFF2-40B4-BE49-F238E27FC236}">
                <a16:creationId xmlns:a16="http://schemas.microsoft.com/office/drawing/2014/main" xmlns="" id="{D1737103-2310-4C99-9830-D54B270AC975}"/>
              </a:ext>
            </a:extLst>
          </p:cNvPr>
          <p:cNvSpPr/>
          <p:nvPr/>
        </p:nvSpPr>
        <p:spPr>
          <a:xfrm>
            <a:off x="214780" y="2627784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cxnSp>
        <p:nvCxnSpPr>
          <p:cNvPr id="74" name="直接连接符 73">
            <a:extLst>
              <a:ext uri="{FF2B5EF4-FFF2-40B4-BE49-F238E27FC236}">
                <a16:creationId xmlns:a16="http://schemas.microsoft.com/office/drawing/2014/main" xmlns="" id="{0E8F8F05-B12D-4B9F-81FF-7B0239AFC8DD}"/>
              </a:ext>
            </a:extLst>
          </p:cNvPr>
          <p:cNvCxnSpPr>
            <a:cxnSpLocks/>
            <a:stCxn id="73" idx="0"/>
            <a:endCxn id="62" idx="4"/>
          </p:cNvCxnSpPr>
          <p:nvPr/>
        </p:nvCxnSpPr>
        <p:spPr>
          <a:xfrm flipV="1">
            <a:off x="546243" y="2391064"/>
            <a:ext cx="0" cy="23672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9" name="椭圆 78">
            <a:extLst>
              <a:ext uri="{FF2B5EF4-FFF2-40B4-BE49-F238E27FC236}">
                <a16:creationId xmlns:a16="http://schemas.microsoft.com/office/drawing/2014/main" xmlns="" id="{7F75E0D3-E7E9-4D35-B002-F72001174BDC}"/>
              </a:ext>
            </a:extLst>
          </p:cNvPr>
          <p:cNvSpPr/>
          <p:nvPr/>
        </p:nvSpPr>
        <p:spPr>
          <a:xfrm>
            <a:off x="1071866" y="3221966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xmlns="" id="{79DD23DB-E585-4EAB-A328-BAC7DE46C5A4}"/>
              </a:ext>
            </a:extLst>
          </p:cNvPr>
          <p:cNvSpPr/>
          <p:nvPr/>
        </p:nvSpPr>
        <p:spPr>
          <a:xfrm>
            <a:off x="718580" y="4120008"/>
            <a:ext cx="1369497" cy="136949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xmlns="" id="{7C7F9564-36A0-4D27-B25A-44E88CD51E2F}"/>
              </a:ext>
            </a:extLst>
          </p:cNvPr>
          <p:cNvSpPr/>
          <p:nvPr/>
        </p:nvSpPr>
        <p:spPr>
          <a:xfrm>
            <a:off x="982232" y="5722637"/>
            <a:ext cx="842193" cy="842193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xmlns="" id="{63EA96EC-0FC7-4454-8AEE-30CC53492D06}"/>
              </a:ext>
            </a:extLst>
          </p:cNvPr>
          <p:cNvCxnSpPr>
            <a:cxnSpLocks/>
            <a:stCxn id="79" idx="0"/>
            <a:endCxn id="48" idx="2"/>
          </p:cNvCxnSpPr>
          <p:nvPr/>
        </p:nvCxnSpPr>
        <p:spPr>
          <a:xfrm flipV="1">
            <a:off x="1403329" y="1048692"/>
            <a:ext cx="0" cy="217327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xmlns="" id="{00B3ABB9-5ECA-4D34-9385-DDCE86C3FD87}"/>
              </a:ext>
            </a:extLst>
          </p:cNvPr>
          <p:cNvCxnSpPr>
            <a:cxnSpLocks/>
            <a:stCxn id="80" idx="0"/>
            <a:endCxn id="79" idx="4"/>
          </p:cNvCxnSpPr>
          <p:nvPr/>
        </p:nvCxnSpPr>
        <p:spPr>
          <a:xfrm flipV="1">
            <a:off x="1403329" y="3884891"/>
            <a:ext cx="0" cy="23511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4" name="直接连接符 83">
            <a:extLst>
              <a:ext uri="{FF2B5EF4-FFF2-40B4-BE49-F238E27FC236}">
                <a16:creationId xmlns:a16="http://schemas.microsoft.com/office/drawing/2014/main" xmlns="" id="{836E9DFA-A36C-4F5A-A785-09D02EF40D60}"/>
              </a:ext>
            </a:extLst>
          </p:cNvPr>
          <p:cNvCxnSpPr>
            <a:cxnSpLocks/>
            <a:stCxn id="81" idx="0"/>
            <a:endCxn id="80" idx="4"/>
          </p:cNvCxnSpPr>
          <p:nvPr/>
        </p:nvCxnSpPr>
        <p:spPr>
          <a:xfrm flipV="1">
            <a:off x="1403329" y="5489505"/>
            <a:ext cx="0" cy="233132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5" name="直接连接符 84">
            <a:extLst>
              <a:ext uri="{FF2B5EF4-FFF2-40B4-BE49-F238E27FC236}">
                <a16:creationId xmlns:a16="http://schemas.microsoft.com/office/drawing/2014/main" xmlns="" id="{288D23D2-C901-41ED-BF05-57731D95A2B2}"/>
              </a:ext>
            </a:extLst>
          </p:cNvPr>
          <p:cNvCxnSpPr>
            <a:cxnSpLocks/>
            <a:stCxn id="64" idx="3"/>
            <a:endCxn id="79" idx="7"/>
          </p:cNvCxnSpPr>
          <p:nvPr/>
        </p:nvCxnSpPr>
        <p:spPr>
          <a:xfrm flipH="1">
            <a:off x="1637708" y="2818730"/>
            <a:ext cx="490141" cy="50031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5" name="直接连接符 74"/>
          <p:cNvCxnSpPr>
            <a:cxnSpLocks/>
            <a:stCxn id="64" idx="6"/>
            <a:endCxn id="52" idx="2"/>
          </p:cNvCxnSpPr>
          <p:nvPr/>
        </p:nvCxnSpPr>
        <p:spPr>
          <a:xfrm flipV="1">
            <a:off x="2693691" y="2558518"/>
            <a:ext cx="1200853" cy="25833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6" name="直接连接符 75">
            <a:extLst>
              <a:ext uri="{FF2B5EF4-FFF2-40B4-BE49-F238E27FC236}">
                <a16:creationId xmlns:a16="http://schemas.microsoft.com/office/drawing/2014/main" xmlns="" id="{E6B1EABC-B314-464B-899A-A6ABCD841533}"/>
              </a:ext>
            </a:extLst>
          </p:cNvPr>
          <p:cNvCxnSpPr>
            <a:cxnSpLocks/>
            <a:stCxn id="73" idx="6"/>
            <a:endCxn id="64" idx="2"/>
          </p:cNvCxnSpPr>
          <p:nvPr/>
        </p:nvCxnSpPr>
        <p:spPr>
          <a:xfrm flipV="1">
            <a:off x="877705" y="2584351"/>
            <a:ext cx="1153061" cy="374896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xmlns="" id="{B39CF84A-7D50-4836-941A-19E11D2C4FDD}"/>
              </a:ext>
            </a:extLst>
          </p:cNvPr>
          <p:cNvCxnSpPr>
            <a:cxnSpLocks/>
            <a:stCxn id="62" idx="6"/>
            <a:endCxn id="64" idx="1"/>
          </p:cNvCxnSpPr>
          <p:nvPr/>
        </p:nvCxnSpPr>
        <p:spPr>
          <a:xfrm>
            <a:off x="877705" y="2059602"/>
            <a:ext cx="1250144" cy="290369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94" name="曲线连接符 29">
            <a:extLst>
              <a:ext uri="{FF2B5EF4-FFF2-40B4-BE49-F238E27FC236}">
                <a16:creationId xmlns:a16="http://schemas.microsoft.com/office/drawing/2014/main" xmlns="" id="{4E1EC545-F80D-4748-A1EF-64E14AB22B45}"/>
              </a:ext>
            </a:extLst>
          </p:cNvPr>
          <p:cNvCxnSpPr>
            <a:cxnSpLocks/>
            <a:stCxn id="64" idx="4"/>
            <a:endCxn id="107" idx="4"/>
          </p:cNvCxnSpPr>
          <p:nvPr/>
        </p:nvCxnSpPr>
        <p:spPr>
          <a:xfrm rot="16200000" flipH="1">
            <a:off x="965088" y="4312953"/>
            <a:ext cx="3133024" cy="338743"/>
          </a:xfrm>
          <a:prstGeom prst="curvedConnector2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2536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/>
        </p:nvSpPr>
        <p:spPr>
          <a:xfrm>
            <a:off x="1235734" y="539552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62" name="椭圆 61"/>
          <p:cNvSpPr/>
          <p:nvPr/>
        </p:nvSpPr>
        <p:spPr>
          <a:xfrm>
            <a:off x="1255028" y="169905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63" name="椭圆 62"/>
          <p:cNvSpPr/>
          <p:nvPr/>
        </p:nvSpPr>
        <p:spPr>
          <a:xfrm>
            <a:off x="1257982" y="2562733"/>
            <a:ext cx="662925" cy="662925"/>
          </a:xfrm>
          <a:prstGeom prst="ellipse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65" name="椭圆 64"/>
          <p:cNvSpPr/>
          <p:nvPr/>
        </p:nvSpPr>
        <p:spPr>
          <a:xfrm>
            <a:off x="1253796" y="3519128"/>
            <a:ext cx="662644" cy="662644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66" name="椭圆 65"/>
          <p:cNvSpPr/>
          <p:nvPr/>
        </p:nvSpPr>
        <p:spPr>
          <a:xfrm>
            <a:off x="1009194" y="4496667"/>
            <a:ext cx="1151847" cy="1151849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（爪哇猫）</a:t>
            </a:r>
          </a:p>
        </p:txBody>
      </p:sp>
      <p:sp>
        <p:nvSpPr>
          <p:cNvPr id="67" name="椭圆 66"/>
          <p:cNvSpPr/>
          <p:nvPr/>
        </p:nvSpPr>
        <p:spPr>
          <a:xfrm>
            <a:off x="2212174" y="2845885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68" name="椭圆 67"/>
          <p:cNvSpPr/>
          <p:nvPr/>
        </p:nvSpPr>
        <p:spPr>
          <a:xfrm>
            <a:off x="360818" y="2563013"/>
            <a:ext cx="662644" cy="66264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cxnSp>
        <p:nvCxnSpPr>
          <p:cNvPr id="78" name="直接连接符 77"/>
          <p:cNvCxnSpPr>
            <a:cxnSpLocks/>
            <a:stCxn id="68" idx="6"/>
            <a:endCxn id="63" idx="2"/>
          </p:cNvCxnSpPr>
          <p:nvPr/>
        </p:nvCxnSpPr>
        <p:spPr>
          <a:xfrm flipV="1">
            <a:off x="1023462" y="2894196"/>
            <a:ext cx="234520" cy="14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6" name="直接连接符 85"/>
          <p:cNvCxnSpPr>
            <a:stCxn id="62" idx="0"/>
            <a:endCxn id="24" idx="2"/>
          </p:cNvCxnSpPr>
          <p:nvPr/>
        </p:nvCxnSpPr>
        <p:spPr>
          <a:xfrm flipH="1" flipV="1">
            <a:off x="1576843" y="1019605"/>
            <a:ext cx="9648" cy="679446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2" name="直接连接符 91"/>
          <p:cNvCxnSpPr>
            <a:stCxn id="63" idx="0"/>
            <a:endCxn id="62" idx="4"/>
          </p:cNvCxnSpPr>
          <p:nvPr/>
        </p:nvCxnSpPr>
        <p:spPr>
          <a:xfrm flipH="1" flipV="1">
            <a:off x="1586491" y="2361976"/>
            <a:ext cx="2954" cy="200757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5" name="直接连接符 94"/>
          <p:cNvCxnSpPr>
            <a:cxnSpLocks/>
            <a:stCxn id="65" idx="0"/>
            <a:endCxn id="63" idx="4"/>
          </p:cNvCxnSpPr>
          <p:nvPr/>
        </p:nvCxnSpPr>
        <p:spPr>
          <a:xfrm flipV="1">
            <a:off x="1585118" y="3225658"/>
            <a:ext cx="4327" cy="293470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98" name="直接连接符 97"/>
          <p:cNvCxnSpPr>
            <a:cxnSpLocks/>
            <a:stCxn id="66" idx="0"/>
            <a:endCxn id="65" idx="4"/>
          </p:cNvCxnSpPr>
          <p:nvPr/>
        </p:nvCxnSpPr>
        <p:spPr>
          <a:xfrm flipV="1">
            <a:off x="1585118" y="4181772"/>
            <a:ext cx="0" cy="3148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8" name="矩形 57">
            <a:extLst>
              <a:ext uri="{FF2B5EF4-FFF2-40B4-BE49-F238E27FC236}">
                <a16:creationId xmlns:a16="http://schemas.microsoft.com/office/drawing/2014/main" xmlns="" id="{4852E161-A726-45A9-8DF6-CC1C79C61464}"/>
              </a:ext>
            </a:extLst>
          </p:cNvPr>
          <p:cNvSpPr/>
          <p:nvPr/>
        </p:nvSpPr>
        <p:spPr>
          <a:xfrm>
            <a:off x="3945338" y="544334"/>
            <a:ext cx="68221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xmlns="" id="{C472050B-291D-40CA-8511-8CBD6B348B7A}"/>
              </a:ext>
            </a:extLst>
          </p:cNvPr>
          <p:cNvSpPr/>
          <p:nvPr/>
        </p:nvSpPr>
        <p:spPr>
          <a:xfrm>
            <a:off x="3964632" y="1667371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cxnSp>
        <p:nvCxnSpPr>
          <p:cNvPr id="73" name="直接连接符 72">
            <a:extLst>
              <a:ext uri="{FF2B5EF4-FFF2-40B4-BE49-F238E27FC236}">
                <a16:creationId xmlns:a16="http://schemas.microsoft.com/office/drawing/2014/main" xmlns="" id="{6587CD57-EC3D-417F-8B1F-140F06DBBEA0}"/>
              </a:ext>
            </a:extLst>
          </p:cNvPr>
          <p:cNvCxnSpPr>
            <a:stCxn id="70" idx="0"/>
            <a:endCxn id="58" idx="2"/>
          </p:cNvCxnSpPr>
          <p:nvPr/>
        </p:nvCxnSpPr>
        <p:spPr>
          <a:xfrm flipH="1" flipV="1">
            <a:off x="4286447" y="1024387"/>
            <a:ext cx="9648" cy="642984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4" name="椭圆 73">
            <a:extLst>
              <a:ext uri="{FF2B5EF4-FFF2-40B4-BE49-F238E27FC236}">
                <a16:creationId xmlns:a16="http://schemas.microsoft.com/office/drawing/2014/main" xmlns="" id="{4E13926F-E8E8-48B3-88FB-65C16F2C0A15}"/>
              </a:ext>
            </a:extLst>
          </p:cNvPr>
          <p:cNvSpPr/>
          <p:nvPr/>
        </p:nvSpPr>
        <p:spPr>
          <a:xfrm>
            <a:off x="3056741" y="196856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xmlns="" id="{B43921B5-125E-4BF4-8F4D-7B1423760392}"/>
              </a:ext>
            </a:extLst>
          </p:cNvPr>
          <p:cNvSpPr/>
          <p:nvPr/>
        </p:nvSpPr>
        <p:spPr>
          <a:xfrm>
            <a:off x="2969508" y="826598"/>
            <a:ext cx="837393" cy="395576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天龙芯片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公司</a:t>
            </a:r>
          </a:p>
        </p:txBody>
      </p:sp>
      <p:cxnSp>
        <p:nvCxnSpPr>
          <p:cNvPr id="77" name="直接连接符 76">
            <a:extLst>
              <a:ext uri="{FF2B5EF4-FFF2-40B4-BE49-F238E27FC236}">
                <a16:creationId xmlns:a16="http://schemas.microsoft.com/office/drawing/2014/main" xmlns="" id="{09615643-88C8-4707-AA1B-099566832B02}"/>
              </a:ext>
            </a:extLst>
          </p:cNvPr>
          <p:cNvCxnSpPr>
            <a:cxnSpLocks/>
            <a:stCxn id="74" idx="6"/>
            <a:endCxn id="70" idx="2"/>
          </p:cNvCxnSpPr>
          <p:nvPr/>
        </p:nvCxnSpPr>
        <p:spPr>
          <a:xfrm flipV="1">
            <a:off x="3719666" y="1998834"/>
            <a:ext cx="244966" cy="30119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9" name="直接连接符 78">
            <a:extLst>
              <a:ext uri="{FF2B5EF4-FFF2-40B4-BE49-F238E27FC236}">
                <a16:creationId xmlns:a16="http://schemas.microsoft.com/office/drawing/2014/main" xmlns="" id="{4528B2D8-8C84-4861-A435-0D21C6360387}"/>
              </a:ext>
            </a:extLst>
          </p:cNvPr>
          <p:cNvCxnSpPr>
            <a:stCxn id="74" idx="0"/>
            <a:endCxn id="76" idx="2"/>
          </p:cNvCxnSpPr>
          <p:nvPr/>
        </p:nvCxnSpPr>
        <p:spPr>
          <a:xfrm flipV="1">
            <a:off x="3388204" y="1222174"/>
            <a:ext cx="1" cy="746391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82" name="直接连接符 81">
            <a:extLst>
              <a:ext uri="{FF2B5EF4-FFF2-40B4-BE49-F238E27FC236}">
                <a16:creationId xmlns:a16="http://schemas.microsoft.com/office/drawing/2014/main" xmlns="" id="{DCB8984A-C145-44A4-B20E-EF6B9564991D}"/>
              </a:ext>
            </a:extLst>
          </p:cNvPr>
          <p:cNvCxnSpPr>
            <a:cxnSpLocks/>
            <a:stCxn id="67" idx="7"/>
            <a:endCxn id="74" idx="3"/>
          </p:cNvCxnSpPr>
          <p:nvPr/>
        </p:nvCxnSpPr>
        <p:spPr>
          <a:xfrm flipV="1">
            <a:off x="2777776" y="2534407"/>
            <a:ext cx="376048" cy="40852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3" name="直接连接符 82">
            <a:extLst>
              <a:ext uri="{FF2B5EF4-FFF2-40B4-BE49-F238E27FC236}">
                <a16:creationId xmlns:a16="http://schemas.microsoft.com/office/drawing/2014/main" xmlns="" id="{DAA95BE1-FF6C-4886-815F-50142EA93FEE}"/>
              </a:ext>
            </a:extLst>
          </p:cNvPr>
          <p:cNvCxnSpPr>
            <a:cxnSpLocks/>
            <a:stCxn id="67" idx="1"/>
            <a:endCxn id="62" idx="5"/>
          </p:cNvCxnSpPr>
          <p:nvPr/>
        </p:nvCxnSpPr>
        <p:spPr>
          <a:xfrm flipH="1" flipV="1">
            <a:off x="1820870" y="2264893"/>
            <a:ext cx="488346" cy="678034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椭圆 25">
            <a:extLst>
              <a:ext uri="{FF2B5EF4-FFF2-40B4-BE49-F238E27FC236}">
                <a16:creationId xmlns:a16="http://schemas.microsoft.com/office/drawing/2014/main" xmlns="" id="{14F908A5-9BE8-4DE1-AB5D-DDECA82DC874}"/>
              </a:ext>
            </a:extLst>
          </p:cNvPr>
          <p:cNvSpPr/>
          <p:nvPr/>
        </p:nvSpPr>
        <p:spPr>
          <a:xfrm>
            <a:off x="260344" y="3443482"/>
            <a:ext cx="895736" cy="89573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私家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侦探</a:t>
            </a:r>
          </a:p>
        </p:txBody>
      </p:sp>
      <p:cxnSp>
        <p:nvCxnSpPr>
          <p:cNvPr id="27" name="直接连接符 26">
            <a:extLst>
              <a:ext uri="{FF2B5EF4-FFF2-40B4-BE49-F238E27FC236}">
                <a16:creationId xmlns:a16="http://schemas.microsoft.com/office/drawing/2014/main" xmlns="" id="{40261AF9-2A7D-4623-945A-5A56A7DADC16}"/>
              </a:ext>
            </a:extLst>
          </p:cNvPr>
          <p:cNvCxnSpPr>
            <a:cxnSpLocks/>
            <a:stCxn id="26" idx="7"/>
            <a:endCxn id="63" idx="3"/>
          </p:cNvCxnSpPr>
          <p:nvPr/>
        </p:nvCxnSpPr>
        <p:spPr>
          <a:xfrm flipV="1">
            <a:off x="1024902" y="3128575"/>
            <a:ext cx="330163" cy="44608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3" name="椭圆 32">
            <a:extLst>
              <a:ext uri="{FF2B5EF4-FFF2-40B4-BE49-F238E27FC236}">
                <a16:creationId xmlns:a16="http://schemas.microsoft.com/office/drawing/2014/main" xmlns="" id="{27DB2A0C-3AFE-4E2C-AD3F-FF61C908763F}"/>
              </a:ext>
            </a:extLst>
          </p:cNvPr>
          <p:cNvSpPr/>
          <p:nvPr/>
        </p:nvSpPr>
        <p:spPr>
          <a:xfrm>
            <a:off x="3056741" y="2845885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</a:t>
            </a:r>
          </a:p>
        </p:txBody>
      </p:sp>
      <p:cxnSp>
        <p:nvCxnSpPr>
          <p:cNvPr id="34" name="直接连接符 33">
            <a:extLst>
              <a:ext uri="{FF2B5EF4-FFF2-40B4-BE49-F238E27FC236}">
                <a16:creationId xmlns:a16="http://schemas.microsoft.com/office/drawing/2014/main" xmlns="" id="{73889834-93DB-4579-A338-D94287EBA88B}"/>
              </a:ext>
            </a:extLst>
          </p:cNvPr>
          <p:cNvCxnSpPr>
            <a:cxnSpLocks/>
            <a:stCxn id="33" idx="0"/>
            <a:endCxn id="74" idx="4"/>
          </p:cNvCxnSpPr>
          <p:nvPr/>
        </p:nvCxnSpPr>
        <p:spPr>
          <a:xfrm flipV="1">
            <a:off x="3388204" y="2631490"/>
            <a:ext cx="0" cy="21439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41" name="直接连接符 40">
            <a:extLst>
              <a:ext uri="{FF2B5EF4-FFF2-40B4-BE49-F238E27FC236}">
                <a16:creationId xmlns:a16="http://schemas.microsoft.com/office/drawing/2014/main" xmlns="" id="{80AF573E-E401-4B5F-BEA5-89C0F660D49E}"/>
              </a:ext>
            </a:extLst>
          </p:cNvPr>
          <p:cNvCxnSpPr>
            <a:cxnSpLocks/>
            <a:stCxn id="33" idx="7"/>
            <a:endCxn id="70" idx="3"/>
          </p:cNvCxnSpPr>
          <p:nvPr/>
        </p:nvCxnSpPr>
        <p:spPr>
          <a:xfrm flipV="1">
            <a:off x="3622583" y="2233213"/>
            <a:ext cx="439132" cy="709755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椭圆 47">
            <a:extLst>
              <a:ext uri="{FF2B5EF4-FFF2-40B4-BE49-F238E27FC236}">
                <a16:creationId xmlns:a16="http://schemas.microsoft.com/office/drawing/2014/main" xmlns="" id="{C73BD69A-9D76-4406-A33E-F0C5A1E56451}"/>
              </a:ext>
            </a:extLst>
          </p:cNvPr>
          <p:cNvSpPr/>
          <p:nvPr/>
        </p:nvSpPr>
        <p:spPr>
          <a:xfrm>
            <a:off x="3967869" y="2640699"/>
            <a:ext cx="662925" cy="662925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xmlns="" id="{FE0D8634-8534-40BB-B96D-D895D0123BB8}"/>
              </a:ext>
            </a:extLst>
          </p:cNvPr>
          <p:cNvSpPr/>
          <p:nvPr/>
        </p:nvSpPr>
        <p:spPr>
          <a:xfrm>
            <a:off x="3724159" y="3521183"/>
            <a:ext cx="1151847" cy="115184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2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xmlns="" id="{D9B50E33-F8A7-40DD-884A-2C98BB4AFF80}"/>
              </a:ext>
            </a:extLst>
          </p:cNvPr>
          <p:cNvSpPr/>
          <p:nvPr/>
        </p:nvSpPr>
        <p:spPr>
          <a:xfrm>
            <a:off x="3932465" y="4924318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xmlns="" id="{23CE4651-63A7-40C6-98C3-015FBFC9EC05}"/>
              </a:ext>
            </a:extLst>
          </p:cNvPr>
          <p:cNvSpPr/>
          <p:nvPr/>
        </p:nvSpPr>
        <p:spPr>
          <a:xfrm>
            <a:off x="3932204" y="5875410"/>
            <a:ext cx="737586" cy="737587"/>
          </a:xfrm>
          <a:prstGeom prst="ellipse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2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cxnSp>
        <p:nvCxnSpPr>
          <p:cNvPr id="52" name="直接连接符 51">
            <a:extLst>
              <a:ext uri="{FF2B5EF4-FFF2-40B4-BE49-F238E27FC236}">
                <a16:creationId xmlns:a16="http://schemas.microsoft.com/office/drawing/2014/main" xmlns="" id="{C7421F9B-0597-4C60-BF91-9E7DEB2C819F}"/>
              </a:ext>
            </a:extLst>
          </p:cNvPr>
          <p:cNvCxnSpPr>
            <a:cxnSpLocks/>
            <a:stCxn id="48" idx="0"/>
            <a:endCxn id="70" idx="4"/>
          </p:cNvCxnSpPr>
          <p:nvPr/>
        </p:nvCxnSpPr>
        <p:spPr>
          <a:xfrm flipH="1" flipV="1">
            <a:off x="4296095" y="2330296"/>
            <a:ext cx="3237" cy="310403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>
            <a:extLst>
              <a:ext uri="{FF2B5EF4-FFF2-40B4-BE49-F238E27FC236}">
                <a16:creationId xmlns:a16="http://schemas.microsoft.com/office/drawing/2014/main" xmlns="" id="{6E1FB3EF-27CA-462E-B450-5E724E666CFE}"/>
              </a:ext>
            </a:extLst>
          </p:cNvPr>
          <p:cNvCxnSpPr>
            <a:cxnSpLocks/>
            <a:stCxn id="49" idx="0"/>
            <a:endCxn id="48" idx="4"/>
          </p:cNvCxnSpPr>
          <p:nvPr/>
        </p:nvCxnSpPr>
        <p:spPr>
          <a:xfrm flipH="1" flipV="1">
            <a:off x="4299332" y="3303624"/>
            <a:ext cx="751" cy="217559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4" name="直接连接符 53">
            <a:extLst>
              <a:ext uri="{FF2B5EF4-FFF2-40B4-BE49-F238E27FC236}">
                <a16:creationId xmlns:a16="http://schemas.microsoft.com/office/drawing/2014/main" xmlns="" id="{1BCCF4D8-A4B6-4530-9BE3-21B67F45050D}"/>
              </a:ext>
            </a:extLst>
          </p:cNvPr>
          <p:cNvCxnSpPr>
            <a:cxnSpLocks/>
            <a:stCxn id="50" idx="0"/>
            <a:endCxn id="49" idx="4"/>
          </p:cNvCxnSpPr>
          <p:nvPr/>
        </p:nvCxnSpPr>
        <p:spPr>
          <a:xfrm flipH="1" flipV="1">
            <a:off x="4300083" y="4673030"/>
            <a:ext cx="1175" cy="251288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>
            <a:extLst>
              <a:ext uri="{FF2B5EF4-FFF2-40B4-BE49-F238E27FC236}">
                <a16:creationId xmlns:a16="http://schemas.microsoft.com/office/drawing/2014/main" xmlns="" id="{FB9E448E-82A2-46B5-A656-AE6EC9CA9DC3}"/>
              </a:ext>
            </a:extLst>
          </p:cNvPr>
          <p:cNvCxnSpPr>
            <a:stCxn id="51" idx="0"/>
            <a:endCxn id="50" idx="4"/>
          </p:cNvCxnSpPr>
          <p:nvPr/>
        </p:nvCxnSpPr>
        <p:spPr>
          <a:xfrm flipV="1">
            <a:off x="4300997" y="5661905"/>
            <a:ext cx="261" cy="213505"/>
          </a:xfrm>
          <a:prstGeom prst="line">
            <a:avLst/>
          </a:prstGeom>
          <a:effectLst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64" name="泪滴形 63">
            <a:extLst>
              <a:ext uri="{FF2B5EF4-FFF2-40B4-BE49-F238E27FC236}">
                <a16:creationId xmlns:a16="http://schemas.microsoft.com/office/drawing/2014/main" xmlns="" id="{3B233BFA-D2CD-410F-B976-F19C6DC8880A}"/>
              </a:ext>
            </a:extLst>
          </p:cNvPr>
          <p:cNvSpPr/>
          <p:nvPr/>
        </p:nvSpPr>
        <p:spPr>
          <a:xfrm>
            <a:off x="900369" y="6444208"/>
            <a:ext cx="1369498" cy="1369498"/>
          </a:xfrm>
          <a:prstGeom prst="teardrop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一统开源社区</a:t>
            </a:r>
          </a:p>
        </p:txBody>
      </p:sp>
      <p:cxnSp>
        <p:nvCxnSpPr>
          <p:cNvPr id="69" name="直接连接符 68">
            <a:extLst>
              <a:ext uri="{FF2B5EF4-FFF2-40B4-BE49-F238E27FC236}">
                <a16:creationId xmlns:a16="http://schemas.microsoft.com/office/drawing/2014/main" xmlns="" id="{E36F111F-6583-4CAA-B24A-40AE135A553B}"/>
              </a:ext>
            </a:extLst>
          </p:cNvPr>
          <p:cNvCxnSpPr>
            <a:cxnSpLocks/>
            <a:stCxn id="64" idx="6"/>
            <a:endCxn id="66" idx="4"/>
          </p:cNvCxnSpPr>
          <p:nvPr/>
        </p:nvCxnSpPr>
        <p:spPr>
          <a:xfrm flipV="1">
            <a:off x="1585118" y="5648516"/>
            <a:ext cx="0" cy="79569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69672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3840782" y="1912044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七爷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（韦琦）</a:t>
            </a:r>
          </a:p>
        </p:txBody>
      </p:sp>
      <p:sp>
        <p:nvSpPr>
          <p:cNvPr id="6" name="矩形 5"/>
          <p:cNvSpPr/>
          <p:nvPr/>
        </p:nvSpPr>
        <p:spPr>
          <a:xfrm>
            <a:off x="4558887" y="1852816"/>
            <a:ext cx="486054" cy="768085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亮爷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（金亮）</a:t>
            </a:r>
          </a:p>
        </p:txBody>
      </p:sp>
      <p:sp>
        <p:nvSpPr>
          <p:cNvPr id="7" name="矩形 6"/>
          <p:cNvSpPr/>
          <p:nvPr/>
        </p:nvSpPr>
        <p:spPr>
          <a:xfrm>
            <a:off x="3260327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</a:p>
        </p:txBody>
      </p:sp>
      <p:sp>
        <p:nvSpPr>
          <p:cNvPr id="8" name="矩形 7"/>
          <p:cNvSpPr/>
          <p:nvPr/>
        </p:nvSpPr>
        <p:spPr>
          <a:xfrm>
            <a:off x="1452211" y="11882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</a:t>
            </a:r>
          </a:p>
        </p:txBody>
      </p:sp>
      <p:sp>
        <p:nvSpPr>
          <p:cNvPr id="9" name="矩形 8"/>
          <p:cNvSpPr/>
          <p:nvPr/>
        </p:nvSpPr>
        <p:spPr>
          <a:xfrm>
            <a:off x="326032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辉漫</a:t>
            </a:r>
          </a:p>
        </p:txBody>
      </p:sp>
      <p:sp>
        <p:nvSpPr>
          <p:cNvPr id="10" name="矩形 9"/>
          <p:cNvSpPr/>
          <p:nvPr/>
        </p:nvSpPr>
        <p:spPr>
          <a:xfrm>
            <a:off x="2733768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阿特特</a:t>
            </a:r>
          </a:p>
        </p:txBody>
      </p:sp>
      <p:sp>
        <p:nvSpPr>
          <p:cNvPr id="11" name="矩形 10"/>
          <p:cNvSpPr/>
          <p:nvPr/>
        </p:nvSpPr>
        <p:spPr>
          <a:xfrm>
            <a:off x="1452211" y="18961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</a:p>
        </p:txBody>
      </p:sp>
      <p:sp>
        <p:nvSpPr>
          <p:cNvPr id="12" name="矩形 11"/>
          <p:cNvSpPr/>
          <p:nvPr/>
        </p:nvSpPr>
        <p:spPr>
          <a:xfrm>
            <a:off x="1454124" y="3161030"/>
            <a:ext cx="525668" cy="73762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（固骁君）</a:t>
            </a:r>
          </a:p>
        </p:txBody>
      </p:sp>
      <p:sp>
        <p:nvSpPr>
          <p:cNvPr id="13" name="矩形 12"/>
          <p:cNvSpPr/>
          <p:nvPr/>
        </p:nvSpPr>
        <p:spPr>
          <a:xfrm>
            <a:off x="1139222" y="262270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王小磊</a:t>
            </a:r>
          </a:p>
        </p:txBody>
      </p:sp>
      <p:sp>
        <p:nvSpPr>
          <p:cNvPr id="14" name="矩形 13"/>
          <p:cNvSpPr/>
          <p:nvPr/>
        </p:nvSpPr>
        <p:spPr>
          <a:xfrm>
            <a:off x="131956" y="55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一统</a:t>
            </a:r>
          </a:p>
        </p:txBody>
      </p:sp>
      <p:sp>
        <p:nvSpPr>
          <p:cNvPr id="15" name="矩形 14"/>
          <p:cNvSpPr/>
          <p:nvPr/>
        </p:nvSpPr>
        <p:spPr>
          <a:xfrm>
            <a:off x="2733768" y="117369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</a:p>
        </p:txBody>
      </p:sp>
      <p:sp>
        <p:nvSpPr>
          <p:cNvPr id="16" name="矩形 15"/>
          <p:cNvSpPr/>
          <p:nvPr/>
        </p:nvSpPr>
        <p:spPr>
          <a:xfrm>
            <a:off x="4558887" y="549623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天赐</a:t>
            </a:r>
          </a:p>
        </p:txBody>
      </p:sp>
      <p:sp>
        <p:nvSpPr>
          <p:cNvPr id="17" name="矩形 16"/>
          <p:cNvSpPr/>
          <p:nvPr/>
        </p:nvSpPr>
        <p:spPr>
          <a:xfrm>
            <a:off x="4558887" y="11869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</a:p>
        </p:txBody>
      </p:sp>
      <p:sp>
        <p:nvSpPr>
          <p:cNvPr id="18" name="矩形 17"/>
          <p:cNvSpPr/>
          <p:nvPr/>
        </p:nvSpPr>
        <p:spPr>
          <a:xfrm>
            <a:off x="131956" y="126392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</a:p>
        </p:txBody>
      </p:sp>
      <p:sp>
        <p:nvSpPr>
          <p:cNvPr id="19" name="矩形 18"/>
          <p:cNvSpPr/>
          <p:nvPr/>
        </p:nvSpPr>
        <p:spPr>
          <a:xfrm>
            <a:off x="131956" y="19724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</a:p>
        </p:txBody>
      </p:sp>
      <p:sp>
        <p:nvSpPr>
          <p:cNvPr id="20" name="矩形 19"/>
          <p:cNvSpPr/>
          <p:nvPr/>
        </p:nvSpPr>
        <p:spPr>
          <a:xfrm>
            <a:off x="131956" y="268097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</a:p>
        </p:txBody>
      </p:sp>
      <p:sp>
        <p:nvSpPr>
          <p:cNvPr id="21" name="矩形 20"/>
          <p:cNvSpPr/>
          <p:nvPr/>
        </p:nvSpPr>
        <p:spPr>
          <a:xfrm>
            <a:off x="131957" y="3389500"/>
            <a:ext cx="79436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章羌（爪哇猫）</a:t>
            </a:r>
          </a:p>
        </p:txBody>
      </p:sp>
      <p:sp>
        <p:nvSpPr>
          <p:cNvPr id="22" name="矩形 21"/>
          <p:cNvSpPr/>
          <p:nvPr/>
        </p:nvSpPr>
        <p:spPr>
          <a:xfrm>
            <a:off x="131956" y="409802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李子梦</a:t>
            </a:r>
          </a:p>
        </p:txBody>
      </p:sp>
      <p:sp>
        <p:nvSpPr>
          <p:cNvPr id="23" name="矩形 22"/>
          <p:cNvSpPr/>
          <p:nvPr/>
        </p:nvSpPr>
        <p:spPr>
          <a:xfrm>
            <a:off x="131956" y="480654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泰爷</a:t>
            </a:r>
          </a:p>
        </p:txBody>
      </p:sp>
      <p:sp>
        <p:nvSpPr>
          <p:cNvPr id="24" name="矩形 23"/>
          <p:cNvSpPr/>
          <p:nvPr/>
        </p:nvSpPr>
        <p:spPr>
          <a:xfrm>
            <a:off x="1454123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天龙</a:t>
            </a:r>
          </a:p>
        </p:txBody>
      </p:sp>
      <p:sp>
        <p:nvSpPr>
          <p:cNvPr id="25" name="矩形 24"/>
          <p:cNvSpPr/>
          <p:nvPr/>
        </p:nvSpPr>
        <p:spPr>
          <a:xfrm>
            <a:off x="4558887" y="2696080"/>
            <a:ext cx="488012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陶辉</a:t>
            </a:r>
          </a:p>
        </p:txBody>
      </p:sp>
      <p:sp>
        <p:nvSpPr>
          <p:cNvPr id="26" name="矩形 25"/>
          <p:cNvSpPr/>
          <p:nvPr/>
        </p:nvSpPr>
        <p:spPr>
          <a:xfrm>
            <a:off x="4558887" y="3261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郑大姐</a:t>
            </a:r>
          </a:p>
        </p:txBody>
      </p:sp>
      <p:sp>
        <p:nvSpPr>
          <p:cNvPr id="27" name="矩形 26"/>
          <p:cNvSpPr/>
          <p:nvPr/>
        </p:nvSpPr>
        <p:spPr>
          <a:xfrm>
            <a:off x="3157082" y="2608108"/>
            <a:ext cx="576059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黎明博士</a:t>
            </a:r>
          </a:p>
        </p:txBody>
      </p:sp>
      <p:sp>
        <p:nvSpPr>
          <p:cNvPr id="28" name="矩形 27"/>
          <p:cNvSpPr/>
          <p:nvPr/>
        </p:nvSpPr>
        <p:spPr>
          <a:xfrm>
            <a:off x="3840782" y="28654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小美</a:t>
            </a:r>
          </a:p>
        </p:txBody>
      </p:sp>
      <p:sp>
        <p:nvSpPr>
          <p:cNvPr id="29" name="矩形 28"/>
          <p:cNvSpPr/>
          <p:nvPr/>
        </p:nvSpPr>
        <p:spPr>
          <a:xfrm>
            <a:off x="1454124" y="3918490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陈菲菲</a:t>
            </a:r>
          </a:p>
        </p:txBody>
      </p:sp>
      <p:sp>
        <p:nvSpPr>
          <p:cNvPr id="31" name="矩形 30"/>
          <p:cNvSpPr/>
          <p:nvPr/>
        </p:nvSpPr>
        <p:spPr>
          <a:xfrm>
            <a:off x="826232" y="56421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黄龙</a:t>
            </a:r>
          </a:p>
        </p:txBody>
      </p:sp>
      <p:sp>
        <p:nvSpPr>
          <p:cNvPr id="32" name="矩形 31"/>
          <p:cNvSpPr/>
          <p:nvPr/>
        </p:nvSpPr>
        <p:spPr>
          <a:xfrm>
            <a:off x="826231" y="1257325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</a:p>
        </p:txBody>
      </p:sp>
      <p:sp>
        <p:nvSpPr>
          <p:cNvPr id="30" name="矩形 29"/>
          <p:cNvSpPr/>
          <p:nvPr/>
        </p:nvSpPr>
        <p:spPr>
          <a:xfrm>
            <a:off x="1782826" y="50239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</a:p>
        </p:txBody>
      </p:sp>
      <p:sp>
        <p:nvSpPr>
          <p:cNvPr id="33" name="矩形 32"/>
          <p:cNvSpPr/>
          <p:nvPr/>
        </p:nvSpPr>
        <p:spPr>
          <a:xfrm>
            <a:off x="3831786" y="549623"/>
            <a:ext cx="657090" cy="72921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良机酒家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（天赐良机）</a:t>
            </a:r>
          </a:p>
        </p:txBody>
      </p:sp>
      <p:sp>
        <p:nvSpPr>
          <p:cNvPr id="34" name="矩形 33"/>
          <p:cNvSpPr/>
          <p:nvPr/>
        </p:nvSpPr>
        <p:spPr>
          <a:xfrm>
            <a:off x="2731856" y="4475989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李博士</a:t>
            </a:r>
          </a:p>
        </p:txBody>
      </p:sp>
      <p:sp>
        <p:nvSpPr>
          <p:cNvPr id="35" name="矩形 34"/>
          <p:cNvSpPr/>
          <p:nvPr/>
        </p:nvSpPr>
        <p:spPr>
          <a:xfrm>
            <a:off x="2591386" y="725511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宋嘉厉</a:t>
            </a:r>
          </a:p>
        </p:txBody>
      </p:sp>
      <p:sp>
        <p:nvSpPr>
          <p:cNvPr id="36" name="矩形 35"/>
          <p:cNvSpPr/>
          <p:nvPr/>
        </p:nvSpPr>
        <p:spPr>
          <a:xfrm>
            <a:off x="2591386" y="772784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马寇德</a:t>
            </a:r>
          </a:p>
        </p:txBody>
      </p:sp>
      <p:sp>
        <p:nvSpPr>
          <p:cNvPr id="37" name="矩形 36"/>
          <p:cNvSpPr/>
          <p:nvPr/>
        </p:nvSpPr>
        <p:spPr>
          <a:xfrm>
            <a:off x="2591386" y="820789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高保密</a:t>
            </a:r>
          </a:p>
        </p:txBody>
      </p:sp>
      <p:sp>
        <p:nvSpPr>
          <p:cNvPr id="38" name="矩形 37"/>
          <p:cNvSpPr/>
          <p:nvPr/>
        </p:nvSpPr>
        <p:spPr>
          <a:xfrm>
            <a:off x="653168" y="635703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</a:t>
            </a:r>
          </a:p>
        </p:txBody>
      </p:sp>
      <p:sp>
        <p:nvSpPr>
          <p:cNvPr id="39" name="矩形 38"/>
          <p:cNvSpPr/>
          <p:nvPr/>
        </p:nvSpPr>
        <p:spPr>
          <a:xfrm>
            <a:off x="3831787" y="3493265"/>
            <a:ext cx="504711" cy="71780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京西鹦翠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（鸟）</a:t>
            </a:r>
          </a:p>
        </p:txBody>
      </p:sp>
      <p:sp>
        <p:nvSpPr>
          <p:cNvPr id="40" name="矩形 39"/>
          <p:cNvSpPr/>
          <p:nvPr/>
        </p:nvSpPr>
        <p:spPr>
          <a:xfrm>
            <a:off x="90060" y="688672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江海川</a:t>
            </a:r>
          </a:p>
        </p:txBody>
      </p:sp>
      <p:sp>
        <p:nvSpPr>
          <p:cNvPr id="41" name="矩形 40"/>
          <p:cNvSpPr/>
          <p:nvPr/>
        </p:nvSpPr>
        <p:spPr>
          <a:xfrm>
            <a:off x="90058" y="6346156"/>
            <a:ext cx="50986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方格</a:t>
            </a:r>
          </a:p>
        </p:txBody>
      </p:sp>
      <p:sp>
        <p:nvSpPr>
          <p:cNvPr id="42" name="矩形 41"/>
          <p:cNvSpPr/>
          <p:nvPr/>
        </p:nvSpPr>
        <p:spPr>
          <a:xfrm>
            <a:off x="90060" y="742729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史可法</a:t>
            </a:r>
          </a:p>
        </p:txBody>
      </p:sp>
      <p:sp>
        <p:nvSpPr>
          <p:cNvPr id="43" name="矩形 42"/>
          <p:cNvSpPr/>
          <p:nvPr/>
        </p:nvSpPr>
        <p:spPr>
          <a:xfrm>
            <a:off x="90060" y="7967868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范仲淹</a:t>
            </a:r>
          </a:p>
        </p:txBody>
      </p:sp>
      <p:sp>
        <p:nvSpPr>
          <p:cNvPr id="44" name="矩形 43"/>
          <p:cNvSpPr/>
          <p:nvPr/>
        </p:nvSpPr>
        <p:spPr>
          <a:xfrm>
            <a:off x="90060" y="8508440"/>
            <a:ext cx="515025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耶律大石</a:t>
            </a:r>
          </a:p>
        </p:txBody>
      </p:sp>
      <p:cxnSp>
        <p:nvCxnSpPr>
          <p:cNvPr id="3" name="直接连接符 2"/>
          <p:cNvCxnSpPr>
            <a:stCxn id="13" idx="1"/>
            <a:endCxn id="22" idx="3"/>
          </p:cNvCxnSpPr>
          <p:nvPr/>
        </p:nvCxnSpPr>
        <p:spPr>
          <a:xfrm flipH="1">
            <a:off x="618010" y="2862726"/>
            <a:ext cx="521212" cy="147532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17" idx="1"/>
            <a:endCxn id="5" idx="3"/>
          </p:cNvCxnSpPr>
          <p:nvPr/>
        </p:nvCxnSpPr>
        <p:spPr>
          <a:xfrm flipH="1">
            <a:off x="4326835" y="1426981"/>
            <a:ext cx="232052" cy="8691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连接符 45"/>
          <p:cNvCxnSpPr>
            <a:stCxn id="11" idx="1"/>
            <a:endCxn id="32" idx="3"/>
          </p:cNvCxnSpPr>
          <p:nvPr/>
        </p:nvCxnSpPr>
        <p:spPr>
          <a:xfrm flipH="1" flipV="1">
            <a:off x="1312286" y="1497354"/>
            <a:ext cx="139926" cy="63884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直接连接符 49"/>
          <p:cNvCxnSpPr>
            <a:stCxn id="6" idx="1"/>
            <a:endCxn id="5" idx="3"/>
          </p:cNvCxnSpPr>
          <p:nvPr/>
        </p:nvCxnSpPr>
        <p:spPr>
          <a:xfrm flipH="1">
            <a:off x="4326835" y="2236858"/>
            <a:ext cx="232052" cy="5922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连接符 52"/>
          <p:cNvCxnSpPr>
            <a:stCxn id="5" idx="1"/>
            <a:endCxn id="7" idx="3"/>
          </p:cNvCxnSpPr>
          <p:nvPr/>
        </p:nvCxnSpPr>
        <p:spPr>
          <a:xfrm flipH="1" flipV="1">
            <a:off x="3746380" y="1413717"/>
            <a:ext cx="94401" cy="88236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直接连接符 55"/>
          <p:cNvCxnSpPr>
            <a:stCxn id="34" idx="1"/>
            <a:endCxn id="12" idx="3"/>
          </p:cNvCxnSpPr>
          <p:nvPr/>
        </p:nvCxnSpPr>
        <p:spPr>
          <a:xfrm flipH="1" flipV="1">
            <a:off x="1979792" y="3529842"/>
            <a:ext cx="752065" cy="118617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接连接符 58"/>
          <p:cNvCxnSpPr>
            <a:stCxn id="13" idx="0"/>
            <a:endCxn id="8" idx="2"/>
          </p:cNvCxnSpPr>
          <p:nvPr/>
        </p:nvCxnSpPr>
        <p:spPr>
          <a:xfrm flipV="1">
            <a:off x="1382249" y="1668340"/>
            <a:ext cx="312990" cy="95436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直接连接符 68"/>
          <p:cNvCxnSpPr>
            <a:stCxn id="5" idx="1"/>
            <a:endCxn id="11" idx="3"/>
          </p:cNvCxnSpPr>
          <p:nvPr/>
        </p:nvCxnSpPr>
        <p:spPr>
          <a:xfrm flipH="1" flipV="1">
            <a:off x="1938266" y="2136197"/>
            <a:ext cx="1902517" cy="15988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矩形 50"/>
          <p:cNvSpPr/>
          <p:nvPr/>
        </p:nvSpPr>
        <p:spPr>
          <a:xfrm>
            <a:off x="245065" y="5557197"/>
            <a:ext cx="1137184" cy="72212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丢鱼饵的神秘人</a:t>
            </a:r>
            <a:endParaRPr lang="en-US" altLang="zh-CN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（孟学树博士）</a:t>
            </a:r>
          </a:p>
        </p:txBody>
      </p:sp>
      <p:cxnSp>
        <p:nvCxnSpPr>
          <p:cNvPr id="52" name="直接连接符 51"/>
          <p:cNvCxnSpPr>
            <a:cxnSpLocks/>
            <a:stCxn id="51" idx="0"/>
            <a:endCxn id="8" idx="2"/>
          </p:cNvCxnSpPr>
          <p:nvPr/>
        </p:nvCxnSpPr>
        <p:spPr>
          <a:xfrm flipV="1">
            <a:off x="813657" y="1668337"/>
            <a:ext cx="881581" cy="388886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矩形 54"/>
          <p:cNvSpPr/>
          <p:nvPr/>
        </p:nvSpPr>
        <p:spPr>
          <a:xfrm>
            <a:off x="3226239" y="7255112"/>
            <a:ext cx="486054" cy="480053"/>
          </a:xfrm>
          <a:prstGeom prst="rect">
            <a:avLst/>
          </a:prstGeom>
          <a:ln w="12700"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图灵</a:t>
            </a:r>
          </a:p>
        </p:txBody>
      </p:sp>
      <p:sp>
        <p:nvSpPr>
          <p:cNvPr id="57" name="矩形 56"/>
          <p:cNvSpPr/>
          <p:nvPr/>
        </p:nvSpPr>
        <p:spPr>
          <a:xfrm>
            <a:off x="872424" y="6837089"/>
            <a:ext cx="504711" cy="46917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姚宁</a:t>
            </a:r>
          </a:p>
        </p:txBody>
      </p:sp>
      <p:sp>
        <p:nvSpPr>
          <p:cNvPr id="58" name="矩形 57"/>
          <p:cNvSpPr/>
          <p:nvPr/>
        </p:nvSpPr>
        <p:spPr>
          <a:xfrm>
            <a:off x="2105332" y="54309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雷米</a:t>
            </a:r>
          </a:p>
        </p:txBody>
      </p:sp>
      <p:sp>
        <p:nvSpPr>
          <p:cNvPr id="60" name="矩形 59"/>
          <p:cNvSpPr/>
          <p:nvPr/>
        </p:nvSpPr>
        <p:spPr>
          <a:xfrm>
            <a:off x="2105332" y="1167160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</a:p>
        </p:txBody>
      </p:sp>
      <p:sp>
        <p:nvSpPr>
          <p:cNvPr id="61" name="矩形 60"/>
          <p:cNvSpPr/>
          <p:nvPr/>
        </p:nvSpPr>
        <p:spPr>
          <a:xfrm>
            <a:off x="2105332" y="1737380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白祁（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Richard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2" name="矩形 61"/>
          <p:cNvSpPr/>
          <p:nvPr/>
        </p:nvSpPr>
        <p:spPr>
          <a:xfrm>
            <a:off x="2105332" y="2299546"/>
            <a:ext cx="826458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华文（</a:t>
            </a:r>
            <a:r>
              <a:rPr lang="en-US" altLang="zh-CN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Bill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）</a:t>
            </a:r>
          </a:p>
        </p:txBody>
      </p:sp>
      <p:sp>
        <p:nvSpPr>
          <p:cNvPr id="64" name="矩形 63"/>
          <p:cNvSpPr/>
          <p:nvPr/>
        </p:nvSpPr>
        <p:spPr>
          <a:xfrm>
            <a:off x="4554968" y="694724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中菊</a:t>
            </a:r>
          </a:p>
        </p:txBody>
      </p:sp>
      <p:sp>
        <p:nvSpPr>
          <p:cNvPr id="65" name="矩形 64"/>
          <p:cNvSpPr/>
          <p:nvPr/>
        </p:nvSpPr>
        <p:spPr>
          <a:xfrm>
            <a:off x="4554968" y="745847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吴慈仁</a:t>
            </a:r>
          </a:p>
        </p:txBody>
      </p:sp>
      <p:sp>
        <p:nvSpPr>
          <p:cNvPr id="66" name="矩形 65"/>
          <p:cNvSpPr/>
          <p:nvPr/>
        </p:nvSpPr>
        <p:spPr>
          <a:xfrm>
            <a:off x="3608757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水木</a:t>
            </a:r>
          </a:p>
        </p:txBody>
      </p:sp>
      <p:sp>
        <p:nvSpPr>
          <p:cNvPr id="67" name="矩形 66"/>
          <p:cNvSpPr/>
          <p:nvPr/>
        </p:nvSpPr>
        <p:spPr>
          <a:xfrm>
            <a:off x="3609194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68" name="矩形 67"/>
          <p:cNvSpPr/>
          <p:nvPr/>
        </p:nvSpPr>
        <p:spPr>
          <a:xfrm>
            <a:off x="826233" y="8101750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古老师</a:t>
            </a:r>
          </a:p>
        </p:txBody>
      </p:sp>
      <p:sp>
        <p:nvSpPr>
          <p:cNvPr id="70" name="矩形 69"/>
          <p:cNvSpPr/>
          <p:nvPr/>
        </p:nvSpPr>
        <p:spPr>
          <a:xfrm>
            <a:off x="1749962" y="6346156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杨清</a:t>
            </a:r>
          </a:p>
        </p:txBody>
      </p:sp>
      <p:sp>
        <p:nvSpPr>
          <p:cNvPr id="71" name="矩形 70"/>
          <p:cNvSpPr/>
          <p:nvPr/>
        </p:nvSpPr>
        <p:spPr>
          <a:xfrm>
            <a:off x="2298897" y="567823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老梁</a:t>
            </a:r>
          </a:p>
        </p:txBody>
      </p:sp>
      <p:sp>
        <p:nvSpPr>
          <p:cNvPr id="72" name="矩形 71"/>
          <p:cNvSpPr/>
          <p:nvPr/>
        </p:nvSpPr>
        <p:spPr>
          <a:xfrm>
            <a:off x="3127266" y="543820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西邮</a:t>
            </a:r>
          </a:p>
        </p:txBody>
      </p:sp>
      <p:sp>
        <p:nvSpPr>
          <p:cNvPr id="73" name="矩形 72"/>
          <p:cNvSpPr/>
          <p:nvPr/>
        </p:nvSpPr>
        <p:spPr>
          <a:xfrm>
            <a:off x="3127703" y="5916152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4" name="矩形 73"/>
          <p:cNvSpPr/>
          <p:nvPr/>
        </p:nvSpPr>
        <p:spPr>
          <a:xfrm>
            <a:off x="4095684" y="5443618"/>
            <a:ext cx="486054" cy="474641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交大</a:t>
            </a:r>
          </a:p>
        </p:txBody>
      </p:sp>
      <p:sp>
        <p:nvSpPr>
          <p:cNvPr id="75" name="矩形 74"/>
          <p:cNvSpPr/>
          <p:nvPr/>
        </p:nvSpPr>
        <p:spPr>
          <a:xfrm>
            <a:off x="4096121" y="592156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岑老师</a:t>
            </a:r>
          </a:p>
        </p:txBody>
      </p:sp>
      <p:sp>
        <p:nvSpPr>
          <p:cNvPr id="76" name="矩形 75"/>
          <p:cNvSpPr/>
          <p:nvPr/>
        </p:nvSpPr>
        <p:spPr>
          <a:xfrm>
            <a:off x="2731856" y="3515884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火凤</a:t>
            </a:r>
          </a:p>
        </p:txBody>
      </p:sp>
      <p:sp>
        <p:nvSpPr>
          <p:cNvPr id="77" name="矩形 76"/>
          <p:cNvSpPr/>
          <p:nvPr/>
        </p:nvSpPr>
        <p:spPr>
          <a:xfrm>
            <a:off x="2731856" y="3995938"/>
            <a:ext cx="486054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吴老师</a:t>
            </a:r>
          </a:p>
        </p:txBody>
      </p:sp>
      <p:sp>
        <p:nvSpPr>
          <p:cNvPr id="78" name="矩形 77"/>
          <p:cNvSpPr/>
          <p:nvPr/>
        </p:nvSpPr>
        <p:spPr>
          <a:xfrm>
            <a:off x="826233" y="7621696"/>
            <a:ext cx="712511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另一个大学士</a:t>
            </a:r>
          </a:p>
        </p:txBody>
      </p:sp>
      <p:sp>
        <p:nvSpPr>
          <p:cNvPr id="79" name="矩形 78"/>
          <p:cNvSpPr/>
          <p:nvPr/>
        </p:nvSpPr>
        <p:spPr>
          <a:xfrm>
            <a:off x="1454124" y="4398544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锐哥</a:t>
            </a:r>
          </a:p>
        </p:txBody>
      </p:sp>
      <p:sp>
        <p:nvSpPr>
          <p:cNvPr id="80" name="矩形 79"/>
          <p:cNvSpPr/>
          <p:nvPr/>
        </p:nvSpPr>
        <p:spPr>
          <a:xfrm>
            <a:off x="1749963" y="717594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浩哥</a:t>
            </a:r>
          </a:p>
        </p:txBody>
      </p:sp>
      <p:sp>
        <p:nvSpPr>
          <p:cNvPr id="81" name="矩形 80"/>
          <p:cNvSpPr/>
          <p:nvPr/>
        </p:nvSpPr>
        <p:spPr>
          <a:xfrm>
            <a:off x="1749963" y="7662078"/>
            <a:ext cx="487967" cy="480053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刘博士</a:t>
            </a:r>
          </a:p>
        </p:txBody>
      </p:sp>
    </p:spTree>
    <p:extLst>
      <p:ext uri="{BB962C8B-B14F-4D97-AF65-F5344CB8AC3E}">
        <p14:creationId xmlns:p14="http://schemas.microsoft.com/office/powerpoint/2010/main" val="162141652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人物形象参考</a:t>
            </a:r>
            <a:endParaRPr lang="zh-CN" altLang="en-US" dirty="0"/>
          </a:p>
        </p:txBody>
      </p:sp>
      <p:pic>
        <p:nvPicPr>
          <p:cNvPr id="4" name="Picture 2" descr="https://gimg2.baidu.com/image_search/src=http%3A%2F%2Fn.sinaimg.cn%2Fsinacn12%2F264%2Fw620h444%2F20180422%2F60a5-fytnfyp9039629.jpg&amp;refer=http%3A%2F%2Fn.sinaimg.cn&amp;app=2002&amp;size=f9999,10000&amp;q=a80&amp;n=0&amp;g=0n&amp;fmt=jpeg?sec=1619749185&amp;t=540e59e9a9ba26e3571aaad0aa7c0c5d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9" y="1753763"/>
            <a:ext cx="1776837" cy="1272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张一平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焦晃饰演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AutoShape 2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sp>
        <p:nvSpPr>
          <p:cNvPr id="7" name="AutoShape 4" descr="data:image/jpeg;base64,/9j/4AAQSkZJRgABAQEASABIAAD/2wBDAAgGBgcGBQgHBwcJCQgKDBQNDAsLDBkSEw8UHRofHh0aHBwgJC4nICIsIxwcKDcpLDAxNDQ0Hyc5PTgyPC4zNDL/2wBDAQkJCQwLDBgNDRgyIRwhMjIyMjIyMjIyMjIyMjIyMjIyMjIyMjIyMjIyMjIyMjIyMjIyMjIyMjIyMjIyMjIyMjL/wAARCAEsAhwDASIAAhEBAxEB/8QAHAAAAQUBAQEAAAAAAAAAAAAAAQACAwQFBgcI/8QAPxAAAQQBAwIEAwYFAwIFBQAAAQACAxEhBBIxBUETIlFhBnGBFCMykaGxQlLB0fAHFTNi4RYkJUPxNFNjcrL/xAAZAQADAQEBAAAAAAAAAAAAAAAAAQIDBAX/xAAjEQEBAAICAgIDAQEBAAAAAAAAAQIRAyESMQRBIjJRE2FC/9oADAMBAAIRAxEAPwDxubuq6vTxAXSpEUVjAaUilxyknDCsJcBK0rVAkQhWEQUrQKKCSRCkEkhhAEi0kkkjJIJIhAJIBJEIBKRj3MNtcW/JM7qSJtvFcoDvfhhjdP0kzk7nvdV3dnutCAb9WKaC1tuBPe+/1Uek0/2bpWnhb5raKrufX8yrmka10ztpwAL/AM+SOW6w024ZurzG3IFO2qrlRN/5Gt9QTamaA2xQyb+a4NPQSxtftsgDspWsJ/EU1jvKAni/ZazSUrW7eRhBzWjJs2gCHNrtzhNNcAc91t9IOFA17IbTY9kmkdgfmkOeOE52DgDeCT9Edx4yPqnCqoXfPKR3E85vhaTpJuxjpNzhZHAtLbYva0/VIucThLaXCwl9g1zbOQPmCq0jS07vT2Vl2eRRVSTduJDnfIrPkViieWOxQBOVG9xrDbTpTn8NhQ72hpA9aK5cq1kDG2xkc/JQvrHccqZ7SW4KhuhkX2WdVCJvPZQS0XXYU24HNcqGRnlz6qPo1WQbucZ7KN5zt5UkgHHZR4qjysr2c6RubQvjCo6poDePxm6/z6q+45APKq6lpcOMgY+iviuqjObjLkrdbgSCfN8mj/uiWmeSYhoBHkbXbBH9ChqHbGR9/MSffI/sp4I3RObggsLnk/Jt/uf0XoY9uC9M2Rl6x4aLa3y2fnX90/p7y7VSTOaCIWFw9BWf3pRZiiZnIbvcfX0H5uCsQR7Om6jbiw1hJ7laRnVbSxmWYS5PMjj7ev5qwY3STavIIYHG/TsP2KsQQiCTaf4IQ72J7f0TWioi67MzzgHsAL/cpSbJneAHt3HHmDiB3Cidt+zsc6s/nkq7KAwkjLfCJv50f7qg5wzEBgBxH7plszUxg6finbv6LLyCVtasb9MS04BDvzH/AGWUR4pI/j5af5h6fNXh/CqFI8JdkirSCQNpJcIABJIpIBdkOEUEwNoJJIBXSVpIEIDe1ERF1lZkop5W9K0ElZ0sALiVmGcQmlXXQj0ULoqT2Fful81KWZS2J7NHaNKTYkGJWgxJSbMpbEtgwJKTakWIIxJP20ltQZiKfsS2oBiNYTtqO1AAKfSC9TGKu3AKKsK/0iDxuraVnrIET2HpEcdMY3A2RNbnsn6JoG6sW7ClhHiTygtw0ih7DhLSt2n33FL5M6jp+P7W2tp4pPsbrzz2SYBRKLaBpcddhzS7cAG8qUNcTyAot53CmlP3SHgJwCGZ8xJ+SmbGx2VWImJ7D9Ums1Vk2w/IFXjdX0mxbGnaBduHplLwht8r8dgoQJ2/iI4+Sd5uNvzI5W81r0jR/hv3Yqki2UEYFfNAOcGgZxzlIl1d+U9wjvDeBk85SDXBuCo3CQ+Yl/ypNIfRIDiQjf8Aw0jw/ac0qb3EWSP0U4fJtz+XdQPf2cD9FlyXpWMVjK17j5uEwt9MpPayyAQLTfM0Vm1yXbUXOoWaxyKUDngWXEqUjfg8/ulsGQQlezQsAcd1Aj5oTiuTd9rUm4Mqqoeijnyy/XhToVSldd2MKI8WeVI9pJHZRvGPks7NGY8bgNqheMUTwPyVkG2E+iqPaXNA9cm+yMSvpnSx+NqGNAvND/Poj4gDow5xMZDib/lon9f6hWnQ7YZXDmtjPmcfsqM9s8R38LB379h/T8138eV1tx54qDX+I/YcOwCB68n9SArZcPA0+nafK5+SPQHJ/wA9FSjDqBB88l07073+f7KVwDpNNAy2AkNJGPLi1s57GhC/xZNX5La6EyNvkC21+gVbVStYNGWDyR7yQO9kD+ivRPDYdVO0DzExs+Qv/Pos98bS3TMzYJP0AH9f2T9Ej1Eg8TUxi6jkDR/+pr+v7rOYamDjzsIcPfupnW46i7O+PcD72K/ZCmmXd70fmQikjkdWlcLwG7R+6zJCA4FmO4PotHVgs0zxVEOohZZVYek5Hylrn7m4DgCR6Hv+qjJRQ7qyBJJJAA/JLsiUOQgEkkkgAUkuUkwSSSSA6V8ncqtI6yoHaqzkppmBWYh7sqF5TnSClE54SBIIbrS3BMDyim7glYQDu6KbYSsJA5IIWErCAPKX0Q3BKwgxtFNsJWgHJIWjYpAOHC1vh87eq6d+B5sn0ABtZAOFodJG7UmjXlq74shEvYr1XQxgQPlBNuF/L0UcLS1wB5Vnp9jokb/5gHZ9yo2U511V2r+VPxjo+OlFBmT2RaLIICAAftPLa/NTMAqxwuLx27Nk0EEU0Ck4vIIJ+qcPM3A5HoiIzguwrmFLyJrm1wSpWvxn6IBtAV+icMnzLWSxFMMn6C6RD2ubbSQfTgolrfYGsobGuzkLSSkcaA3I7tpCFEVm7RDD/wDCJCpr9Q0A2CSD6KF2pYCaOfcK14YyCRhRyxt28ivmllMtHLFR08dni1A97QD81I+GNx7KA6YAkscR/VcmXlWs0BAPICjeLJqiniF4b+Jv1CaQ9oN8lZ2KQjBvPpRUvLbCBDifM0ZTSA1wLSVBo5AALBx3VZzjRzQU0tC6+qquNjaOeFJ0wAOLs2oXixXY+ilhFsOc1aMrQyNpJF1aLNltXfWwAHug5vl4Q3W4f5yi8EWo1/DU9U8ljWcV6KnqGNqOInMjgT+wVmRwMlDm8qKVodIHNNnJH9F08d+nPyTpRZCXzOjbja1ufcj+wchu3TNmraIwXDd+gWoI2xSuea2uaHm/TaP+6ytQ0MEUdcxWfckLr105E+ncZvAhqmNaXO/P/wCPzRrdI12BujJzxm/7o6Fv3tEfw2R8xn9FEY9zS538Y2gH+VNCi5pa6U1RG0G/UjKY0NZ4Zonc4E/TlWJB5HTXnebHrX+BVXXua3nnKmqN1YLoR/1eb5rHPK19WS2Joxix8sLKcbNnkq8PSMjUkklokCEE7kJqASHdFAoBJJBJMEgkQlaASSSSAmu8pbj6pqXCkHbj6pWgknoDaV4Tc/REcJAbtK0kkaA2laCSQG6R3FCrRpAK0bTUkgdaVlBJAO3J1piIKDPtT6WTZO114BtVgnxmpGmrANoD2trmjoulawiiyMA/RRxm4rbZoGlW6TP9r+GtM+qcIWH9KViG44Gk9uU/k3eMdHxwfKGMAvA7JM1hOA4N+iqP3PeZCaB7KRsBdVAhtLlwrqyXP9wEeC4Wi3qrHAc2R3FKi7SP3WQMjsCpmaYuAs+YdwKWu9JkrUh1LZBnBHZWRXPJKzYY/C9M5wrQcT3NFaSywrEuw7hXdAjNX8lJHxbuEx484oWnropUTpCH4JzwU9m95vP1T3xtrH5osdXdEll7O+uiEVc+uUDEHdhV3wi54J4OOVG6aldxiUL4gHHJBJ9FFJCA3F2jLqWtfz+Sgk1jefyKwyxjSWgWujNkmvdAyXgtKB1LHH8XPqi6Rhbf6rK4fxflDaya4ItV5WFt1i8qcOaKp3zQkc1wom1jlgcrPkceLvHZRGi2xwVLPERI4sOR2VIOIfyfdY6VU8VBtfQqvPIXlzb/ADVhx2c/y5/z/OFUjp75XOHek8vRAC1oA5PAQneI49xs/NSuY0DdSqat24hgF1lZq+lWgXWeD7q3DC0uDT2jP0sEhRsiG9m/Ie4ACuVc0rTM98vG4nPrYJ/Zdfx8XLzXpW1grTgFtbmn8rAH6LJ6gwbsDJibn0vH9D+S2tVG/dDCSDvedoPpTQD+5WVqa+1S0LubY0H0aCLPti115RzUmuEcM0w5fGyNpHa6v9Aq4dcksu64mDwwPSu36fqlJO58Bc2mwMcXXWXP4b/dQxNB6adu6i8Y9TkJI+0b2ktbH/LuJ+Z/wKBgLwX35RWffupXPkLWNi80pcXOpWG9P1DYnxsjJDsgA/IrO5Se60mGV9Rl6qQPFjBogj6rMd7K7rYZoXBssb2OIrI5VIlbYa10yyl32CSSStJJpFHlOKagEgigeEwSSSSASFIpIAJJd0kBIEaSwioAIWnUlSYAJd0UuyLQSSXKKQBEcpUigEjVIgYRpAMKSLkAgySR7kJUkCRASSAtAEDCsRacOIPjwtHqXKABOCQelfB/UI39Jk0zSXGFu0mqv5LdLS+LZxYFrj/hQOg6eHgZklz8qXbRCw4+wyp5e5I6uD7Oh0zGAYBIHJU9C8D5If8At4/F2UrG0KuzSmf8b2mGOyT2UT2dxisq01tmqx+5Qfs/lCq47hSqIfR2kKZjuARyjNE2SgKB7KqXOjdtcs/1X7Xw4t8vrwjZoblXjmvIIU+8FnOVrjntNxSbxjKa51OweVGZQGlQiQOdz7p5ZwtLDjWL+qjdYaawmOksgcoOl8t4DQpvIfiqz6feb3Z7AKhPpXWSMew7rULjIdrGn5pw0j6/sVO7fR6kc9tljdg5PI9EWat1HBBHIK3pNAwWS0F1cqCfpzHAUwBxR43RdMg6wjO4G+yJ1ePf3U8vTQy7u1Xl0zoyeKHZY5bVpKNRbSSKcRaqP8uriLaAk8pB4tGTe0X3/omzD/y7Zb4cKvtlY2KMY5zpHRE4ZZ+nZOhZQIBy43aZKQzVTOZRqPJ90+A7IGuHNZSo2leQDWMqk5m6RxPHJPsrG/c6+SmyN2QPvkkNv25P9FHuqUd5fq7ByGu2gdvKVq6FviQbRZaCGj2sVf5G1ktG2dp/msX6WKWzpWNGmkZlriGWP5cgldXxe65ub0qdVkA1pksERMLRXvj/AD5LGLHP1Bi5eDtF97skn5BafVzt1GW8jcc8k2f7LO1cgh0s8x/5Z3bG+obWf0pdWXtyxmTSxyAxMd921x2/9R7lOZc/3MTaYw1frXdV2wmZwbxtyfmtnSRMiBe6qHJXPny66jo4+HfdO0Oj8Cy4AVyStBmqiaQALA7qgZXalpLbEY4HqlEBvrhct99uyddRo6vT6TqOldHIy9w7ctPqvPtdpH6LVyQP5acH1HYr0PTMoggrB+NNAIHaeccutp+XIXTwZWXX05/k8cyx8vtyNJIkILtjzgKCcmlAJIpJFMAkkhfsgCgihaQJJLulkphLSKcBSIFqNq0YjSkoIVlIaMpGlIGpEJDSKkQE/akAgaNqkKTyMIEJpBHuhSKYNKISKISMKCITqRpI9GgZRpOCPZGz0aAVPA15f5Yw/wByMBRhSh7y0M3EN9LwkenafD0r5YqLg4seNxA9uy7WEeVxXAfDD9jImtN7pC13zwvQYAfCNnI/ZRn3pvw/qMXlskqnquvaTRvdHmaYcsjz+Z7KDq80senEUDh4smGjuVl9N6G/STbtTJuDwbNdz3WM5L5eMdXh1tDP8dauWcxaXQ/xBozZJJoD81bHXJXaqSDUvfDqI3bXRvZtcHdxR9DhcqyGXT9QbA6RsEjZmnxHg7WlrrBNchWANRq+rlr5mzP8YnewU0W6yR6DutNy49sN5Su3h1jv4nAgVkClYkDXsFEE1ysuSH7KNzKLCMtvj5Kzp9SDGAbusYUW2dV0Sb7Pa4xuo8Kdjr9yVWEm9+VagbT/AGKnC/w8ujZ3hreVWOoawcnKm6g3YwEKhpoHTHcTi0ZW+WhNa2utLn0WqzHp/Ey8mhwFHExsfP0Rm1QiaXWAP8wtMLJO03d9LzWsY003CkFHPf8AJc9L1LUubdshZ3c7JVH/AMTMjk8P7W5zrrDRQWmHNL1IjLHU7dU7cAcWPVQ2K9hysZvxIxzy172OANbQQD/ZXotbDqB907JN7Dyi5z6GJ0rtxxxxlVZ2gtLVZcaDieVSlJBsjNLHKtIr6iIllNGRn5Kg9rjpJGONlpwtCSXFLPeSyCR5Gb8oWNoKJrB010jydzxkqEtc+FjGYB7+ie4CRrWE/dxNz6EqVrHua0toDsKUUSJIomMFmy6qsoTR3GARk2UWNcMkEAqLVSBraxjslb0pQe0Ndngc+y09NI4tDnHylrmntZsc/IBZRd4kcl3eM+gyT+wV/RX4MwBp7Sdv05/MBdXxZquXnu4r9RBMUVii5jfNd8D1/NYmvc6bVNGaYxoH1yVt63zaJsZDrJIZ2oE2B+WPqst218734onHyGFfPlpPDjvsyDT7Wk+vCOt3l0enj4I3O91chj3Gzx2UIiZqNS6QPw00KPouTbrkWtNp9sAaP2UZZWoHZXNOKYQqkn/1YvuVFq8WxoITKePdZfx22unxWMhzV0XTmFkW6uVyHx1rmvli0wNuvefl2XXxz0y58vxrizwgUfqgV2PKIIFFJMG8Id0SiQmDTykUUEgSSSSYIoXSKSAt1lHFocpBZLFLukgDlB7OwlXdDuj2QCKACSQQVI8JpTiE0900Go8Jd0Twq+gafmiEEWqTh44T+yYE4JLhIhDlHskZ3HCIOEAjSQb/AMMzXr4dOCQ4yiTnmuV6awF7auvQrzH4Qg8f4j0+MRtdIfoP+69NDtmaJPoFnne3Twzo12kYCX7d0nZ1ZSdFHO0C82MKYvl2h7y2NvbuVG98Ljv3+buQpmvTebQzdKgnJ8TTMfux7lW/9q0plMz4qlIAc/1H0CrfanNILDde9JO1epkFNF1zS0mXHPrabMrTpdLpaAcSQMeigZptPE4MZL5N17aRj008rg55ofqrLNGIiLJLlPeX0u2T7RxaRkkpLbAGAfUqzs27QDZCmaA1tphcC+z9AqxwmKcsrVTqLS5o+Szuml0mqkZdUMLV1pabrJAFhZWiqHW7zgE5Wec1nFzvFb1DXsO3NhZM09yUX7/QBdE6Nj2nbzdhVxHBu2vjaMVVdgpy47sY5MXTaZ2ukc2chrWiwwnkrnOnT6mHq0McOm+0PGpZKdPQPibbNZXoX2eGZgDQG13uj+ayJ/hnTSatmoAc1wducC22uN2tMMLj6Zck83DOkdLL4j4mNeSSdoqySTfzz+gW8+OfQxNc11EZLTnPsr+m+GGaed0pkMoYbDS3BPKtyaNkhDnN33wXLPOWnhx6VNH1UTHw3vzWQ7kf3CvzHF3ysbVaSISAtaQfUc2tfSbXx7AQSALa7t8llu7001pnyyVI68hP00LtW1xAxe2+wCm1enYXU62tv1TPtDjD9j0LCR/G8YA+qX32VROZE2XwmgbGG3k5z/dNfrGukLY3WAc7RynO08cMYbK++5beL/qqscr97vDYS3tWApCR80zgaaR81Tka917iVYPi7sgcqs6y8tJvv6V7pCg1tRva0WXce9f4VYEjWzRtJ+5e0scPaqv9AfqoJHFkrHDG3NelZ/oEXf8AFGbrY8ivUkUuriunNyTZ0sjnO1BJIdG447DsVmeC1r95uwtIkuftGba4G/dZurf4cbCf4is+a7yaceOoOq1wg07o2f8AI4U3290ukRtdE0nlZzYjNKSbyVp9OYY37M4U66bxuRwtDcBZs4A1kYHK2Y2OEFg8hZgj8bqsbfTJUZ4+lStXW9Qj6V0kzymseUXyvLtdq5Ndq5NRKbc8/kPRbPxZ1R2s6idOx33MGAB3K502vQ48NSV5vyOTyvjPRJJdkls5yQ7Jd0kA1K7TqQIQAPCGQikgAUkRhA9kwSSSSAtjhECkgMJLJZIUnUhWUAu6KVZRpA2CBRIQIQCQKcRhNKaAtJJJMBykAkcIjKRw4J1BNATwElTZI1hKk4JKADsnBKkgkHY/ADW/bdbIR5hG1o9rJ/su/Y0Uccrz74CePtusj7mNpH0J/uvQWfmo+3Tx/qsNjDmigFG/T3kKVhIArCk3tIAHK2mGOUVbYoOgLRZjBPySa0jhtV6BX6FkoGgFP+Ouz81YWD+En3Rp1WcKV7g08AYUDnk4Bwi9HCLrPCQbd36eiDcjCe4NbE7+Y8KZNnaoSuJ3OP1VBoO4kDurupG1gIPzpUncAAZXPnu1rjemhpZRQz3Vh8DJWgYB9VlQvIkocVyPVacRc+MEE3/VaYXfScprtCYpYnWx3Hb1SGsLMOJHsrNh342+Yd014pt5I9PVXrXpO0DpRI3fu8oHAKoSaprqDdxdfcKxPHGSa07jfa1D4O1mIHZ9HLLLK2qx9Im6XUGXcWNAd3Jvan/ZZmxBltIAzi1ZZppyAYz4fsXWPyKD/HhBEse73YVFwkPe2PNo5JHUZIjnh1hWItJMxoa6RrWjswK0RHI3cRm6yOFXlic0+V7wP5QstTe6FWWGMOz5j6kqPftFBlAdzgKGdz3S2H/MFuQnxtIZYolLRIXPJNW3ngKF+G+ysPIFXWFARebFH2VaK1E+vFs8FOdexjT3eSa+YpNd5QRfJwldlv8AlV/8qsbpnZtIPJ4jz6lrQPlSoa9l6druzX0fyVzJaSQebTJWb9FKK7Wot3V4zTOidtctLRgmTjk2s1rQ3As+4Wv0ljnyWRgJ/emjbP3WlzzSwJNT9j0uu17uQPDZ81r6/VBsW0c8ABcd8S6nZFp9C05H3knz7LXGTLOT+M+XLxwtc69znvc9xtxNkptpHlJdzywPySSSTAcYSRQQCSKSSAbWEkSkcoAJUkUkyIoIoVaVNdCKARWa7CpLuih3SApI9kuyDAoUigU0kUwp5TSmRqSXdIKkgnBCkQpqocE5ABOpJWxCchSckZBJLuikbqfgMf8ArGoP/wCA/wD9Beig0MC15f8ACGo8D4hhb/8Aea6P8xY/UL09ucKb7dHF6Stu+6lujz9FCHVwlvPfhXLprraR05aHHa5xHYd08OtuRRKrukDW2qk+v2isA+gyi8uvY8F572A0TymOIrCpQF0jfFcbPYeistvgqJfLs7NJG3VDlP1HljF4O3KdC3zJuqJ2tArNrWY/htO93TI1Etu2cWqpP3hB4Cs6hmQ7k2GhQPaA7BXHl7dCeKKxY/wK5A1wIbWAs2HUbaPAFLQZqyymOArt7q8LIi7XdoIvHHCIBGOc4wmRaiNwogG+6ttLDm104zyZXpF4LaBOEi1ox/VTEDJBv3UDyA75K7jJEymvdgjaT+qpzPptAE0pnvNuAulTldmqNLDkvTTGK78uttj1VdziAWHg8HtanmaeQaKovlq2mrH6rksaKc8Z8UObyOwRjcHt5oqV8jH4vz/qoCdkhd68hTokWpsMPHzCr2QK7AcKbUyAt2iiScKsCCK7FG0WA43Kx1EtIpOZVglAmsDAHCFktGB6XSWz0kdhhpVppRH05wJ8z/KFOSNpH6qiIDPrPN+FuGhLc2qNPpenYdMSWgn3Uss32dwbHhxxhTwBscBY3kBV4YvG1PiPy1o/VVfSj3tbptO7Vap2Q0kX2Xn2t1TtZrJJ3E+c4HoOwW98UdWdLL9iid5G/wDIfX2XMrs4cPGbrg+RyeV8YB5SSSXRI5iQStJAJBFJABJIpdkAO6VIoZtALCCJCR5QQJJJINcARISCKyWAKPdJIoMkUgkgToCl3tFGk0mEYTSpEwoTTDyikQlSrZEnAYQTgkcpzQnBBoTwElAjSVJ8cbpJGsY0uc40AElGogYXXaP4F1c+nEssojJztCmZ8BaovzKC35KvDL+Dycv0qf7L1bSTnhkzSfla9bDqefyXMQ/AscRDpZHOIXQC2bQ67GL9VnyYZYzdb8GUtsWRJnm0x0+XCsD9UzdRv+iqTzEZvHqs/Lp1yHT6ugRZv3VAOM0m1ov3TZCXHPmcTgLQ0ul2AF34u6y7yq/UaGnYBE0egUgGVBHJsdtJo8hTsfYz7lb4sbFrTigVDrhVkYoX9aP9lJHJtzai1bw8O54zS6Msp/npE35MmVxzR9FE5lyFoIvv7KWQe93hOZGCXSE47+3ZcVm63prItjA3bkhNmAHmaMN4Vlz2hueaCz9TMG3VBp5yi6gho1ojnDQas5Wvp9Y40DjvlcZJN4mvjq6Lxj6rqPDeGBzCcZwjjyu9wZyNkSbhjlRuJuycLPgnIdzlWnahobn6i10ee4z8dIJZnNm27bYeCmSODlJI4ONcKBzhlY5XdXIq6n8FA1eFQ1IJ2gVto7vX2pW9TI0kNOb4VOZ5qxwstnVaJ4ieWk3jBKUzrJIxWR6qGV3lu0Hu8RgFkeptZ0IJHi+LCaHX5u6Mgq67KIGhRsJVFOccOTmE5HqmE2RjCLcHlBSjIdsZpLQtuSryU2XLQFKzUafTPG+RrCPUpfa99dtlke2Jw9e6zOqdRi6VoSQQZCfI31Kg1/Wy2IjSM3uP8ROAuR1LNXqpjLO8vee5K6scZe6w5OXxmoqSPdJK978ucbJ90y1bbopDyFZh0ULjteSCum54xxeNrLSWjqelyRDdH5mqiInudtDTaqZSwrLEY5S+ivxdNke2zhTf7S3kyJecHjWVSS1j0fcPK9Qz9JnhYXAWB6Imco8az0qRIINFDsrSCSOEsIAJJEI0gG0geU6kkBbajSICSyaaApJZSQCCcgCnIEpqKKCY0RymFPKaQnIimUjSVIgJkFJwCIaVtdI+GOpdYp2nh2xn+N2AlrZxkNGU/avQtP8A6ZkRgzasl/cNGAjP/pyQ249Qb9wr/wAs/wCK288rK7r4I+HvFP8AuOpb5R/xg/un6L/TyV2oB1M48MchoyV3MGjj6foGaeIU1goLTh4bbuwrUGpnDBTMAKtpurBsmyT81DqXON5WHrC5jg8HhbZZXG9E7Nz2ysxlUJ4rcRVlR9DkfJCN7rsYVrUDbKL54UfJnlx7afHy1movJDavssrUyFgOQFsyNaQW0sjqGkIiPuPVeRyWx6eFN6fE+U+NVjstqMjbxYUOkibHpmNAqgB+imG0mrrK0xx1E29hIBt83HIKrid0T9snBPKteGbrkHg+iZJC2Vu3kjGeVeuhtJHqxiyCotVq2k4GSqckD49xjdYGPqs+d0oBu1nlnZNHJPaxJq2t8t3lRSdUiY0tc/8ANZLhNK6qPyCX2W3AOaR6LLyt9Kq3J1mMnDyaVOfXOlYSwF2FI3p57MJ9QVYj0OwYFD5dkatFv8ZGiMg1sbnm3OOAOy7aJ5axtk5CytNoGRvD/CG71WiLZQPrhayau4jvXYzMxvGD7ItkDo6ceU/dYBO7P6KrIxzbczGctvlOz7OJT5eCTQoEqF8lDke6Bk3j1pV5HHPNLO3SjZJc9gPVUpjuJIx7WlI8uFk1hRttzL5tZW7KoC6yR3+aUYprtxvNBNe3w5R2HdSgfT0SpIZWBxs3g4URFn2U8rxdAZpRcHKE1CcA5TmYCDwLsJbg0Z4SKJPKS3ceTQWH8RQCHXtc3hzLWhp5zqdc2j5G8e6HxRDcMMo/hdR+q6uCRhy230xdNqHhoo8K2HhzbLVkwHa8tWjFlvKrPHTLGjZBxanj2yNpzT80GttvupGMpGOItWB5YqOfmqbmN3EgC/krbnWFSlOwp6Gz/E2two2vLio927hTwgKpijyW4G91cFObVBUHziIDkn0CLNQ88ikvHR7VOpdL3gyxCj3A7rIj0k0rtrWFdZGHP9aKtRaRgddZWuPlUXW3LR9D1D2k4CDuhaprbABXZGFrfYJpYBgKrMoJI4KbRzwGnxkV3UC9AkgZI0h7QQfUKhP0LSSjyt2O9QiWlcXHUgeV0UnwxJkxyj6hVnfDusDqAafe09lpTCJQATlmsE0p1ZSTABOQCPdIEkEQEAKTOkVJp9HqNXJs08T5HHs0WtXonw/qusahoa0sgB88h4A9l6Lppek/DkbIYYw6TvXP1WuHHcmdcf03/TvqusAfqNunbX8WSuh0/wDpdp20ZtY9x9AKXZ6Dq+m1rAYntv0V+7XZh8bH3Scpov8AT/pGleHOjMhH8+V00Onh0sQjiY1jQKoClOOFBOHOaewWs48cPUAhwLuUns3twqUTdsvmcSFoNe0sxwrl8oFO3sPKqamUmxavTYBKzJbN0oy6FUZQHXnKxuoN8jit10fKyeosIjcK5C5850Im+H5i+CgctWzMfEaHdwub+GnFviAngrfZIfEIPBTn5YaGN1dmvvyn6KDUx+K26+isuFxub3HsoqHhkABeTnjq6r1MLubMYaY2qB/dIyNbyQChRMZA+Sgm0B1VNE2wEVZSlqtRaZqozy9v5qwxzHEkEZ5orzzqs3U+ja0s8YOZ23NsFb/RpdTr+kR64UC4G2t9QaVzL+pupdOk8KOiQANxs/NQyaAPJ9DxhZrtRPE1pkLm3xY5U0XVnM/E0H3CqeF9q1foH9NAaSG2mfYtmaVl/WW1/wAZ91Rl6u4uPlAvjPCnLHGejnl9rLYAMlvyKcYmgURzyst3V3NAJpR/7w9zbDbo5wp3iNVsBrGkIEHHmtYZ66HOJI49EB8Qwvbg3WFPlBptuI43WBhAPDuGn3PosSPrEcotvmCvwSmZwcRwPzR5Qj9QDG8Pa2geUHtNbgCRXdPmO4Ej81O2Fo049aGCos7VtkahnlHp6qLQtD97a4dhW9RFTKNDKrdKsauWuKtZ67FQa6La4UOFEf8Ajv8ARXteMuPuqAOOUrBUTwfEs9k15qwnOJ78qN5ykztNscqrrn7NJI7vVKwTQWd1R/3LI/53hPCbyTldRP0eO5G4wtHrse/pco9BaZ0aGm7qUnXXBnS5r7il18c+2GTiOJGlakTfKFlPxXzWzpxcbD7K84ylSxggWp64TA0UU8HhTDA0ARaoTPt2FcmNAqkzLz7q8f6jKnRMvsVZdUTLABPYJ0MZLbASgidqdQTwxnYqtEfpoCLdILcePZXIdMHGyFYjgNC6VimxtIVY4ka2NrQ0DlTsbXKjhF+bt2UwBcVpIVANBOUHhgGMkKbbtZ7qFsZcSnZs50eNK97WvZkHn2Tm6V4FlhCsR74wAHEBSsmla8G7Hoe6cwhb2qCGgMBO8IYsDhX3acahjpGANc3JF/sq/hZzdp3GHt5kEkgnLlXDUikimRDhLlIKWGF80zYmC3ONBGh6RiyaANrqegfDum1DBqdfLTBkMBr81XfoYNI1sYFydyVIxzqAs16K8cdXtNrqNT1rT6bTDSdOia1oFWBQ/wC6w3FxcXuJLj3KiYVo9O6c/qE4bkRNIL3fyha23LqJU9PLqm6lp0u7xOwC9H6Nr5dRpGDVR+HNXBK5jqHUtH0aL7LoY2ySt/8AcwRn1Kw2df1g1kcrpTta69o4WvHn4XVKz7esx7nc4Sk/Cq3TNbHrtFHPGQQ4cqzIbBXb77NmykterEMuKVXU2DYUcMporKXWQXZzhZ8vsrbn7mqm/LsJ5EjGTkUs/qEYLCVrbGkZwqOvYNqzynQjA6E4s1s0fFldC4HHzXNaU+F1n0BXS2Nvqo471oJyKaHc3hQloDj75V7RRiZoY7LapVNRGYnuj5LDz6hcnyuPV8vp3fHz3NK5u6A5P5KQAlhHdINt1370pWjscrkwjorD+IOnN6lo3UPvawfQqL4Ee8dJ1OhmBEmn1BG09g4X+9rYnBBIrB5WWITB1KLXQkhzSPEaP4wr3q7LPC5TcdF1HSxT6FzHMBLRbfmq03QtN9lPhhzJQOQU53VtM7TnzEEkCi0+q0HTN2OGM91tMcct6YXLLHUc70zow1UBl1Bc07iAB6DuqUnSmR9bg0r3OLZQXN9wOQum0E7Bcbv4SQaKErIvtsEjq3AlrL9SOFleKeM7XOXLd2w+r9DibpHuhjaXsyK7+yLemRQaBjQ0A1ZPutzqE8Gnglle8CJrbJPyXNSfEWg1GlaYprOwW0A3foVny8WMtPHPLUilB0+J8EhIBJkOe6zIYGQCdlCg8nPZTdL6xrJnS6caBzjuJa5rqoHsVsdP6IIZX6jWy+JI87hGPwN/us8OL0e7WZ0TossrfGnBi0+4loPLlvt0sUO1sdkXSsufeSAGDgcKGRwJscKrjJF4zSJ8YB21glXSQ2K6GFUffigDjCsTu2Q5pTNTa2XrjTTxZ91V6Wfv5HAdk3Xz5ocqfpkYEbnHkrP/ANCodfIC6qrufms4GibVvWyDxHAKhuoqaWROd6fRRE90nHKYSltmJN4Wbqz4/U4oRwwWfmr7nbGFx4AtUOjMOp1kuoPc0Frw47u2fJenTaGMMiCzPieXbo2s/mctuJu2Ncx8US3LDH7Ersk10wyvTmpD27Lc6eQ6BiwpFtdKzpR7J5emc9rtEEo0Go0g7A5WalaZ1kqOCO3IE7i5XNHCHuzwtJOkXtYFRadx9R2VnSQFsQs2Tm6Uc8P4GgkW4cLQjAbQ5CvGJJrMXfCie7c/b2Vl5AZgfmoYmF7j7KxUzKDQAFYiYbsnCjijOa5VpkcjWjGFchIZARXontbRBGVI5hd+IYUgADa20U9CmgbspZBrb3BtWGsBqvyQa1wcbGCrkCOOR7X7m8iqUr5oXkOe2nEZymOaWn58Jhge4kmkU3mICKQRpcSwwkikAgEBfzXS/C/SJNRJLq3MIZE3BI5KXwv8Ly9ZnEsoLdO05PqvTdXooOmdBljhYGtayqC34uK5d/SbdvNNR59Q4+hQY1SEU+/VWNLo5NVPHDELe80PRL3SLRaSXVztiiaS4miawPcrf1eoj6ToxotMa1BH3jwOfdSSvi+HdL4MO12rkbUnP5/Jc497pJHPe4uc42SVprxgV5m8knKpSEXg0r8uQVnTDJWdDsfgrq/gSu0b3Ux+W3xa792W2vEtFqXafUMkactdYXr/AE3XDXdOimFZaF2/Hz3NVPqmasGiQqEUvY8lXdW41wsoAiX6oy9hqXbFRfiXkq6xu5mSqOpDWvwcp0l2M23JVfWNaYyfZTRNJjHoo9RGC0glF9ByepGzqEb+1roo3VEDWaWNr4DvaWg3fK6DRaKSWFpcKFLHCd2KsWemvG45VfV2Znv7XRWrDpWQMO3mlnPAc97T3Kvl4/LDVVhl43aCNor3CcMEZTY/K8tJyFJkLyZNXT0Zd9q+pbbTXcLPga1ziHGj6rUl/CDXCzJ4zG/e0YKL70046DoJI5L22w8hLqMko07DCZGuIuw79Fb0+paWAOF16qUMgJztrnIWn+fXVLLVu8o5/SyTM1TjvkaCNxvi/wC6m1On/wB3a06ieSPY8OjLSRtI7rZ8CKR/LfWyLSfp9Pp2W54Ndgp/yz1rZeOLnJtJqtS0iUlzry5zrCi03SIdOD4nnJNkDAK19RqRlrOBxSqg7znuFncMZd3trMJFjTuZC0CKNrAM0AphLuomxfb1VRh9vYqeM15iOcAI8vqJs0kkaHRkOFgnhBtEAnvwmPks5/L0TmR7ifZZ32SRoLpOOFW6lO1sfKtOcImuI7Bc31HUHUarwmnHdTldQ0LN2plJPF4W04/ZdGRYBpVdHpg2MFwwOyq9R1ZfJsBwFM67oqpNIXvJvuoHO7JF3dRk2LWbPKiSmjlAooKTan1Wbw9LsBy5X+g6Yx6RpIy7KxdVeq1zIm5s0uv0sQiia0DgUuzix1iw5LvJYOGLiuvy+J1Jwv8ACKXYyOwVwnU37+oTO/6qW8rPL0z5OaWz0nOnWK7LltdKNaZGXpnPbRsAVwopX+hTnmxfsoWML38YUT2qomtJcMXZWzo4fLxSxNVKdLRAS0vXJY9oe0bbyR6LWRltvvH/AJmPJwtBm0kEA2snSTN1eo3sd5K4WxG0A8rTGChMBt4yjFGdlj0yk8bnhWWsxn0VyEUMZcQBilcduDUzTMBN2rAGSPorkCINNI4Jqk5wc4gDhSRw7fN2VaBgZQBBzQQIOGk8V9cqb7sXYxdJpaxx8oJ9EyKOB2olbGBgnJHZbUWigiiazYDXcoaHRt08d1b3clWi1VjjL7U8EAoI8ogJELzlABlXem6F+v1senY2y4qDT6eSeQRxtLnHsF6Z8HfDX2PbqJwDKR3HC048LndFa6ro3TY+n6CKFjQKaLKZ8Snb0SavSlqtGFlfEUEuo6b4ELd0kjg0BencfHDUTHnGm0U2t1LIIW29xoE8D5rqh9j+GtCR5ZNa9oDhf7eyc92l+HOm7Yz4mslre28g/wBlymonl1UplneXvPJJXJqYd32Cm1EmokdLK8ueTyTajTd4FYRJWV/pmSGmrN1HJWjLltrNmN2FN7CGMkOwvRPgfWiTTS6dz7cw2AfRebk0VvfC+uOm6tFTiA/ynK04cvHNOX9em6oWCsx7NsgNK+527kqFzA4rsymxT2P8npSz9SQXXavAUKVOdjZHUObU5eiW9O77poGVfj0Xist/5KPp2kO0FwoDi1q0A1aYzo2FrNJGxwpgoFaUFCFteig1rbshS6c/dBTjJMrpR8pPgurmllV5lqyn7p3yWVi08vZIJfLKHVjupbtoCL2hzHN7JsbgYx6hebz4eOe/67OHLc0D22wtVVzfLRy1XAbtRlnalzVvLpnOg2m2FMBcTW4K+6Brruwqs+mdXkdTkt2emnl/UYke0YUEr3vPN/VTR6d7wLx8077NJXARcstKlkUhGbt1IuDW4Az7K0+F2N2E0Qdz3WZ+SBjdx491PhtN9VI2OqDUJzsaB27po2rtjuUkAm/VX2MDWUee6h0sQa1zj34TtRMIoiSVMn2TO6rq/CY4N5WZ0+AucZXck91HqpDqdQADkmlpHbpoQ0dgsv2pmavUCGIgVfssNznOdam1Mxkec4VZTldpypEphNomyUxzgEkieVBqJgyM0UnyUFQneXYVY47p26i30TTmbVumdw3AXUDytVDpWm+z6RgIpxyVfJXfjNRy77RSuqNx9lwUzt80jvVxXca5+zRyu9GlcG7OVURmjdRW500D7ED7rDK6HprR9iYnl6Z/aV2WkV2UsMVMCQaC9W447ArgKcIMqy+q6Vz9OSBxlYDV2up0++B1dxS4x7Sx7mEUQVrfSW50DVMaTG8gHsuqjINLzeKRzJQ5pohdT0rr7D91qhRwGkKsLoq6MNG8Vdqy0dioogDT2m2lXI4w54BOOStpCSN2sFg57hSFzQL70kYmgiya5tSDbWBa00DImvcCSMKTbeOEx8mzBx8kY2h2bKAdt54VrQ6cumuhtb7cquGi6As3S29NEI4gKonJCcnZxIGnBSLVJSC10Hz+PmtLpvSZ+oy7WNpnd1KTofSJOp6kY+6aclel9N6bFpImsjaBS87DjuVVaqdD+GoNEGkst/crsoIQxgoUoNNFQBV5mAvR4+OYTpBzQs/rWoj0uhdNJdty0t5BWlXdc98XOI6TQNW8WnlfxpuD1Wol1U7ppnlz3dyoXCvyRcEwk1RXBbu7NCSc9qQa4prydx9EAcqQe93lys6c5NK9IcLPmOUgruNlTaSbwdRHIP4HAqs4otwiXVKvYdFMNVpI5W/xNBUr+cLB+EtS+bpLQ6yWkhdAwOlIaAu/G7iYhc53HJU2l0W54fJjvSvRaQMaHOHm91IBTqVeJxZjADcInhJn4UTwtIFHVNsHCj0xoUp9V+EqpAaessv2UtTGozjsssrSmyw0OyzHFPL2QC6OUxp2yEdjkI57qhqtc3T6+CJ7qEvlBPr2XL8jHeO2vDlrJptymkDKDJKz9EXUD7Lg1HbBxWTikTG1wzlIUcp4II+SqYhEIWDsk6Kh6KYjn0UbzXfATuM0NqzoheVDIAAQBfpSnkBdjhRSGnA8V29VhlI0iN33bQMEqsIzNJTuApJpCPKO6JcIY6BslIHSPaKAOAFjdR1QLSAcccqbVaoRtOcrE1EplcGjuVlnl1qD0fpG290x7cJavUE2LscIOkEcQaFSkfZWfqaFuic+0zlDlK67JIpXVqtM8AqZzjSpz2UT2qekcj7Cf07TfatYLFtbkqs8k4XTdH0XgacFw8zsldXFhuseTJfYwNYm91JIduAohzldNjBn9bk8Ppkn/VhcWePddN8Sz/dxwg8myuYJtHpnld005GV0PSQDoR81zx4yuj6DT9EQc0U0r8bBYICuRtAUTABjupnA0CFWM0VqUgbC1cf1qEQ60ubgPFrrXktZa5jrxJMJI9VVJis/Epm4Kjj5UwUUNzo3XJNHI2GU7onHJJ4XdaGePVRtnj/A4YXlbfmum6H8QnRsEEwJjBAaQePmtePP6pO72WMjjFJ25jAaCrRTsmO6OUPA52lJ7yLIIorp2Bc9r5aJ7q2xvavKqWmaC8mqPdXwbodkoFrQ6dss24gbWrVHBUOkhEMAoUSp/qtsZ0ZHhBHslZ9VQcp0XpsfT9FHGB5qyV0EEeLpUmkBzQK5Wvp2AAA+iz48JOiTxCmhWGhRtFcKUcLagcLnfi/HS2+7wuiK5r4xd/6fE3/rWfJ+tNwZHmTHXynucN+Ex9n5LgNVeclRjGU6Tmgo2SVbcG1IOcbBtUZzZKuPwwlUJTZQFY5KIOU0m05gJIASKu7+B5HOglYBYDl6BptOGN3EC1xvwB018AmmmBBdVA+i7zsvR4Z+O0yGOOFCD5lK4KKqctclLTPw8pIMOE5BK2pHlVCPEi0dQPKs4CpVlnO1LLtuyQ5BpZoFq9K/bpSLslUiAGoyKmEEmlx/xfIWTwAGnNNj5rrnEgrifitwOvjvJDeFhyehG70fqo1unaXV4zRT2/1Wp4oHJXnvTZXR63TkOIuRocAasWvQ9Z0zUQNMkI8aI5r+If3XDePL3Hbx8svVHxSDyKRE/AtZR1PlySK5BSGobYyM+6y8+2+o1xMeCUjIG5JBKyPtOL7fNEasCw4p/wCg8V+SYZ/TCqSzjN8/NVZNSHOJvnhQP1DG3ZulGWW1SaXGuA87zkcD0VPU6vab5Kqza4EWcBZWo1bpHclZ3LQtSz6kyOJPF8KBj6JJ5KivNlNJKx3tFqR79xIJUdoWUjfdKg7CYXUkTjKjc60aOC51ilA9t3fopQAAc5KYLe8MZkk0qxnZ26h/TtF9p1IcR5GfuuqZGI2DCi6dofBiaB6KzqBtHK9Hjw8cduPK7qnIbcmE7Wl18BFx8yo9U1I0+kd6kUie0305jq2oOo1ryDgYCzid2VI8lzy71UZynWRrjhdF8N+aKZp7ZXO8lb3w26tRI31anCb9U7KmaPuwmlpJ+ifkNVwjXtJYbC5vrzKhhNfxFdS8gR+9LmviAf8Ak2UP/cTojBYMKasKJmAFKswICeBhMGSpBwgNDpvVZ+nzNDJCIt1ub6ruNNrouoaYTROOe3ovNSVo9H6o/Qapp5jOHA9lphnr2T07SsAYe5VvTNEuoYyxkqjotTFqdM2WFwLTjC2OlRAOfJXal1ybDSwKARLcWlVo9l0aMOCjgpd0uEgxnx1KCOy2NMd0QKpTxDeSBSvaQfcBTh7C2BgJya3hOVUiPC5T40cRBp29iSur5C47403btPZNZUcn6G452XGkx/CkNAKCQlcFNBJiyOVWBtxU0poZVa6fSQTSfgWfMeQrzj5CCqL2kuocnhIIA0uIA5PC634f+HiS3UaluKw09lH0PoB3ibUiu4aey7GNgjYBwAtePj3e01rdKjbG8NbgVS1zwFjaBwEzSthd+HoQ1yhH4lK9Qjn3TyNaZwnJrDhOPKISGYWFQZ5p/kr82Gkqnp2297iFnnN01ed3n2mqHooQdx9kZnfjNKKJ2KSpE8i6XCfEjg7qvyC7x34l531t+7rkrTyAufl9HFLTuLdRG7h28V+a9pb5oW/JeKR22Zrjk7hQ+q9Z1/XNF0nSRu1DyXuaKY3JOFfxtd7F6u1TreiEukcQ0bxwaXnUvWnabWmCWM02huac/Ol3nTPiODrv2uFsRjkiFtYTZcPVef8AxXovD1TdXGKa40fZcvyuOe434s7Y2W6gu0zXBzjZu+1e6I1h2C325xzmqGFldG1XiaURk5arz2B3YLzblrp2Tetw6TU3gFwHf/PyVZ05xwaNpPj9CojGe4U2jspHlwGTj9FEU8t9UtthTSR1aVJ4QKAbwE1zqCc5RuCBDHuUbnp7m2m7AMkoP0j3OK2OiaB00vjuBIGG/wB1n6eB2olZGBlxpdTH1PQdIlZpnskc1oovbwCur43H5ZbvplzZ6mmqzT+FEszVOsmlsyamDU6LxtPIHxkYIXPSu3WV382sZqObDtEuZ69q98gjBwF0Gom8KBzyey4nVzGad7ieeFhPRZ36Vzg32Q90sjCR4QkGjNra6AQ3X16hZDWrT6K4DqsTfXCZV17QSOES3LQOER5XEIgEkLVISMOyxwue68Gu0bTdVIF0zsx8LA6zEDoJTdU8IyDmAPThPtNA5HungYWVhi1PvHCai40EBG4pR2SmPOVJFaA6f4a6u7R6lunld9y/As4aV6x01u3RsOPN5r9V4Zp2Ok1EbG1uLhV/Ne2dHmP2SOGT8bGgfNdnx8u9E0kUqSrC65DDhEDCFFOASoRTM7paR5DywlTSAGPKrt8uobXqi9UNBuOU7FJqcikBwsT4l0X2vpL3sFyReYLZccqk+QjXCHGySM7r9kspvE3lb3c9lASO6v8AVYWwdT1ETL2tfi1mnJcvOpon07lVJDTrVl+KVaYYCQSN3SYaCXHgLqelfDjIYvH1NOc4AhpHCyvhljZOrxBwBABIXeal1CgBQWvHhL3U1muYWkCsDurDXbqA7JnJynMHmWsC9pCRqGV6roVz+j/5Wn3W+unD0Ia9Q/xKZ3KjKdhpo+FIVHFwE8ogQT/hVezHA8hWJuFU1bi2EAcEqcvexFCU+TPdRwZR1uIhSWmFQhZfZHy+XK8w6xNfxHMF6bKT4Z+S8l6mT/4ilN/xLHm6kORZcdhEgOQcLa6k5/U9PHrgbc5tEelLFdkC/RaPRJ3+LJETbDmvdZY+rFM6DWajpOvZrtP/AMjMFp/iHcLsJTpPjDoz5NOAzUtFvYRRtc11WJjZHFoqxav9I1L9Bo9FPAGtkfJtca5COP8AKXGlcvG7jnGMk6T1DwZA4UayOVuNlD2h3r6Lf+L+maWXSmcx1Jtu24XHaCV+0tJsBefzYeOTv48umlbfW0LF0VXfjIRa8mrpY+2icxNpMLWtHdGy1tgpr3mktQIym7bRGSngI8UxCW5S24UpGUHDClUV3NpN2+qmIVnpsLJupQxvFtLuFWM3dDKrsEA6V046yQD7RINsQPI91gzbnu3ON2tvr8rpOqPjJ8kQDWtHAWTJkD5L0fGYzxjz8srld1ofD2qLJ36Rx8kowfdXZgWvIPYrC0RLddAQa84XQ68VqXfK1V7x7PHpz3XdSY4fCByVyxza1OtyudrHA8DhZblKb3Qb7o1Zrsk38KcBlPSTiNoyrXRXX1eA3/EqchwVa6QK10B77wiCu8e0CR1jshCd99lJKT4tdtqZFhbxKXYDGb5WVr4d2mkOLaN1Hg0tuMAtyqGoaHb2ngtNp2BwANkniynBAgbiE6lhYYjNlBxwnDhMk4KWghebU8P4Qqp5VqP8IR9htfD8P2jrOnaWbmg7iD6BenRzuic1wG0jhef/AAhC1+ve83uYyxldqLLQ4kk+66eDrsq6fT6hs8YLTZHKnKwtBI5uo2g+X0W5/Cu3DLcMRyl/nKA7pKg//9k=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3" name="Picture 5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3212445"/>
            <a:ext cx="1776837" cy="9871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9" name="矩形 8"/>
          <p:cNvSpPr/>
          <p:nvPr/>
        </p:nvSpPr>
        <p:spPr>
          <a:xfrm>
            <a:off x="620891" y="3212445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孟学树博士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金士杰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AutoShape 7" descr="data:image/jpeg;base64,/9j/4AAQSkZJRgABAQEASABIAAD/2wBDAAgGBgcGBQgHBwcJCQgKDBQNDAsLDBkSEw8UHRofHh0aHBwgJC4nICIsIxwcKDcpLDAxNDQ0Hyc5PTgyPC4zNDL/2wBDAQkJCQwLDBgNDRgyIRwhMjIyMjIyMjIyMjIyMjIyMjIyMjIyMjIyMjIyMjIyMjIyMjIyMjIyMjIyMjIyMjIyMjL/wAARCAFHAfMDASIAAhEBAxEB/8QAHAABAAEFAQEAAAAAAAAAAAAAAAECAwQFBgcI/8QAQRAAAQMCBAQDBQYFAwMEAwAAAQACAwQRBRIhMQZBUWETInEHMoGRoRQjQlKxwTNi0eHwFXKCJENTFpKy8Saiwv/EABkBAQEBAQEBAAAAAAAAAAAAAAABAgMEBf/EACIRAQEAAgIDAQADAQEAAAAAAAABAhEhMQMSQVEEIjJhE//aAAwDAQACEQMRAD8A94ubnVLnqh3KgLaJTVEWRKi6JyRPqbnqihEVNyl1ClNJC5S56oipS56oiIgiIopr1TXqiKgiKCVQuFhYnilPhdFJVVD8kUY1J0uegVyurafD6OWrqpBHDEMz3HkF4XxlxZU4rXPLnFkDCTHBfRo7/wA3VZdMMd9srirjqsxZ7o4BanbqGA6nuuKmrayZxc6YMdzAC1tTXyuJBeRfkCsUzOPvSX9Sppveum1L5NC+d1z9VLZ3DQvIC1jJJGgEPzNO4WREx0zhlDrH/PipaS2tlHVtaDmN/Uq8MTY2+WxWDJTFlP3Ddf8APQrWSFwuL6jki7rom4pmO9gdCArpljlGouD0XJCVzTrfdZcFY5hvmI9VYm43TmOgfmjeCxx1BburRp2SEvjGXNyA+n+bKmnq84s4gk/Iq6GtLs0bsp3c07Fa2t0wZmPaQ+EkOGtiPeWfR1xqGAPaM/Nt7Ot6qogSe9o/kSFg1MJieJA2xJuC3TZEnDYNkfTFviEvjJsJBu31Crma5paWgBw8zXNOlurf6K1TVTKuEtc252kj/cK7Y04bG5+aJ/uk8jyt0Wa1GXTVElQ3NCQ2rb7zNs47Lf4Lj01PO2opZjDUA2e3a/ZwXJvYWShzX5C0ZmO6f2Wa2SOsYJmDLUgWkaNL/wBVGu+3vWAcQwY3SgttHUM1fGT9R2W5HrdeD4Ri1RQzxVEMhbLGbi+1uh7L2PAsbgxqibNH5H287CdQVqcuOeOuW1RERyEueqIqp6pqiJoLlLnqiImhLnqospsoFz1S6KEVN0ueqhEE3KXUIgm56pcqEQTdLqEQTdLlRZEFQOiINkTQpREVKIiKAiIqCIpQQFKhSiCIiAiIgIiKAiIqCpfoB15KrRc5xXjTsOohS0rh9uqgWRa+4Obz6KLOa4r2hcROqZXUdPIPstO6xePxSjcjqBsvIMQqTJJz7N6d1veIayIzPjgJMMXkjPN3Vx9TdctI+5Lzz1ujteIx5XdTmefosqjwyarcGMZ8VcwzDn1tUGgeW/JeoYHgbKeFt2C47Lnlk1hhvmuVw7g2RwDn31XU0fDFPCz3Bmt0XUwUoaBYW+CyPCHZZn/XS2TpyFRw3A5nuLQVvCDAS5t2r0t8VwNFizU4cNQlpNPHq7ht8TS5rjp2WllppYDYgg+q9jq8OY4HQLkcWwkAOIaL+intUy8cvTio5SCL+X6LNiqSQM1ieRJ/fkrdTRGIm4KxRdg/fouuN25a030E4ebPufTksoxZ2FpGdhuLjmtBDPYgO1G91taWsydXx87bt+HNbWVhzg0c7X3yt3Dzy9e3I9FuIZI6un8OUaPNrflPT+iqnpo6yne1pBY/8XQrT0cklLP4EotlPhuBO45H4BTYzhmaXxO/jwu9787eXxsqzIYiKqEEjQOaNyFdqGmYNlYR4jRZxH0P6LHglZnEoa4se7K9pPuv/uVGo2jJBKyOWM+V/wBCeXoV0nDOOyYXXtlznwj/ABG23G1x3C4+B/2eXw5B9xKcp/lJ/ruFmxyObMBIQJWG++46qNSbmn0TS1UdZTtmieHMcNCFeXnXs9xotc7DZH3jIvHc6g8wvRfn8VqV5csfWiIiMiIiqiKFKAoUqFBKFFCtBFPJFBCIiAgREElFClAREQVDZEGyKi2pCW1RQERFQRERKbIiKCURFaCIigIiICIivAIiILc0rIIZJpHBscbS5zugC8e4mxmap+0YlK7I+cCKnb0jG5H0uu/4xqXSUcWFROAdWvtMRu2EavI+AsvGeK8UFfikjYyHQRtyxgcg3Qfuo64TXLla+TxJiAfKL6rBt4rwBpcq/VOs7Jt3WRhlN4tQ35KXpuTddbwvhrWDO4ald/SMDWCwWgwWmDIGjKumhjs0aLl3XbLiaZAIU2UW0U3VYQdlZe0lX91QRyWasYUsdwdlpa6jEjDcfRdBILLCnYCCs10lefYphfl2XK1NMY3nQ25L1Gtpg5pBG647FKABxsFrHJMsduUvlJvqOdlkwSkEG/pbdW5oyHFpGrTZWGktdb5WXaXbzWaroqSqcDoQ0kb8nfBX6ulZWtEkWjgLObzb3WhpalzHDVb2lqA9mlieh5I6Y2VTRzWZklHnbcOHUKJYhBVPO7H+8BztzWWWw1LyfdktYnr6qZKcyQOZYEsF2lTa60xX5vswz2c5nlf3HIq+2Qz0rZLgyQWFxrmb/wDX6K3E4CLzXFhYg823sfkrYvQ1o1+6fuL/AIefySrHQ4NibqGuhnZyeHNJO9tLfLRe74fVtraGKoa4OzDcG6+dQQx5s4BrnaH8p/ovV/ZxjAnojSPfYsuAz8tuSmN+M+XHc271E5ItvMIiICIiAiIicigqVCHKVCIiiWRTdBHNERAREQSERESKhsiDZEVRzRDuioIiKIIiIfRLIiCUREIIiIgiIrVERFAUXN7BSsPE5/s9BKWuDXvGSM/zO0/uiuF4mxRsM+JYgJc8UMIghHMPN7/IC/8AyC8cdI2V00h1I6+l/wBSF2nH2KhuFNp4CQDI50hP4jcgG/o36rhInWoWv5udm+QR2nTAlJkqHX1F10OBU3mY4+pWihbepB6XK7DBnQxsYHPaCOpWMm/HOXaYZHaMDkt4wWaFoqGZmUFrgb91uY5QW7rEdMqv20SwUA6I+S2qtrMibAKlwCxZa6OO+Z4HxWL/AK1SA28Zl/VZXTNe26xpG6HRG4nTyWAkab91WXskFmkfBStRq6pmhXN4lTggmy6qpaNdVpauK91lt59ilP4bhIBYEWK0rz57LtcQpA+N7bb3XF1sXhTEbWXXx1w8uP0adDr/APa2FJUlrg02DuXRasPuAQdQrsbwfTnrsurjOHURTRzMAJAvp0Kz4XuZlv5r/i6rmoJXWBDgHjv7y3NFVNnBB3/Ezv1CxXfG77ZklGwuMkeVwdqW/CyxZovGhDCR4g8tzyPL6WWeHZSMou3e/f8AqqZGgPHluHbW2P8AdTbdmumvgc8nwnhxaBlv1C3/AA5jL8Bxhk79Q42eb6XBHm+X+aLnqqme2QSR6W6/MH/OqvMkdJDcAkW0DhsRfT9k+svpaCVs0LXtOhbcK4uI9nmNurMKbQ1BHiQeVhvqW2uPp+i7ddHkymqIiKoIiICIiiChSoRRSihUERFAREQFNlCIJKhEQVjZFAOiIKeZROZRARERBEUhBClR1UoCIiugRERRERKgiIoIK02MTNzRh3uxNdLbuNj8CbrcvcGtJPJchxNVCDCMSne4NzBsDXf7unzCVrHt4rxpVxzSRtjJAN35TyF7AfLX4rTNt9iiG1mA/NRjkzZq+TL7oNm26bKQSYbWtaNtvkjsxY2PfI5sd8211mx0FaACxwPoVapC1skhd7u5PTZdJQ11KxoBjee+n7lc8rW8JL2owusr6OZgla7J1uvQMPrRPEDfVc5CKariL4Hg5dxbb4LOwoubMG/Rcrly7es06bxD3WvxCpdGywJ1WcAS29lrK+IuNjyUqYzlz1c2oqnANcQte7BKp5uJQ31K6ZkN7AA/BXxFTMuJJWNPdyktdNSuchwqsjAHiMdboVnwivgF7OPe62PhxPt4E7C7s7QqqOZ8bi2Rtirunp+MZuJZrMnBa7kTsomAe3MCCOyzJI4J2+ZgI7rENIISfDcQ3oSm0aasg30XGY5SZXZwOxXoNRGHA6LmMWpw4FtkxuqznNxwoOUlMxac458lcqo/DlcByKsg5hlPLovTK8djPhkDmA30OoPQrPjkdbxGG0oPm7rRRPMb7fhuthDLzG45pprHJ1dFWieO4NnbOB5LYhuZt2NB5kde4XHRSPY4TRHKQfM1b+jr8zASLft6rnY9GN2yK2AyMLo7jSywKapBsJWeVw97mCORW9DmTMAO/Jw/daivpY4ZHOdHIBzy7eoUl/VymnW8JV78PqY52E5mSNhcXf8AjJzNHf8AGF7Y03AcDcHn1C+e+HB9tllovELX1EVgba52eZtvWx+a9v4ZrBX8PUU4cHExhrrdW6LpjXm80nbbIiLTgIiFVRNUCKJUIpKhARTZQiiIiCVCImgRAiAgUjZQglFIGiIKeZROqICIiIKQoRBKIoQlSiIqoiImwRERBERQW5/4LvRec+0ed9NwzCxrh97VGR2vIZv3svRpyRETfQEH6ryT2q1UceD4fT6F7y92p1AB1+pSumPbx6U3kNze5WXG7yWJ3DR8LLBN82uyzmWaADyDf0UdEQQSTtmjYbPAsD3WxwzCqZrnfaomzO8PMGnXWx0+axaFwE5BtY2/VbalhfG8OaHZtTdS5a7bxwuXTl6XEarC6ltXTZgWOu5gccrm7ltvn9F61hIbUzU9RCSY5mtkby0IuuVp+GqStqTJJTuGc3cC42PwXouAYZHTNiEbcscLAxg6LldVuT17bZsAEQ01WsrICb6LevIHJYkrA4GwSxMa4/Ga5uEUHjEZpHuyRt5kn+i0tPQ4vWUz6mev+yNyOeWRRgmwvzO66zGcIgxCOITNfeIlzCDaxssCIfZI3QyOdILW8w3HRSajpd3Hh5kzibEaWQAVPjt/JNGCCOi6TCeL2Vdop2kOts43F/5T+xWDU8IE1TnU9YxsN7tD4nF7e3RbCk4XgbAyIB8rwbukItmP+clctVMMc5dulhna4AsfmB5hXr5li0WDSQNblDso7raCmygXBXLWnW5RrZmaGy5/Eo/KV1c7NCuexJmjlWXnmKxWnNtFqSbH0W9xdo8QlaR7QDdenHmPH5Owi4BV2N5BuNirMZ/Aearbp5ee/wAVpiVsYZho4AXtYjr2Wxp6gRvu0nJ3+oWijdZ2p3WVHUeaxA0WbHXHJ1VLVlryWatH4brYuyVUGUyENGx/E2/6hcnTVgY4X16are0lQ2Rgs+x6LlZY745bZOGukwjFYaoOH3MrHgkaOAOn7he08JPbB9tw9uTw4pfFhyj8DwD+t1401zXDJKCLc+xXo3BNYSyne55uy0Lzp5wBYft81vCuXmx4eijZFG2iLo8qURCgIiIBUIiCUUIgIiICKQoQEREE8lClQgrGyKBsiClEO6IgiJyQEREBSoUoaEREORERAREVURETSLVSC6nkANvKT+/7Lwf2s1QkxTDmC1mUlyAfzOJ/oveJxeCTS4LSLfBfNHHs7JuJazfNEGRC52yt1Urr4+3MnRtxsVlhxJ6bD6KxPGY2MB/Jf52Kuxm5HfVZddMrD2F8xGlzz7rt8LgbLC021FwuOwSNstScxsA03XcYMC1tidCL/t8li11w4jd0dMA5rQNXaXXT00Ip4Q0DXmVq8Jjb5pH200C3Gdtt7qM5Xd0tSkq1dXnsJN+SxngteANlKiHxhwNwsR9Ex97hZ42U2HRTSy2Na3CICb+E1ZDaCNlrMCyxopc4WTUa9sv1jOhaxuyxZgOiypJFhTyWClIwagCxXO4kNCt7UyDWxXO4jIS1yy6RwmL6uv3K0rhfQ7Ld4rvp1WnIB+S9GN1HkznLHc0tNx81escwf1IUvaCLckjGaIjctOhW4560kjK/loUzFrgd1JFsptuoezTUHZNLtlwgSWc1wa7us6CealN3sOXfMNlpoXlhsdit3QzOYzQZm82nUFZydMK3lJUsqYgM4c1wtbmPius4WrTT4i2F4Bjm8oJFsrhqPnsuKbRRVA8ajJY86lnL07FbCiq5YXXNxI0j6c1jqu95mn0TRVAq6KGoaLCRgdY7jsfRZC5vhDFG1+F2DrnNm9Cdx87/ADXSDULq8OU1RERELKFKhVNpRCoUUREQEREBERAREQEREE3RQiAd0Q7lAgIiKoIiKAiIroSiIpVEREBERVBERRUHbXUL5Z4yiczi/GY3eYx1D725C6+pyvmn2kU7qTj7Fm7iVwcbdHBp/VSt4dudrhYRO6taRp6qyx4Dhf8ARZVcc1HTa6tiDTccwSCsIO2sVl3bzhotfidiQLuDRddthAPhRggfw3D/APYLgeHpWMxaJzxoHtuegINz+i9CoonMEQF9ASfjY/uueXbrh02cGImFxhzEG2gSpx1tFEZppAxg3Lj9FYq6MSsD2kteNQQsaXD/ALQ9sUrA9u4zC9isXbckrb4Jxjh+LB8cEwc+P3muBa75HktpLO14uHLko+FoIMQbWwRuZO0EBwOljyIW/o6SfTxT5R3SVLjjGxjddo3V246qw0ZCd0JN9Fduevxcc+wKsul7ql8ix3uKVuYqpJe6wp5FW9xKxpnaLLcYNVLa5XN4hNe+q3VZJuFzlYSSUhXOYg3O6614hzkm2wuttVtsCd7rWzPkjYY4oySdzZdsbw82U5YpbsbXuFaY7JMDsNistsUuUZxa/VYszckhBW5XPKMjJa4ubFVMaXDIRqFQwh7W667K6CHG5NnALbEWnRXO4sdlfpZDG+zgb8+4VXh+I0jaQ62VNjkzC7XMN7LNax4dDRv8J4e06EdeS2pibUQiSNwEltP6H9PRc3RVIIym212/ut5hcgs5ttRt6Lk9OFd57O8SdFWvhObzAEt5jqfhovWBsvC8DnFLjsc0dxGQGGw6r2uhnE1NE/k5vNdMbw8/nx1kyVKhStOKFKKEBEuiAiIgIiICIiAiIgIiICIiAdygQ7lQglETmgIiICIiCUUKUBEREEREURERBeC+1nDXM4rlqvwzwNe4nYWOS3/xK96Xn/tKwqKppDVvhY+1NLDmJs4XsRb4tv8ABPjeF1XhFUXOke1wyizTa2m39r/FYbbXF9lsKuJ143OsSWgEDlystcTaT4rm71mYVb/U4WG4Dzl05r1KjJ+z08p3Iyu07W/ZeR0sr4alko/7bw8fDdeuwFv2Z29gczfTf9Cs5R08d4bNrmuyXcA0rKZ4DZQ90g00FguKr8ZMVVZuaw0AAusObH5Gfje0nq0/0Wdvbh/G9sd7eoNaxzczCHDsq7garz3COKTHKAX5mg2IXV0+Lw1LQWusfVTbz+Tw5YtnIb6qw82N0E4c1W3PuVGMYhzu6sucUe9WnP0RtS93VYc71dkfosKZ4N7qK19W7UrR1VtTdbWskGq0dVJurC3hrZ8pkaHGwvusuakfA64F+60OIy+I7wwdjcrIj4kliiEVQzxMotnbvbut+trjMp9XJ6bxnZiStPWhjHWaQTzVyrx0SMLYIy2+5K1TXudJmc65PNdccbHLyZY9RlQSBpIOxWSbEfzW0PVYJ3ur8Utxkcb/ABXRxZDKgxEA7crrLiqInyAuIB2PSywRYjK4ejlTlOmqy1MtNoKd0MmZjQ6M6tc0X+C3GHyFs7Hi+txa265qGeaFwyuIstzRYm1uXx4SWixL2cvgsWOuGWnW0rwC12YXcdz21XsHC1W2owiJgcC5otv30+n6LxWgliqYpBDI2Vpvl11HY913/Ale4TCF5sXEixHMf5dTDhryzcelX5IqQdVUuryJUIigc0REBERAREQEREBERAREQEREEInNFQUqFKgIiICIiApUIiRKIiAiIhsREVBarH4I58IqGyAHy89VtVi4jEZ8OqI9szCN0aj5jxmkkoKl0Jy/dPsB1BN7rRVHlnB6nVd5x5TNjq/GaGua6I5SD+U/3XD1BDnaDlf+6xZy773GM0ffanQgg6r1TAJnVWC0+Y5j4WQkney8oBId5tLL0PgSoM9NNAHXMRzFvZyzlGsK3cOHU1LK6UMzPdu46lXnx07wTI1uqzZacvZYDVaqajna7R1wuNun0fF55JqrM+GYfPdoj81txpcqmPBK2nkJp6g5OQk1WRFDO0ghq2kAksMxuFNnk83txF+mfIyINkILhuQr4eDqSrAFkz20sjzKpHKy5+ih7r81Ze+wsjSiWTRYFRLoVemkWtnfvqgwqqQknVc9iExaCG6uOwW3q5bAlafwzM4yHQDZWOeTUyRZIy5w1K1VQ7Vbivda4AstJMbuXbF5s1oaqoC+oKhVWsF005LjDnjsRsqibKmE627Kp7SDYqjJjfmbYnTspF2PLeuysxe7YdfmrrSHGz9QNj0UWKmvsbErLge+neHtBINj63WE8ZXW5LLic4wtI3aSCO26lalbemNPVubJE/7NUcnNOh7ELo8K4lqcIrmDEInWzAiRv47G4XKMo/HEclI7LIdQ0nQn15LNosWMd6XEIS+LZzHcj2Wdadp0+kMFxqjxqhjqaSdkgNg8A6hbQc14FglFiVLfEOGKwzFpBkpM2pHTuvS+FuPKTGJHUVXemr43eHJFLoc3Ralcc8Px2aKAb8lKrkIiICIiAiIgIiICIiAiIgIlkQQidUVoJdFKgIiIlEREURERJEoiIURERBERVRUyAPie07FpCqUHS6K8LxjDpsVxCPDXRx+OWTwQNuL52uub/AAry6peWS69F7TiTP8ATfbJSsP3hqajxIIy2xbnjs53ppZeScV0v2DiOvpQ0sbHO8BttgTcKOu2pDmuBtqOnNdDwZizMK4hpjMQIZx4MhtsDsfmAuWG26uue6wIsLC9+h5FTRMn0kynblu4Kg00d7WWo4Vx8Y5wtR1Zfmma3wqgHcSt0N/XQ/FbJ01nG/JcsnfHdS6jiGwCsPhDBYDRXDVW0Vt84PP6rnXWRZcLK04lS+ZvVY0kw5FRUveseSSwKpfLfRY77lpcSAwbuJsAkXa3M8k6LX1UrYoy+Rwa0DmrVbjlNCSymHjvGmYaAf1U4bwzi+PyNnqPuKc6h8os34N3K1MbemMspO2oJNbLm1bCDz0uq5YnFobFE91vyMJXqGF8JYdhkYzRfaZeb5RcD0GwW2kiEbLRtDW8g0WXTHxW9uN80+PnbEmlpdnY9p/mYQtI6zn7j4L6LxGlbKw5mtJ6OAK8q4kwqm87207I5Gk+ZjcpXWePTjll7OItayHUq+WXF/orMjcryFWVcOjismZvkv1CxGe98Qti9t4W27JBjQENdbq1VSAtIdyVJsyoZfbZXJrOj2TQrbZzdd1k0xF7Ae9oQVg0x0sTzWTAS0uF9b3Uajb0Z8J5Z+H3mHut3LSQV8LHSt8x0zC12n/Oq5tktiC0HkR+4XQYfUxk2u2xHTf/AOliu2K3BDiXD1a2opZXNYNpWHy379F1AxDDsfqy3EoX0GKsYA2rgFsw5EfmC2PDbo5cRihna18Ug8NzXagg2GvzW2r+CW/ZTPhcfiwML2upC65Dr2JYTtbYjsFcTKyXlmYFxRXYSyKm4ifG+llOWmxOE3jkPR/5D66Lv43tlY17HBzTzBXiFDVVeHU8sUrTJTPGWWKdlw4E6te3rppZdNhHEAwcOqKOYS4THY1NE7WWkGwew/iYq5ZY/j0tFZpaqCspo6mnkbJDK0PY9puHNKvKuQiIgIiICIiAiIgIigIJREQDqSoTmUWgREUEooU7qAiIgIiKwTol1CKCUUJdESiIqgoIuVKgory32hQupvaLwfiMYIL6gU7iN/euvOPaxB4HHVZa1ntY4fL+y9X9qH3buHKhoGePFobE8gTY/ovKfazL4vHteGkHw8rLDlYKOkcEdLBVkmx9FMoIkIOhuqHHQoN1wlxTLw1iDs+aSgnI8dg3aR+MDr26L1uDEqatpmz0k7JoSNHMNxbp2XgdrhZdDV1NE8vpaiWBx1Jjdlv69VnLDbeHk9XuLpnHZUeI61wSV5I3jTiCI5RXNcBzdC0n52XdcI4vV4zgU9RWyh9THUOYXNaG+WwI0HxXLLD1m674+X2uo3rnOINzZYs9XTwC8szQeg1KwqlskjjeR1ul1hGjzOAsXE7Ac1z9/wAdfX9V1XEDh5aSntf8cn9FgwUOLcQVPh5pJG31GzG+oXVYZwi6VzZaoeHHv4Y94+vRdnQ4fDSxNjiiaxg5ALrjhb24+TyTHpoMB4MocNLZZGCeobs97bhp7Dkusjhyi5urkcQACv5AvRMZHmyytqyY9FYlb5bLNLdFjzAWWmWoqIyW6D1XnfFdLle828rtV6bKNCOS4ziuidLQyPZHctBOnNaI8XeLSuHQqxK0+KVl1VhVSi1jfNZY9QPMDZcqq2y9/kVtIrOhaQN1q2HUgc9ltKY/cN7E2UIxKkZZc1tAbq6Tdh0OoSrbcu1RhzQtPXRFsWInAPbr1WUx2V9+uqwxdr2myyn3aL9kWNgxviNMd/N+E91dpagxyAO0/ZWYHFwDwbO94eqv1UWbw5Wj3t9Oalbldtw1iTG10DZHWLXt+V17ThDmuoI5GO98uce93HdfNmGVL2Sht7SN90r2/g3GRPQ+E8AEeZzdfiQf16LOPFPJ/aNzjvDNHjUZlMbRUgXDm6Zux6heduw+fDa4RVbfs1TGLwStv5tdtd721HNevxPa9rSLEclquIcCp8aofDeckzDeKbmx3I+i3Y5zJzHAde6jqZsHfZtK+89K2/8ACJN3xjtc3C9AHMLyF001DXtfUf8AT1lPMGStaNAd7jsb3+i9XoqplXRxTsdma9twVJTOTuMhFF0VYSii6lARFCCbqERAuiIgIiIHMoUO5RaBERSgiIoJREQEREBBuiIClQpQEUIglQpCgkWKI889rmdmD4VM2wLMQY435WF14jxnWtxHi3Eqxhu2WYkE+lv2Xt3tbexvDUB5ipBGu2hXz3UP8SZz+Zde5R1+LEt3PzW37LHfsVn1MjnR08dwWxQ5QQNdTfXvcrXvta1kSqbbeiuR7FUgDK3Xqq2izSiLTh94u+9m7iYcWgv5WmJ1u9iCfouD1dI0NBc4mwa0XJPIAL2n2bcC12EU8+IYu0ROq2MDKMjzNaNQXnkdfd5c1Msfaabwy9btlUuB1Vc4lrQyPm937Dmulw/BaahGaOPNJzkdv/ZbgRBoDQAGjayrEWiYeKYrn5ssmOyGyyGtsBorjWWVxrNV0k04qWtuq8o6KoNstfjeOYfw9hxrcRm8KPZjQLvkd0a3mVrSsx5YyNznua1oFy5xsAOpK4HiD2m4Jhj/AAKMPxOdps7wHBsY/wCZ0PoLrz/i3jjEuKnmJwNLhzT5KRrr5u8hHvemwXLZNuVuSDr8X9p+NVrw3D2Q4dEBrlHivd/ycLfILk6vGMVrXudU4nWSk7h0xt6WGislpB0VpwKgxy6zrkk9VEjrttrobKXg2Nlac7zb8lmgCBsFnUZJhIvrmB9LrAG1/mr9I853AnkCPgsrGXMCXuHUKmnu+Ajo8K9a+vJW4P8AuW5FGmJICHO02KyC4PhBOvdUSi0zgdAT9FNObDKdrojNpHZrs52BC2cdp6N4PvMGcLSR5oZmvGrQOqzo6kskYb+UH5g7qV0xXQ4tc17bNk3BXqns7xWOqf8AYnHLK65Y7mHDv0O1v6LyyeMMla0EZXbHqttgtZPhdZFXQA2jcM4HOyy1ZuPoaGWWmdZzC5moIA8w72/X5rZxPZJHnABa4eoK1WGYjBjFDHVRPDiQM4vYtcOXY22V9rX0UzpWE5HavYP/AJAdeo5rp8efTScWYLHVYfUVAa0zshcM7tDYagn9PktXwXxD4DGYdVF7dLtDm2se3ZdliRjdh08pDXM8B977FuUrmKXAYcawWgMpdDWRQDJI3dpFxr1Hbusty7xdq05mggg36KVxtDjdRgdYzDcVYWvP8OQe7IO3fsuvjlZKwPjcHNOtxqqzZpWiIjIiIgIiICIiAiIgHmoUncqFoSiIoCIigkKERUSiIoCIiAiIgIiIF7K25wbc81Wtbi+KQYXh81VO8NZGD8bKjy32xYzGYqPC2Pa6UEzPy8tLC/qV43URugkfFILPboR0K3fEOJSYrjs9bLmJlkzNBGw5NWrp2Prq57gBLKTZjTvI9xsAPn9FHT5piSXN/ksZ9s3qs2og8Golgu12RxaS3a4WFJqbKpVTo7MjP5m3VRGVhVWRwbGHfl0WbgmDzcQ8Q0ODw3DqqUMc4fhYNXu+DQVUekeyHgxkzRxTiEOZgJbQMcNNNHSkfMN+JXr5ZfUm56lKSkp6CjgpKWMRU8EbY4mD8LQLAK5bRbkZ2t5ApDdFVZENpsjRqpXIcZ8c03DUT6Ok8OoxZw0jvdsII95/7DcokZvFfF9DwtRB8tpq2Rt4KUGxd/M4/hb3+S8KxrGsQx/EXVuIzeJKRlY0aMjb0aOX781YrKupxGtlrKyofNUynM+R51PbtboNlYsbrWlW8qgtV8RucLWPwQwSE6ZW+puU0MYt9Vaew2usp9I9xsZHfAK0aC40leCO6yrDe366LFeCHDlyWwfSTNvllJPQhYU0crCTIzb8QWbBaG9lcj+7e13TRWgDmPQ81WCQ7qsjasJcB0IurZPgySD81lEDgWtHYFJgM7id+qja3MS9ma3LRUMN/MNDsVJN2kHporbXZX272RGXcEAFXTqwgc1jjnbkshhzRHqFK3Gdn8SmgfbVrtSOYGi3WGuZHMGy3dE8tJ7BaWjJFO258oeRt12W9wiN3iuZlLmt5DfZYdp09TpJncOinxGFodhdVla9lgPDJ0ALul9u+i7qnljqYGyxOzNcLjqP6LieE6uGsw6TDquPxabKAWTC4c13P0uFn4bJLw1jLMHqnvkpKol1JUO1138N38wHzFj1XSdPPlOW4xAthwzEIHuOR0L3MH/HUJh4FPHTA6FzGEjuRY/UKcfZmwWqkFrticQR/nS6uzSNjghkbbKR5e2gI/Qox8V4phFJjFGaasizsvma4aOYeoPIrlaWrxPhiuNPWxGaiebxztOjz0H5Xfy7Hku5abtBHNWaukgrKd8FREyWN4yuY/Y80sJlopaqKshEsDw9h6K8NQuRNNWcN1gkicZMPdc+I46xH8ruvQH5rqKWqZVwCVl/NrY8uyFi+iIiCIiAiIgIouiCTuVCc0WgUjZQilEoiKQEREoKVCboJ5oiICIiAiIUA7Lz32oMqHUGGwwuLRUVrYiXDy5nCzb/ABXoBXMccTMkwRuGGJskmISCBpI/hNtcyf8AEaqrHzjj9O+gr30UlvEpyY3uab5iDusXC5XU1W2ZjCZWtPh2NrPOgPwuuhrOF6iXDK3HYJWT4bFN4DXuJD733I/zdaOnZGGyuLwxzBo08z/ZRtiGKR7Z5ACRE3M8/GywnDW9rrOlcfsr8r7NfIGlg5gC91itFxa6qVWSGtF9crfmvVPYlgHiT1/Ec2U5L0lN1B0Mjv0b815W2Catq4KOmbnnnkbExnVxNgPRfSvBtHR4JwzTYZTztfFQZopZjYBz75nO9CSfgtSXbFdIRYkWVNj0Wvo+JMGxHE3YbR4jFPVBhlyR6gtBsbHY2uFtcpW2VrLfkmRXg3quC4647GFNkwrCZA6vc2007TcQA/hH8/6JJsU8ccdMwLPhuFubJiZFpJN203r1f0HLmvG5nvmldLJI6SR5u97zcuPMlXA10ji5xOpJcd7k9VVkYzXddJNG1lsBeb2srzYWM3FypMl+ygyXCul2q0slh0VOYKQQToFlTKCoMbTyVQ16Kq2m6aGO6LorEtLdtt+y2Frqm1imhzFZRGFxc1pDTuLbKwzzaHl2XWSQMlaQ4LQ1tA+lla4fwzfXkuWWOl2ogjLnW56D6K44ggscLFUQOyvbf8wH0V+Vl2B9lhqMdrC0O6WVl7XC/S91WHEOylVvByZiAdOaiqodQAdlmQxeYXWJAczdABbdbOG12k9lKsZNJHcvjJALtBfqFt+Has02KQPkJDmSAG45Db+i1JtGW66lxstjQn/rYph7zHhx721+qxY7Y16tJQnh2ppa+KLNQvaI5Y73EZdqR/tdfTodNl1Fdh0HEGCPpXyuYbB0U7RdzDu147jb5hRRU8OJYMIKhmeGWNzCDva9/otPwvXVVFLPhuIWM9G8xgg3zs3B9bEO+a3HC9s7Ca19fhFbh9a0Nq6cGGZve2/odx6rOt/+Pxvc0tEQ1B5ZSR+i1uMtOFYr/q0LG+AYQ2qI2Md7XtzIvf0W3pGNqMIc0uD2SNfYg7gk2PysqzWxpzemiP8AIP0VxYmFyCTDac66MA1WWjK3JEyWN0b2hzXAtII3B3XMHxeF8TjzOLsJnORpOpiPQn02PMCy6srGraSGvo5aSoYHRStynqOhHcIsX2kEAg3BF7hStNw9VTFlThtVf7TQvEZJ/Gwi7HfEXW5RKlFCIJRQlkBEsiCL6qU5lFoERFAClQiaEoiKAiIgXUqEQSouilAREQLLz/2nVMlDh8VbCSJIw+Np6ZmkL0Beee17XhVsYPnfO3Krtce3OcTROwv2TYZSsD888jJpyALuLiTr9PkvJAQyF7iDq5x1XtvGEAqvZbDOCQITTub6NsD+pXilYwMJgFrNOwUtdIxIYZZ3COGN8kjjbK1tyrjaSdo80TmEfn0t2PdZ3D+IT4XiUdTTkCVgvY7EbEHsf82XZ4rhWGYvPS41DUCKjqJ2trGO3BLgDblmvYEd7jQrv4/FLPauWWV500GD4WcCgh4kral0Lw4ihjjteQ2sXajQWNr9VrMR4onqZHsbK+OEuuWRk77arbccVpr6uhkLBC1tI6FsI2YGTPba3UgC64Z1O8PDWNLy85WgdeiuV9f8mWNmVxvx6x7IaanrOLDWxySySUtM8uBbZrA+zRfqSdvQr3Jz2saXOcNF5f7OsNg4bwBwcW/aZvvqqY6DQaN9Gj9ysLjfjMVNPHSUdUG0sjBJNK02JafdHxGvpbqn+ruprXTP4u9o7nGXDsCkAtdstWPqGfXzfJeXSVLBd2YkuJJceZPNYbqw1ZOQZaWPQAbvPfsFiyvL3b3HbZauUnQzxPmFgLDoqg7W91hQnUeqvglTexfz67pnVi6qB0RF7P2VQcrIcrg1G9lRcBurgI0VgytbzCtum6FNrtm5gqXO52WGJ3W3U+OSFNjNbICEeWSNLHtDgdCFgiY3QynkU4GNVYVIwukp/PHoco3CoY+8IaRZwFrFZ8dUWOACrnpmVTc7LNmHT8XZcssfxuVz9Q3K/MNlca7NFzHJVVEZDHNcDcaeiojvct+K5tKqUuLnNPJbWNpBDR+Gy1kQtM49Wk3W2sS8gaaWUrUV1dw1tjrnJF/osmKZ8L458vkeBmHQ7KzWR54IwQfMdT8FkgtzxwuFwW5XArLpHv8AwjXQYhgVNNC8Pbq025G2yxeJaVlJiVLiMUQ8V7sjj+Ygaf56rz/hXGqnhKWBk4fLh9Q64ewXseh/mH1F16XjM1PiOAQ19JI2aOOWOaNwO4zZT9HH5LUcbNWpmmiqcGge7zxvd4BB/G14Lcvwv9FkcONfBhsdFLI189HeCW38ux+IsfitJg0hqMLka3U07S8Nv+IE/uFtqeRlNxS+MeUV1MyZp/M9hyu+NsvyVZrZULDHEYSfcJt6LMWNLeBxmAJaD5x26rIabtujKUtqii6DT17G0WO0eJeYNkH2Wa21ibscfQ/qtytXj9O+owOsZHYStjL4z0cNQfosyhn+04fTT/8Akia7fbQIrIRERE2UXREEooRA5lFHNLq0SiIgIiKiUUIoJRQpQEREgIiICIigLi/aM0jCqeYhpayXzZhfRdouT9o1M+fgysdGy7o25/gEXHtrX0zR7P8AFcJmaCKeAmMOG7XAPb+tvgvnuod4kksmnmday904nxEs4LoquMG1fRshc7o5o/sV4dWRGGCF+UhsoL23HK5CjcW6W/2plhs22yzqud0dGYYyQ6VwmIB/LozT1v8AROFoIq/H20c0mRs8MjAed7XFu4IusKtmAmcA8aO8NjgNCBpf05r1+LPWHLjljfeVteKJvtMkdcTfxXvP/vDJP/6PyXN08l8QpbbGdg1/3BbBr4KtrGVtbHHDExtgM2uVuUbDoul4c4ENRbiLE5BQYJRvEhIJdJPa2VrbjcnRcrd8O2fN9m/4nrKinwylwyNrmtqR4tS8gi7eUY633d2t1XBYrMZnimiN8xs4ch1K3vEWOPr6iWvewRC3h08N7iJg5evMnmVzFOC4Gd5uXGzfRbs1059rr8sUTYme6wWA/dYxNyqpXalWwsUZEKvqxDsr19VuJVQVQVIKrvkHdaFTRkuTb0CpfIVaLze91QXXU2qpzyfVCfRUXubqbDoFnYBVBQpCip5qbhQliEEggK/HIQdNljqsGysGRWQNqYjKwDxBuPzLQOu2cG+oNyuhgfltzutTiUIhqXEDy7j0K55Y/WpV2ni8Uu19D6raQRNc+R3Vx/RauicWuAJ0cP0W1p3+ZxNrXBC51uM6OjfWPp6eL35HhrbdViTOMFQHuHuPDXehWywao8GvpZWuAfFM1wJ1GhWbxdhbKaodVRxhsVTEXDLycNDp6rNbldrwTFS4tg02H1cbJG58ha/ZwI0+oVuUYpwO2aKWKSqweQOFxq7U636O6OGhA1sVzHB2NOoK1kubyEWdrtpcH5j6r2gmDFsIIeA+OeIk31tcLUYz4u3M8EzRT4HmJa4l0sDnM0Dw5uYX+q3PhulpOHq3L95G9jSejXsLXD5gLyzDpcT4TfUz08c0uHxT5Zm5dG2vr9bL1CjxGkxDhSGella9rI2PBB93KR8lWLOHSNOZgNt1bDTA45dYidubf7KuOxaQBYBxA+aqt1RlIcHDRFa8IsdmYbdRyVYd1CIhzbhw6iywsGIGHNj/APHI+P8A9riFn3WJQs8Px2gWBmcR8UGYiIgIiIJsiXRBSdyoUncqEEgqVARUSiBEBERAUqFN1QRAUUBERAREQFh4rSitwqspTr40L2fMLMUEXvp2UHj0oNf7K2wZSZ6Kosxo52P9LrzziOlZHwpw7UtcC50Msen8sjt++q9UwWNklfXYQbBsb5pCR/KTY/JwXl2L09VU4TR0MbG5W1kkUGY294hxueQGuvZV03pz2EQySVc1QGF0VJA+d5H4co0+tliSEPkOe3l+Xdd0yrwnA8JOHUNqioMeaeqfD5KiQbs1N/DIuNuhWlwbhluL4gaana90s0rIaWJ7tGk3c5zzzDWjdd/TKYzhzvr3Kv8AAfCVRxhjgzNLMNpiH1M7ha3Ro5Zjb4bldZxlxHHjFVFheGnJhFD5Yw06SuGmb0HL4nmtpxVX0XB2ARcIYE7K4szVkwsHuzbk2/E7c9BYLzasnFLRHk9/lFtLDn6LWGOv7VjbBr5RXVgjZpEz9BuolIaABaw5BUwMMUOdw+8fr/ZWpXrFu24tPdco3ZUA3VYWRlRCwCuKiPRqqBuQFuJVxpDW358lbc+6POumytqWiTqoCkbqQFFOSlTZEBSN1HNAgqRBsquaKhVgKnmqx2QVsOgVGIxiWnY+17eVTewUyOL6R7ee4Uy6GtgeWsaNjvfotlG7yg33GX+i1j/LI3XTdZVLJcmNx0I0K411xrdYbNI2rjLXWeHAg25r0Nvg8Q8M1EBa5tVSh5yu3zbgfr8CvLIpjE9r26OY69102GY5LS1f2qMAC4L2XvnHMeqjbW0kgop7G/hnykHbXVes8C4y6ppJ8KncDOyMyR5dM8d+XcH6Ly+thhfWSiAfcvcXM/2n+i2OCYhVYfVMqqcn7RQjxMtic8f4h8roZTcei13h+Hj9KxgeXtaQ0G4dnO/+dFr8XwiXg6Krr8Pu/B6l338AH8Am1iP5SflcLPrZ4f8A1JQfZyfAxWOMxvAuLB9yD/nNdDKz7XwvPTygXfG6N19jrbZacrW1w+shrqRs8DmuY/Vpabg6LKuuCwyU8F49Fgc7ycKrnF2HSu1MZHvQk9twehXeDVGLFV1FgilEU2F1bhbl8Tu9xV1W2C2b/cUF0IoBUXQVIqdUQTdFI2RBSd0Q7ogIiK6E3UqlVBAREQEREEpdQiCUUIqJRLpdAVLnW+am6odqVB5xhOWl9peLwGwJOUD/AHtuP0Xn2N1BMngOALo5JL8tSSNPhYL0TiOGopeN6mtpQA6bD2FshsGxva/3nH0XLQYHg0kk8tRUy1rm3c+Vx8ONovq4kakX2HNer+NMZfbJny23jFyGG4RU4rWeHCABvJI42bG3mSeQC9Cwmqwfg3hOTHKeDxaudzqeiklHmqLbvA/Cy+vcDuFylZicOLk4VhBbR4SCDUTMblu0aFxPMnkOq1GNYt/qda3w2GKjp2CCkgv/AAoW6NHrbUnmSu3ly9uHHDD17Y8k81dVS1M8hkmleXyPdu5x1JK1NQ8VuIkD+DH/AJ9Vm1Mn2Whe+/nf5WhYUEXgUwufO/Un9Fxy/HWT6iV1yVgyuubLIldvqsMm7r9FwyvLelbVcZqQrTVei3SDIGiuM8oPcK0BmIBVwldEQ7U3VGU3Vd9E5qKgNtdV8tFTdTyQSoO6AFNVFCgQFERVcKpW0airm5vspYbKAbqoABBJ2RpGt9rKHmwASM3PwUGBpJE482n6KGvLS0j5pC6zi4ciQqgwWLRy29FysdJWWHB7Q++jtHdiugwajhr6JzYHltbDdz2OOkjBuQeRC5eF5a0g6jYhZuHV82G18NTEbSRu5bEcxbpa6w6Ruho7ICRc5gCdR1CzBPJTSx1tPfMwhzmjXM22oUYhLBXUdNXQFnifw52NGx5G3Qj6q1RTH7sE2DiRfqpWpy67D8Ra3DhDTOdJ/pc7MQoiXauhd7zB1sV6XTyRT00gafu5S2Zo7OIJ+oXjlBU/YHwOaxgEDi67vdfE734/gdfReg0krsJkpYHyuNA+Vj6aVwvZh1MZ7jcdQujllOG+4r4fHEfDk1G13hVbA2alnG8czdWkH6ehU8IY0cd4bpaqQZahrfDnb+WRujh8wtxDKHMB2dufVchwzfD+POKMJ1Mbnx10QI90SjW3YOafmjnPx2l1IUIjMSqQqlCAiIglQiIJGyKLogHcoh3KhBKKFKoKWqFIQFKpUjdBKJzRAREVBERAREQUu3VL3sY0ue4BrRcqs7rRcSYFU8QUgomYpLRU0gLZxDGM72m2gdy5jnukHlPGfG8eK4y6GlHiwteI42N/7juRcenT5qxw5hGPcZBlPPE2jwilmDql7mk+PI38Fj71umwv10Xe0fA2G4bxDDDhuHNjoRQvZPM92Zznl4y6n8VgdQsvjPH6fhDhgtowyOpkaYaVgFsp5vt+Ub+q9H/rueuLMxku3lfG9XT0tfJg9AWmOAgTlgtmeBbLpuALBctE0ueNVbJc95JJc4m5J3KvPkbS0r5jqQNPVbn/AFLdsWqd9rxFsQH3cIu4d1RO/M6+2uymnZ4NKXPP3kpzHsrEj73XK1qMeUqxzVcjrk2VtclVDmsiLZYzVlR7ALUgvtGl1BN1JKi62kL2U3UWVQ2UUspCbaqbq0QFClFkQpGyhEVJS9uii5QIKwVcGourPNXo9A70QWnuKqjOvwVrNqqmE6nsoMGMkPdrzKviWzhtoVj2IcdLAnS6nUkBcq3F8ERyZjcNO/ZXZIiRdpu3kQoDQWX5AalQyX7OTG5pLTrprp1Czptfo6x0JMMh8rtiFvIrviJY6/nB9L7/ALLStgjq4y5pBPX+qv0NVJh8pgmJ8Miwcdx37hRqXTu6SmmrsKLI2xvqqeXxadjxZsrbeZt+4vcct9tV0/CVRFimH/YJ3CalY8CEuNnFh92/QjbsQuWwTEnUtRP5XyUhha57WO8wI/E3uOqmlxL/AEPidtc1gZBUODpQ33SDzA+R7G6sqZTb1/Do56IimncXhosx7vxDv35fJaGk09r+I2I82E099ddHu/quric2eBsgINwCCOV1xlC23tpxAlpAODx3P82dacZ27zmiIjIiIgIiICIiAiIgkg9FGU9ERGU5SmU9ERGjKUynoiKhld0U5SERAseimx6IiQRld0+qWKIgmx5BLHoiIFj0QtKIggtKpLSNURWChw0LuVtfQL5u4z4ik4m4inrNRTxnwadjvwsB59ybkoi7YTustLEy57clYrf+oq4qMaNHnceqIt5cSEnKmZ+YlYch0KIueTUYrtCqURcxLNXBZkQ1v0RFudi4psiLSJtqp5lEQQdlKIigREWQKIiKpdopuiIhe6vsP3bz2RFFYnNXWe6fREQY+W97nmokblyW/EbIi5Xttmwuyhj+T9LKmppvDeWtOhJcy/4eo9ERRuMeMGbzxHw5m722KpNTLKSxwDnA21RE0lbbBMTqKKSNr3FrXOsx4Nyw9V32NUjanBTiDWCOWmI+0RM927gCHNv+F29uRRFGpeNvQfZ/ijsR4Zjjkdnlpj4OYjduhH0KxoBIz2x1ZcBkdg0YFuRD9f1RFZdxyy4yruAChaQURVgylMp6IiBYpld0REDK7ooynoiIFiiIg//Z"/>
          <p:cNvSpPr>
            <a:spLocks noChangeAspect="1" noChangeArrowheads="1"/>
          </p:cNvSpPr>
          <p:nvPr/>
        </p:nvSpPr>
        <p:spPr bwMode="auto">
          <a:xfrm>
            <a:off x="460375" y="1603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56" name="Picture 8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3346" y="4427984"/>
            <a:ext cx="1776836" cy="1164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35088" y="442798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博士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杨超越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2058" name="Picture 10" descr="https://gimg2.baidu.com/image_search/src=http%3A%2F%2F5b0988e595225.cdn.sohucs.com%2Fimages%2F20171204%2Ff0eb0fee70dd40d6a8eef92df5712d38.jpeg&amp;refer=http%3A%2F%2F5b0988e595225.cdn.sohucs.com&amp;app=2002&amp;size=f9999,10000&amp;q=a80&amp;n=0&amp;g=0n&amp;fmt=jpeg?sec=1619749577&amp;t=bde764cd791c901d31c28475c5a116e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9246" y="5868144"/>
            <a:ext cx="1780935" cy="1203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矩形 14"/>
          <p:cNvSpPr/>
          <p:nvPr/>
        </p:nvSpPr>
        <p:spPr>
          <a:xfrm>
            <a:off x="613106" y="586814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林小翠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徐静蕾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6" name="矩形 15"/>
          <p:cNvSpPr/>
          <p:nvPr/>
        </p:nvSpPr>
        <p:spPr>
          <a:xfrm>
            <a:off x="635088" y="7308304"/>
            <a:ext cx="1778218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龙天豪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王志文饰演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" name="AutoShape 12" descr="data:image/jpeg;base64,/9j/4AAQSkZJRgABAQEASABIAAD/2wBDAAgGBgcGBQgHBwcJCQgKDBQNDAsLDBkSEw8UHRofHh0aHBwgJC4nICIsIxwcKDcpLDAxNDQ0Hyc5PTgyPC4zNDL/2wBDAQkJCQwLDBgNDRgyIRwhMjIyMjIyMjIyMjIyMjIyMjIyMjIyMjIyMjIyMjIyMjIyMjIyMjIyMjIyMjIyMjIyMjL/wAARCAFNAfQDAREAAhEBAxEB/8QAHAAAAQUBAQEAAAAAAAAAAAAABAECAwUGAAcI/8QAQBAAAQMCBAQEAwYFAwQBBQAAAQACAwQRBRIhMQZBUWETInGBFDKRByNCUqGxFTNiwdEkQ3KC4fDxFjRTY3Oi/8QAGgEAAwEBAQEAAAAAAAAAAAAAAAECAwQFBv/EAC0RAQEAAgICAgIDAAEDBAMAAAABAhEDIRIxBEETUSIyYXEUQqEFIzNSgbHR/9oADAMBAAIRAxEAPwC8bWAndeg5BLKtpG+qmxWKF1QMx1UtoQTAndMVKJAeaDhbg7JHoiBpJAfMmzyFn5UIQlUNLDDo9idys86248ftctBLbLN0R1rcynoOzO5FK4hMwnmloHEjmrkZ2GOcAn4l4mZwTulYm4nAhTUWaEw8lNSJSM8fKgAqrZOBXkKknMHmCAs4RspNM/ZI1fL86qFTW7p0hUewU03SRB2qFTpX10r4YnFoubJxrK8wx6qq6mrdna+w2G6e9q2z0rpMtvDdnJsCdAltNoGaSZj8rm2N7anZGy2GfFVv1YzMDtYpbGy/wzEzOIjGGkgEEvAbr3RotxAaCujleCwWbu8OBH1S0PJPDSvLMz3E9mlEheQWrgfG/L5h2O6FSoWxEC+6048tXackzIyR/wB114c+NuqyuFMkDmHQWXo8UxyjHLZmd1t1pMMfpJAtNaTpxSsMwpaPZpS0NlYPMs850cRStBebryef+zowmoCqmBrVjnj0rG9t39mlmwvPdTxFm9QsXNAC0qBdPdrQg4PiOqk04CRwyr0p3eicFeD8duz40AOhWXJe18foBhzSGBKKpmJ7HojIopLbkqFyCoQfDRIX2Hk/mFKhv4caadC79V3SuXQ6LFxa+ZGxIcMVBefMp22iZmIA809gXFWZraoODoXukIyi6SosI6KV42Rs/CiocLfm1Rsrx2izh5DEeRfiRsw857k3CLkJxdrOngDGjRR7bSaTveG+UbpyG5rS7UpptSZQEFtxcGhGhsJNUhgJJVzEthjWB2xVeJ7cKgddUXEJ4qnMVncU5RaU5uAs6x0K5KBo4EWQfjQlSQRuqg8aCITLRzBqEbJYRDQKaEr9kjV8usiqEWOMk7aIOQW1oa1C5iidNZ1ijS/GAa6enDXNmfYAXNhcoTtg8brppZ2U2HUokDhzYbH1PZF2mVk6ilrow+SpcImg3JOzfS++ynWlbZ+qraaIvY+d73uN81gLqTBx4oWkNjkOQG9idu6AlGMNIIzz7a5srvonsk7MbpoiGhrw0m7jawITl0WmjwjFMMczxXxREX3Lcrm+2xCuWFYnxPDaDE3malaIgdQ+Nwy36EbpWbG9KCTCZomOc5hLG6FzRoo1Yr2bBA1zjYEgbkIlGmp4W4Fg4kNRUV1UaWigF3PFgSfU7C25XTPl3jxZXjmVUONf/HKKSSHCopq5jHlhnDrNce19/VVf/U8/1s58bc7rPPe2V/3dLNE3nnXRxf8AqO7/ACmkZfHs9Uwiy9LHOZzeLG42dUhVFo02KBosdsxWXJ6PGIZfmK8jmv8AN04ToJWHyIzn8Rj7bH7OJDmMY2vcrDjGb1+mjzWuFpUwW6HKdNkthLT66JHBTeSQQ15tTOPZOHXgXGb82PEdFhyXtph6RYd8g9EQVBinNPI4pbXULGw/y/ZOJsCSfzClsGw4m4C+YrWZI8RceLuH4yq8y8RMWKnfMjyPWljBit7eZVKS7wytZNI1rn2HPVVO1Yt3hklOWDKQixvMV9BNGLBLShrJYwNLIJzp2X7I0WjGysPy2RoOdNYWuiQbOi8wzHUoqbU/itiGqIlC+p7q5AiE+b8WqfiQaqGZp1VyBn6l80Li4C/otZGdysOpK6SZ2UghK4njntdQskdYtWeUjSdrmllLGAOWGWNV+LZajEmxjdTOK1phwbV8mOhi0nA2/BiGdjgfuVU4B+DE+PE2SG11N46nL48g+Coa9wsQs7jY5c+PS2i5KKxsSu1CRAnWEmqqLmKRrmgXTXMXOnZlPmGiejVBq5qrO+la3KdGGTY97cwi6Rcv0rjQOgL6rEcRd4V7vfIQLjoLfokj2xuOcVU3iSUlDVspaZoDbR2zHoXO5I6Hp5jj2LunqXsZM+UA5c5cSD6dfXdZ5LimdObWuL/0lKG6KrdmyEAg7X6oCRk4Bs5vp2RaE5qWA5WusCNRZGwJo5zC4OaW25xnYjqO6qUrFjT1DWSulp3mN+5N9x09U4XpqeHMTpa4y0VVNMXTARlxP4Nzf3VTVTdxd4twxBSUjTRRTOu+1zrmPr0SvHNdDyYPiypxClIwpkz44DYyRsfoT0Nt1nliqftmqevqsMLoGgSAkOs4XU2SLloiorMSxky1LZBE1lgY2aCycx2W9Jw0xU0Ejj/NbfXqu74PPcMvG3qs+XHc2saPBcTxCIS0tDNJDexlDbM+q9bLlwxut9uXQatoqihmMVQzK/pdPHPHLqUtX2Hj3KXL6VPaOUeYrxuTvN0T0CrflV8n9Rj7bb7NIr5nW5rn4/Yzex0zbAaK6mDXNzR90ggj8r/RMC26pUw+Im1K70RDfP3Fjs3EMg6LDP21w9JaD+WNE4KDxQ7oyEVHI22ULHwC8W3JVJ0mgpR94VFCjBsmR/iHqjdBzZnN2T2BUdY5trlPyC5wzEssgGbW61xpN5huKEtac23RbtJk0NNjIyl2YG3JOTarktYMbY6PdLSfJMMQEuxRo9p45yRoQEhtE6tHihoNzzS0W1tTTARqdEFqq1rX23K1xxK0L8WCCSVcxTtCa4A6KtF5JmVRc3VGlIJss3KyqM7EdNQnxhkad+SLSk7aukpC2MXGqwyrfEtSAxptonj22xyUNW8lxstpptMlXLFIbuBVbVMkHhkO1P6JXLS5sRBG/NzAWfkWdWtHHK2RpBJF1nnlLGOWU121dNfI1ctcOXsQ/QJJikr6nw3EA2KqNsYFirS7c3VKUvFOKyw0kNHTnLNVvEeYuy5W8zdFRndQBUcSswGBsLiJpQ2wEZzEDrpt7orKPKuJOMsRxhzvHLmxZrtDTYAchZZ2qk/bIS1b5HG2x37qLVaiK5A/eyQcGnNp1RsCGRBz+hsjZyJI4y++oDm6AdUqejyxr7b3AsnsaSNa4iwcffZOUrDpKiWF4BJbpYg7X9U9kjhxWohqGSxvLXsIIKJkVjYScd1L4oyZ5I3bksNwSR0PJa+fTPxV9bisFbV0s88cYlGXxC0WB7lTlZV4zRmHwxT8SzZm3jDC5oAvuo91Qagid4uI5GaAnToifZVV1WIPjFMwtaRCbgHnrsUt6p9PSsR+2aXEOGosIwnChQTBgY6YOBDAPyDkpueUu9jHDfVZfAoYMRgrX1kz5Koi7HPcSVt8XLwz2OWSzUACzHkO0svd5Mt47ceMMebi4a4jsF5Gdnk3ivrT5dd1pyX+JY+20+zirZACxx1vdc3Geft63T4jEWg5gtdJHtr48m4S0DIpg+S42QB8ewSphsUNqR/oiG+e+I3Z+IZz3Cwy9tcZ0MoW/dD0RBVfiltbIyEVIG6lcWsDfueeyqek32AlH3rvVRQz10yddALdAcHaoCeGUxvDgdlUoX1JjMrGtaHWWszoXVFi7mn591czpLykxEvN8wF+6fka6pK1xkAB8qqU9tNBIJKYEHWyKcVU5khqcwJtdIqvKSaZ8IIDrEbpwbDztd4hzXWuLKonE2WgJEzM+52RUy9rmkgjcAs63lmlnFh0TrEtBU2jqrCGiiiF2saPZZ3MeIh2Vjd9VM3TVlWcwK2nSsap5YiSn5NpUfgEi1keZ+UhWURJ+VRcj/IKjoALaKbkyy5B0MIYRYWWdrnyz2totAFG2Z8h0SDMYs1/i5hsqjbDJWwT/eWOipoouJK2NmLwtaGPe1lttRbXTp6pb7YZ1g+IeIKOAPp2zRyPsXlkejATyGl3eqnLIpi8+lqTK8kNDR0CytW6OMkm+n90tnJtP4FgBzOqXkvwTxU9nEEbpbOYVM2mIIJGnVTtp4HtgLC9+W99AehT2nxd4Lswe3knKLi4Zmh1m6EWKe0XHo2QNkYb6EbtP7q5WarlBDri1wkERk31PeyewJpJsp11b0S2Gp4bkYcXGUbxon9j+g4mfTDEwPxPsiX2NM7iI/1AFtQAikuMIw2P4KSed+Ty+XuiTfdVuxWxYlNR1P3Bvld9QiXXovbXYPjWB0kLqiuoH1NS7ZhGgK678y+Hix/Fuoq7jyR12wYXSRN5Atuue82d7X+PGKms4jixdrI6mipo37Z4xYp3lzs1R4yVfcJUAdM74aUOI1IBT47LdJ5JrtsZ6PEQ4GJxHVbWVmtMOpq7K3xCUpKTSUNO9mr0U4tW9ElAcZflopPREN89Ys/xMdqD/Wua3tvj6WdF/KHoqiarcU3OqMhFUCs2i4gNqceiuekK2U/eusRukIzhugnIDroBboB10BJG8tIsnsLGmqy0gEq9hf0VXqLHRVjQ1GHTmRzQDzWsEeg4XReJTAh51Cqq0Op8CidPnku7sdlOz0vmUEbIwA0DTklstKfFKMNJc1aY5Jyije03tyW0rKpom2GyC0lZM9kgDSbJ6OL+jqy2PzFZ5RtCz43HG7LmF1HgaaGp8dt73RZoEkbmNiltUdFStduFNotEijZbRoUbZ+VMdTtZyT2VyNLQp2i1zd0kjotgpCSTZAVNZTGW+iqKkrPVFLJRyukyEm3lsqab6ee8SsDXVk8rnPlETn5c2hItoT012RWX28mrJDNMZHObmfqWt/D2WNrSG08QLrnZRV4zdXUNGJGXyrO1044bgtmHF7W2aSRsp8mn41jT4O97sxaLdFNzXOMRHheQFrgLA3FwjzPwN/hp8xDRruEeZeBjcIc4XAt1T8k3A12DPYxwDb330T80XDSuqsMkLQ5rT0NxqrlY5YKCtgdCS0307K5WVgA35bppSxkgAjdAavhGZpxRhdpZtjdG+1RDM4Bte64LTPop+qf2pS11dijWgfO4Cw6J76T9r7HSyGWOlpz5WtAcB1Tv6FNpeHSynbO8AvdqAnIRlTSGJhzD3RcT2pagixAN0uiG4ZQRzRtEjCXyGzVnlu1rhMdbrUcLQVOB8V0rKhpYyUlliN2lXhvHKWo5JLHtDadjrXAXZa5tCo4WM2CWzTN0KAmakFTxA8toJP8AiUzfPlWS7F5z/wDkK5fttJ0uaUWhHorhWKrE+YSyOKsXus9rXEQPw49FpPSFXLfxXeqi0M+T9EyddAcUAqAXZAOB5oCRjrHQoC1w+ps8AnRXKGswfERFUxgm4utsclR6nh+JMigjcD5XBXVLumxaNzx3U2BcR1fiMukQSrtK0i26cKqSeAMctcazsRBtlcqdIy4NdcqjkQ1uNMpYHeax5aovprLFBQ4lJW4hdztL9Usbul9t9Q1DGwtF0sosUJvEfYLKgZG43WdK9j2ahQyqGYAXKNotClBEbugDodQEjE5LjVCpEboh0TaaUuPMiiw2V73eG22rhyTLL0+f+McRimpfCppnmK5u151d7eqWdZ4+2C+Y29LLJoucMo87gLD6LLOuniwtaSKkygAOA05BY3J244aWdPCAMoss7WkxWEDGtZyICndPSY2dvqgWGZBfYJlpNFC0u0AT2VgsUrHM8zL30VxjkqK/Dnlrsl4wAtJWeWPTzzFo3RSyNde5NjdaxyckUJbZ5HNUzc1xABOyAs8NndBNnY43ASyVj7NdVOfC5oOrnFxSPZ2Ey+HX+N+UXCKJ7WeFMOJY2ZJXjIDmN08e7ssrtuPi4KWGSd0HiwwjzOGwK1iKwuNYs7EpyWs8GAHRo3KjfkJNDsC4bhx1vgQ3bK4Zg5yiS2tdyYqqtdX4HXGlL25qd5AcNVdmmaWfH6+uxKlq6mfM6FzS1wFrWKkV7/h2LUddBE+GpjeXtBsHC+y69yzbKyxbjYISVp1QaZpSCl4jNsPl/wCJT+jfP8muIyn+sn9Vy/bf6XtPpEFcSqMS3SyOKxupCzql5G3/AE/stJ6RVQ9t5HeqjZs5dMnc0B19UEVBuuUAoKAeCEBLG8tde6cC5w+qyTNN9irxoet4LNFU0UbmuBaRb0W967XLteRRgEEOS2bQUb3eGADyStLSch1iNyggNWwlt7FVvRVXOdlFkpzT7pzC1XVzpchyFV/1GE+1fgyY7EIq2eUjWyj88y9JvFlimwugq4ZA/Va4WztPpsKKoqTZm3crS09tHRHyDNvbVZULBswuACop7WML7hZ1nXS6gpIoRwsmR0TMzgg5FjE0AI00kPc8NCNGhMwVaNmuNZIxgEvjOIjJGa26NJy9PmfiGpE2IyeGzw4A4+G3t1vzJ5rLK9iTUVlNGZJgOSi3pWM3dNlhlMI2NAG4XPl29Lix1FwGt20us9N9iIWA36paOUYLBuQD6FTobI8Fv4iVWhspuOoRotp4eQunpNqwjNgNU9M6kdF4wIIBuDZXizrzjiWiy1D7WI/daxhyTpiZoiHm3I81bmqI6g22KCGUY+8JzfhSq8O6aS1sZFtSUuxU1Ez7uU7aJWqx9DaEfDU/iB3mKBJNbHUc1ZWtdC6Rzae9ywbO9Vptn7B4hThpygXPIAJhYYfj1RhMMbfAdHMBZr280t6AH4KoxOskqq6Tww85iBq4pAmIGkjdDBT0sjG85Hi1/RF9Hj7ETU1XTmCqoXTRxgizwSACssd2brbOYy9PeOFsRfifDtJUyOBlLMr/AFGhXZhdxx5TVXLd1ZJW7pBRcTuth0v/ABKPpUeBMGaskP8AWVyxt9L+HSL2WkSp8R3SpxWs1cPVZ1TQxtvTD0Wn0hRyaSu15rOmzaoiIDkAt0B10AqAUIB7TZAF00uV41TlD0LhTEXlrKe+5sFtc9Yrx9t26ofTuDXexSxzmXpfi0OFVzXRC9lRWLLx2l9r6oTpJJD4kZuOSyz5ZIUnamqKUtcdF4HyvmZYZ6xrv4cJYEmiaI7OCwx+XnlXT4xUTeA1+tl6PBzZb7Z8mHQ2jEDhdtrr2uHPcebyY6qxEbGgEBdCBcMwbuVNA6nOZ4cLlRlStXENwxQgrzcJ+I0gcEvEeJzHZU/E5BDZhslpZzjmB1RogrrjmqNnuMab4vh6oZa5AzDWyWuk5PmrHSX1rr6uJPm5HpYcgscix9GYTCZakDossvTfim8m1posjeawr0ZBYB0F/eymqF07HD8V/UI0NiLOvqB9EeI2XKbAhPQ2cYiXjVOQrUrAWWFvdPSdpmus4kuNt9kk0YJfEIyHZVEVleLIMsLnhu5urjLP080qY/M833KuOQHYk3O6YEx3jY6x3CWXpWKN9/LY6IhUdTkMoztdxSsVjdQsR8aaOG5ylwueycnZb603BFLTUjYYQA4tuDzK0QANPBVta6Q5aluzBp7lLr7Pt0OG/ETgvvJI06ut5WBLuw7FhjFZR4JHD8JGJp3/AO6/UD2TtmImNrGV9RXSVEc04ztDrtFrBROTy9ncLitq7i98/D8eFwxMa3NdziNW9k99aS9Y+zWx4Op/OHOLnFwB2N1txemeftsWi5WiUoCQZ3is2w2Y/wBJRfSp7eDwa1Tj/UuWe230v4/5S00lS4l8xU5HFdHq9vqo0ppI9KX2Wv0hQytvK71WR6Zm46qkk2QbkB3JAKEAt0AoKAcCgJoj5gUQNvwWPFxOIX0BWfPn44WxrxzdenY+wR00UrORF1x/B5rc7jW+U6E4VI19O3IdV7H0wvte0MJkmzOOo0WHNlcceguyMrLL5r5PzsscvFrjgqqwtBJK87kzufbp45pmsUrGxtOuq7fjcNunTLJN1lZKmSaYhoO697g+Pb9OTl5o0OFRPIBcD1Xs8XFMY4M89tHHBdvNVUnw02aax6rPO6FrQ0tKABosLWexbo8o0RKNoW6uN1t9KlK6MWQoO9pakEfiuaU9A8VfIo8QR1WwN1IR4moeIsQa/B6qKNwDyw20ulcetlXzXiznTV0jnHW/0XPkU9DeHoCZXSW02WObq+Pju7a2BuupWLtENc0HYpUxLH2AIAtuiUaS+KXfhITtLRzQDyS9j0mADfwEhWinA3B/TVAcxwduR9VIo+nb5Lt+quIyqn4pb4mGuc0a81UZZTp5RUNu8j9FpHIEjbcgne+6IBMUZLrHQFv1U1eJjmtDGt5kol0Vi1psDnmw4VX+1fe6jd21mE12igoZ45fGiAkZGbkKpbEXGX00VI6Svjkry6OFkDfK08ytp3N1jekWFGoxbF3RtcGl4vJJ/wDbb27lR/aq9NBjGIU2G0DoKZgZE0Waebz1V5WSdCTbz+pq5KiUPlJNtgVj3Wu5IbV4q+WNkemVmlgETGROWdvS54Vwanx34mWXyBlmhvNOy76PCzTXcKQT8McURU4qj8LUuDDEToSeYVYfxqOTt7CIyDsui1jIkDT0RsaZXjA5cLn/AOBRf605HhdLrOfVc09t2gYLQrRCixK2bdTkcARfzG+qiqaZjbUt+y0+kM9J/Md6rK+z2zPJWlx3QHFAcgOQZUByAeCgHtO2qA2/AtQ2OvDiVzfK7x024Z29SxKRtRh9wQey4/h4Wcm2+XoFQTGlAAOhXvY3pz1sMFrGSMGoJXH8v0Iu5HL435OFvI6cfSoro5Jb5V3/AAvg5ct3V/lmKjlwN9S+8hJHRfT/AB/g4cccvJ8i30Jp+HY2fgXoSY4+nLcrfa0gw1sQ22VXIpRbYcoU2nK5gDKgHqs850q+l5TuBaFz1CaRwARDBhwzmy2noJxqEjRSMunDgN7LXTlMLLYbkKgosRmlykMnYzu4p24z2VrNY1jWHUA/hwilra61p6h0pY2MnkAN7Ljz57MtT06OL41zx8rdPJ8ahaMVkhiGjnWU2sfCzLS3w6EU0IAFiAufK7rv48fGDhUtgjNzrfZLS7lo+PEYnOs5jhbun4F+ZbUxppGDJJlO9iVPgc5ZU7YjnuCMtufVV4n57TiNws2yej2XwS4jzE9jsjSfI11MWXcZWkD+rZLxo/JDG1ETNBIMx2CXiVylWtOA6HM12+1uauM7QuIU7aqidGnCvbyjFKF9LUuBBAcbtutI5M8fGqwty++qfSRDmEuBZs1lys2iAxueGnoLpps6aKixukpYBA8OdAW+ZndXNe03dV+H1TY/ipg4thsbNU9b6VjbA1PVTBjnOccjnEho2JStEjRYFKaCGRzzlMmrinjdH4gMZrnVjrl/3TDoBzKu9o9KpkElTbLy5qfR+x9Lw/NVPZFAA57uScxKi3UuJ8F1TJGua4TakDX6p3HRTLaHEuKKrEK6CtdaKWEAsydQoy3auXTW0f2r41UEB0lFGQ3XM0+Y9Vp537rPx/Sypvtar2ECeOkk0uS1xCX5NHMaCxj7RxitJJC+mY3MCLh90/ydH4fbEwVMEZLgD9VPUPayZi9PkLXBwt2T2StrpopicjwfUovZwLE0+K29t1mrbTN0pPZafSGcfrI71WRs110Vk5AIgneyDKgOQChAKEBIEBc4BWGkrWuvpdZ8mPli0wuq9Ggxrx4xGDoUcHD49ryzWMUgczmuudI20HDkhbPlusubDcONwxuZoK8ifGxy5N2NN3RfADtwvb4eLHCMMsqX4Zo5Lo2zKIbck9pL4XZLZmyRhrSSqgUlXM4S/d/MCizo52s6KvOSz/KbLDLHR3Eldi4gjJDr6JTHsadh9Z8RYjUnot7NRNW18jC55DWjck2ssrZ7DLY39ofDWC545sRjkmbvFD5z6aLP8uP12fjXnOK/bNU1DnR4Vh2QbB8pufoFN56uY1l6ririrFnEvqpI2nkzyhYZc37rbHiyv0rvBr5JWyVddIbOBsZCVneTa/w1dNcZa05/OXvJJOpI9U9vTmpxzQWqw5r8eiyt8gubjXZaY3ceby4ePJEobc6dVjfbo+joacy3LjuU96TMd3sfFQ04GVzQba3S8qq8U0lbQhj88IurlZ5YaGwzDw7O0IKLRJRLp87SR5SDsUHQM9RK9rmNcb9lW4m7BmlmdqZHNvuEvKFOPKk+AtbK9zndSjygvHkssMqqmnk8B4DozyPJOJs0uw9r9Wga7pfZ/TI8XUMcdJ4ltQ7Q2VSo5JuMTTYZLWOJaDk6hFy0z4+Py7aGhwKKTLHPGGAtsXh2qXlt0Tgmtxn8SoX4fWPp9TlNgTzB2Tct66Np6dkTHukAdmb5eynKr45Ow4iORkVreIb2Cr6RrvSdkWerbG0XazcJKG10742Dyltxp3VSFculRHMHPJkaSOQVbjNY0eKQ0z9afMEbh+li7iBkUgdSQuY4bOG4T8tDW1fVVrqtxkmc57+5SuZzCq8QiWXM82HRZ3NePH+x7G0rGWya+iyu28xxiKV7L2Df0TmxfGIiAdMv6Ku0/wAaYYmO2FkbpXDEngPBNnH6o8y/FELmPafmJKfnU3iI2SSN3P2KryT4WD6fGZom5Huu3+oJ+ZeP7N+Jjdrl37qS0zytDkByA5AIgF9kG5BFQZ40QBFO8teCDZHsNbhE50BK2xg222GkuYCdbrbxVK0OHPEFQ1wPqpzw8ocvbZUlYHsC4vx+OTVYxytcuvHJllBLQHK9s6d4SPJJMgRswlacsRsrxJW0tOyUl5P1VZKkFOwyWcjwm2H5jssbnIrYbE48BwKm8bHcShiG4Y91iewG5WGfyIXdYLFvtmoKJppuGsJ8S2jZZ/K31DRqfcrO55X/AATDbAYtxJxTxM4nEMQeyE/7TPIwew/ussspvu7bY8OVVIo6GmF5pc7ugS88q1/HhPZv8Sp4DaCIe6PG0TPGdSI34tUO0DrN7JTj/avyUM+WSQ3c5xv1VzGRncr+2ropHyNp6kj+ZHewFrEaFFjv+Pn5cev0KF2YvSF7s0bmvZbuQnjdXSPlYdTJDE28j7bjSyzqZvQKWulgAjijL3ZvNpoB1sqmkZWzqEwurxWuxT4MT5CXEAiAZbaW1J1532stJjjXNnzcsrRV85wmqET545BoCwHzHvbolY0wzuX9obJUNe4St8u1x6qGs9jJx4dO2UO5e6NnZ2FE8cERkk5C5QSpq+I5aZ8bm0LpI35rODwNt05htnlz+P0sqLE/iIpJDE5gidldezgDa+hCdwsOc+OXS1cIJqQSR5S8C+ZpvmRPRiKScCMaWAGwCUpWKfi4h+FyEbhP7TnNYhOHoKdtJG2U2dlBc0I+1YY6xg6oDRNmc0ZHNc2w5dFNrs4JL7ZXFIXzY4wSZnAMsL9AFtjPTyubLed0GxDDXU8VMBfzMzIzxmi47do5YWDFA1ps2GLMT7J69J3un8P0ktTLLMPlJOZx6KcZunb0CxypNXX5I9Io/KO5VVMmwsdMMlySs7WsxI6DI4peSvD9ntzN1vb3S9qkhpvc63QPRGh+wBT0m5CGQTv2BTmJeQh2F1EbQXW113T8aXkU4dPYFpB90tGa6iqGXLmH2RpUqK0rNwfdLR7RuJI1aiQrkiyA7I0Wy+EOxS0rpAaW5PlQm4qpaucluyDdsgOQTkAmqDKEA4IBwQD2GzgnPYabCnEhui2xFbbD6otja3VdMvRRe0k+YAkFP6NcwV5jALXKLjKe1jT40Q4AlH44VzrQUWINlaDcfVKzRb2P+KYBup0aM1Q35I9DSN9HU14AY3K0/id/hT+WY+iVeJ8TcM8GxObiOIMlqwP5EfnkP/SNB7rHPmuXo9V5fxD9suOYw91NgMHwFPt4g80hHrsPZYWb/tVY42+mDqYqirmdU4rWvlmd8zpHlzj7lR5SdYt5w6/tUJrKembaniF+pSsyy91flhjOoGlrZ5jq8jsFUxibyWmMpZ5z5WOKuRnaJbhr2ayWHqnqlLCSNpod3AnsjR3JGK6njHkhzHqnpG17gFe6sglp3Ms6D71g6sJ8w+tj7qctadXxM7M9fsVNLkqIhe7fEBDvdZY5du75H8uOi6qB0NRJZ3zG4snnNVzcV3igijGe7rlxOpsp2v0shHC4AERu7AWVQGmhifIC+NjfQJ6LoPLlbIyCJoygjQdFGXSsMZvY2tzGlygm4GyWNVlAUEDa2lLJQSBuL7q9/plMde0hwimkpvh5GkQ5s2R2oB6jp7Jy5T7LLjxs7gr+HRx0kdO2oLYhceGwWB9VVyv2zx48Z9JY8OiikMlMDAwaZG/KfYpHrQ+Btml19tLlKFVPjQfW5YW/jeBZOeyznWkjKB1BKx5Ni9uU+o5ptcZL1C4jO2Kn8R/y6lKTdbbmHHlkqREH45TSO/HAXe9lv9x49vex+LRxGmgcSCBA0e6Mp1Dx+2LEhecQl2sLApfRNFTeFhvBsUjXASTsJJ7p49Y7FrLwMYfO7fks8q048diLF4s1hvysFn7bdQsdC99y4tY0C+pVzFFyhrvg4TreR3ZOSRFtDSOMrvuoQ0d0XRdnMFVazSxvsjzo8SkVZH/1AHon50eCJ7qu3mqXG3K6Nl4mNfWX8sv6ogtsStrcQibuSOaVObOGKSCwljuB2RtW0zK+hluJGFh5WQNwohp5gfDmb6I0J24Ye5urTmHYpHIaaSVptlcktl1o5SFAcUBxBQCIBUG5AcCgHgoCRnzApz2HonDOGRz0rHuc0E9V6eHFPFH29Awnh+nlYC4i6dwkPVaSLhunDBZw+iztPVRzYBGy+VyQCfwht9H2QWhlNSSU9rSXSs+zksaChw2rns548NnV259ljlySej2rsd434Y4SY5s1UKqsb/swkOcD0J2HvqufLluX9Q8q4j+1jiLiLPT4YP4fSHT7o+cju/f6LGz/AO92vHDK+ow7qWONxlrpzJI43Lb3ue6Vz+sem2PFjP7GPxHKMkEYY3qEphv2u8mvQQ+LUP3LiVpMdemVytFMwx9s0zgxvdV47TuJBPhlFa7fFcqkkRahkxuR92wRZBy0S8iCSvqZfNLLYJeVV4ow2Hclz3BTs5EjZPITHCABuSjyVMKOwirdR4rBM6xjcCxw7OFlO2mOFllahzWiLw2tGb9rKJNO63co6tAFQwHfKCVfJ7c/CbHCxzCANDzWW2+tlEEgdZrgW9xsqlRcf0flyMOY+p5p3IvGgonZ6wOOxO1llldt5NRcwwCYSA8gq42ed0rYmmnqnRagON1Sb3NjyS1l3NLgr2OzDJ57tjsR3StTpM0vk1de9ktjQ6QmGjbzc7mr9Rn7qmOtSx5F8l3kDsFMp3tAyvrMR+8qGiOKMWv2T3WuGsarcZqviGVFMwkeCwOdb9leEcvyeTf8ICOLgV1K8+XLT5Pey0t7chMRxD/SDUnMwW7I30amw2qhFJiMctsz2XZ6pQLjESZOFsLhadQy5Kr/ALYX2bgkGGCYHEqgNYNbDms7jN9tPK61E+JVNOah7MMblpxs9wsnbPoSX7U0ro2m8kjpDfZRarxRBwc9wBEduVkvJUxRZg5rnNcTlNrbJW1WpD3SZiwCO7TvqjdVZs5rnRvcYwMvLMEoclJbNHYsbmvclLseJ+WN2Vj4wP6gnui4QjGRMzB/iWG1inKnwmkTo3hzXB92O2Dhsn5JuFRzU7gzM6NpH9JTmUZ5YWImwsOrXuYeV09l40RE6ugN2Ozt7FA7g1uP1DGhslOS4c7IPyZVUycSgEQHXQHIBAgFCDKgHBAPabIC+wrG6iis1rvKOS3w+Rlj0ckrdYJx2ykAE8bj3C2ny8ddqnHb6a6n+0jDi0AtlHtdTfkca5wZVJJx5S1BDYWyOJ0Ay7qb8jH6V+Cz20OD0OJYk1s00BpYHDNeXRxHp/lL8+56ZZeOPqkxnjjhbhFjmCUV9c0fyoXB1j3dsFhly3L0juvLuIPtO4l4kzwUz/gaN2nhwXFx3duVldf9120x47WQEEER8SpkMr97d1NzyvUbzjxx9mT4g/LkhaI29glMP2eXJr+oNrZJ3mwLj1Wsx/TC579im0cMDQ6plA/puqmOvabkilxaOEZKSO39RG6rcTuhHyVNU+8spa09SptE7IGU8R1vI5RtfikzSOJa0CMAJWrmFpnw75ACb780rk0nHRIibm0GXTkp21mESNiaLjkUttJjDsrQNklaGU+JVTHMjBDsxDbuFzZOUXqNXir2MxExj8IAP0WmfthxVNTxl8Wa9wstN/LSdoblcXmwCqYl5KisxHM98dOwEM0c87eyVh43yOw+Ml4kcNtVnY12v8PAInJHyjMr44w5VLW1jPi8xYchIAeAn7ElgxobJHdpLmnW90tVZzYyHAjT0RqjcFQC79bac1UjPKnVr84ygWA0CqsormERue8m1tEpB9p6p8dLh0ks1hGzzONtwnJvo7nMe68zdjUr6mpmcNag3d6cgtY4bd22g5DJNMHtPyjS6ZCqmva+BkbGEOygElBhGQNy6XLjuQjeiGNMnw7Ip6i0UfytS2cjviYY2gwxkn8xUWxpIa6ollktI8hhGwSXMUdiQAXbdElSJAA52Y3J2ulVzEoAHJLavGHAfRFVJCgaJKPa0oV4nBumqNl4nCPZLatQhYntFxc2LW7dDaxRanwII3RtOU6HkQnKm8dQCAMcS0uDTqbFOWs/xpQ6Ros2a47sT2jwZpauYh1QHIBEB3NAcg3aoBwKAcNUA8IAiHXTmg8V7hGE1mJzNipIJJHuNvKNEpLl1G3nI9UwX7JZ204qsarIqWEC5AI09SdAn4691N+Rr+o+o4n4K4MaWYVT/H1rfxjUX/5n+yJZP6s7lll7YbiL7ROIuJc8PjfC0Z/2YfKLdzuVFv3VY8dZZjIo3B8r/EdvZTcsq6MePGd0+WsLm5WeRvQKZiq5zXQMB8ps0E91pIxuSTwooBmqXi3QK5j+2dyQSYqT93SMy909yI9hJI3us+eQ68r6qbT0c1zWN+6j9yp2uY79JRBI993+Yfsp8ttZxCGQNbHkNlNrfHjmjwGNGguk0mLr3S2rRQNUtnIdqEjKCg6RrgyRrjezXAlOFZ01eOSB2OVD2HM0vD225ggLe+3Jh1BFJUlrPUKGnkSeWSbyNJAO5TvRezJafwYQY2tcDuClra/6wVR1ULKcteyz7pzErnaMFbFH/LBNxY67p6Tct+wtTNTT0klO2Czz8p7pa0fla6lb8MSwG8bjcDokrfSy8Zngkm1wn0naKKosCNrpDJz3hzLWN0VOj8JYJK3J4rYx4bvM5t+Vtuq34JvNz/JuuPcVmLsbSUzaRtLVeGCSZqt7W5vRo5L0OPCY/TzM+TLL3WCxXC2wvNRGbQuPmG+U/wCFy/I4bjd4+m/DnMuqrg2IG13OPRcu28h4cGfJCSepTVojjK4fzAzsEtnOOkDRfmfVC5ie0kNyja90laOBJ3U2qkOA07o2rRwDgLpLkcdkjPadEHIddASNISq5TwLpA5oSVDrJCuAA0T2UhbE7IFhDHfcWT2m4lyd0/KDxZFdLySIDvVAcgON7oBEByDOsgihBnt3CAsKKaCF+eSEyW5E6JyyBrKH7QcTw2EQ4ZT01KPztjzO+pVZcl9eimO6Dr+J8axh2bEMRnm7OcbD0GyztaTAAZ4wbm7j1KjutZJET6h7za9h0Cfj+xciszOPlB9USF5JM0MIzTO9k/FNzDzYk5/kpmZR6KvTO7oV0RcS6d5v0CVpzE6NznG0TMo6kKblFY4WiY6Mudmdc+qi5OjHi0nbCxnLZLbSYOLraBC5Cg3UrkLySUcAlTLZGzcgOtdA0ucI4bmxGM1VVK2jw5vz1MosP+nqt+Lhy5O/U/bm5/k48XXurbGBSvqYZaOV0tOYGtY9wsTl8pP6K+TGYXTn4c7ljuooCbAjULP8A5bfQlj2C5vYnsiwvLSW2duX6KWsu4Zkyt2uL6gqoi40ujo/KGqk9mBz2NN22HVKqlECRr2A7WUnsjpQG2BQRGvsBZIJmvvGXdOaCLhroJqyopnOPjMh8QNH5b2K7fi4zbi+Xl1Iz8uJYVM91NiDapszXFrZ3Oz5Bfn2XTOWY9VxXjuU3ETqdrHZRJHPC4aOGoc1b9ZT/ABnLcbv9M/iVG6iqso1Y4XYeoXlc/HeLLT1uDOcmOwRueqwtb+PZpajZXF1insTE8BLavE8MultXieI7alC/E7KeakrCWTI4NQrE7KUHYe0EbhKnEoClWjw1LYKW2RsEAuUA4NN0DaQN02Qcjsh6JbPxYnqu14rkE5AcUB1ygOQCIMt0A4ICRt73QE7LX1QcENJFtlNi4mbcnVJSRsbnHUgBPRbK58MO7sx7KpP2m5InVksnlhbYdUbLtF4H4ppNegU7VMUrWyPbaBmUdSkuY2p4aFzTmkcCepSu60x49CAIohYWKlrJojpS7XYJWtJDSbqVG80A5o9ElQ8ApHDgLIU43SIuu50TgehcF8A/xGOPFMXbkpCc0NOdHTd+wXRw8Pld5enB8r5Xj/DBc4/wvjeNuNOJKalw5hAYx/lLB6c16PWtR5Xdu6z2L0ODYJQU2FxYo2qxNry9zW/KBbUfsufnks/108GWsv8AFfQvaCWOO+y4675RM0DJRlIt0IRs/Halqn4hSy/zc8R2OxVTtUxs9HMxOVgInjcW/wBQv+oT1FdpYsZa1o8rMva5RpNlFDGoi2z4X9ra3RpJIpZppC9jCxltnHVT0m7EtjdYucfZTVQ65BaN0zNlqWxMcS6zRqUROV6CcNUVW/i2mxkTZ6WoaYZGA2ytIsPa66+GasscHNdguP6KOGqjMVmRsGwG5vqT1K358ftjx3tQ4NWuhPglwySG9z+EpcHJ43VPmw3/ACi+q6RtXSmB72mU/JbkV083HOTHTLg5bx57+lGzBq0xVMskRiZTMD5HSaDXQWXkfhylu/p7H5cbqz7AWIWTXpwaSdCgaSMYSUlSCGxhLa5D/D2QrRDGjZaIY7eiNlYQA3QSRrdeRSVD8oRsHBoS+gW19kg7UIDkpSPbumqJQNd0lOskGGXe8NxCA4hAIgOKAQIDkGVAOBQEjUBM31Qe0zZGt31QJUoqLCwbqkrbi6aQb2CNjVpWwszebzFTtUwExwyuFmMyhTtpMalFEGOu83NuaO2kxntKJGRxgNaLjmjbSYopJi7clTarRgPZLZyO3Qo4d0G5tzskSUDQKbVyHhqRnBvZBnht+SA2fAPCP8cxH4ysYf4fTu1B/wBx/wCX06rfh4/O7vpxfK5/xzxnuvY5XPpInPMl2BtmxkCzfRehJ9PK/wBeU8ecXmmhkpoaoPqX6EDXL/hPPKYzr2McfL28dlqZTU+MXkyZs2Y9Vy3u9t/+GpwXFXV0bi5pE0dsxA0N9lnlHRx576aCKfxQLHzBZWOiU+Rudl3DM07iyJVS2IGQNYMrXOa3oRey0lV5/tzaZp/GNeYansrRNLSU8JDg1z3/AJn6qLUJ52t8PyjzdVIQOkIYG8wkDHPyNzE6pzsqocSrDLeNh8vPurnTLK7S8HYnNBjjacOJibd3oujiunLnEv2j1j5sQbAAwMY42sdXab9gt+fLqMOOdsjTgtbm5dVhG7QYfX55BDMd/lfffsV1cXN3qufk4vuNjT8QVdPgktHFRUlZMC10XxbMwAHK2zj2KrnwuWN8U8WcmUmXp53XVM9dX1FVVW+IlkLpLMDRm52A2Xj3e9V7eMknSC2qRnscWHshWN0Kje1wAuLqdVcyiUtsjat7MLUGUtPTRBGFp6ISc1pulsH5UbMjRrqkDwgaPsgyBIe4ewWKd6OdHAaKafstkDthl3vDcgO5oBCgEQHIDkBwQZw3QDx6oCRtrboCdrRfa6VVILiglkAyR272U6q5iNjwuVwvIbBGq0mIhlNTwdHFJpMXPqbAhgAS8lzEPJISN1O1aQlxLCkclJzQvRQkZQDdASBhI2S9Ge1huls5ElkjPa0oNIGFA0s8EwWfHMVgoYNHSHzO5MaN3eyrHG5XUZcuc48fKvdaKjw6GghoaF0zYabyhjSWBzuZPVenjjJNR4eWV5MvKsr9oWPxYXhpa2X752jI76HutN+M2JN3TwKondUTPle4lzzck81y27bSaCyDS6Ww03BuGV1Qa+oZGfgxA4SPOgzDVtupupv2vjl3tZUtSWyNJ0uLH/KysdWN0vYiCBzB2UNp2l8HM7rfkqg0RsNjp/6QixJkt09kgR3l1QNBJ3sYNd+iNJUtdVlxLWk+3IKpNJyqlnmy6XVM6t+C6J0tZVVhFmMbkv3O604vbLKKLiCudWYlKHNF2Py5uZtstc8vJljjoHCwu3IAAUKExy9DoDyT2GgwnFA5zYpnedvyvva/ZdfFy/Vc3Lx/cWeI4bRYr98A+CoAu4jXP7dUc3xcOXv7Vw/Kz4pr6UceAyVLnto6iOVzRctcCwgd+S5b8LKerK6587H7gSswPFKQeekkf3Z5gs78blnuK/6rHL1VUTURyAyNfHbkWkLO4WexOTd3tZ01T41wSNumyxyxdnHyb6E2BKhvvZSDsjRGeGQUUaSNZdByHZLFIyFqA62mqAUdCgacGkeiDPbtspoOAKns4eG6bI3QwVl6LwyoDtEESyAQhAJayDcgOQR2iDPYNUAZCxm7ilVSLGDwGWJbcpNJBjasMbZjQEvLTSYmuqnu5lTcq1mMRGQnqo2uE0J0RteiSHypDRhFmD1TM3mgJGhKqh7W3KKIma0bKVHtAQEjGXN7pGlbFqls9J2x30sT2CNl6ew8JcLSYHg3xEr3wV1SA6SRrQTGzk0E7Fehwcfjju+3jfL57y5anpc4rijcLoH1c5kkfk8otc+pXTJ+nM+deLMflx3FXyue4xtPlDtLLHky3dNMMddqAnTf9FC3UtM6vxCnpGGxmeGA9L81F6OTd09mxmCHh/hqlw+iaGtyZXEDV2m5Txm413rpiGMbJGLHUAarH/G/0Npa0x2jlO2xRo91aR1zXWsRfqjQ8k7KlrRfTVGhtFLVsH4gBzSp+QKfEmbNPukPasqKxzrgHU7lVImqqomyg66lNNVczy5wcU4zr0PA4f4ZwdG9wtLPeU9ddv0C345qbZZ15rWOLq2d193kpVMRtc92jQSedgl2BtNFUkZxTTOYNy2MkKpMr6heU/YiNrJT5JMju+lkzaHCcSynw6+aOMN+WQnb1XVxctnWTnz4p7jZ0VHBJhsjKV9MXyP8Rz2PvnHK66JZ7jD/AApoS1oD6mAD/lqU/IIJ6KiyfeyCYdMgIP1SyxmXuHMrPVVgwOgq6jw6bD3CUalwdYD1sufP4/FfeP8A5bYfI5MfTYYZ9nuFSwNFVE50rhezXkWWGXxuGfX/AJbT5nNftLU/ZNhz2F8VVPAehIcP1WV+LxW9dNZ8zknuRjcU4JmoZ/CpMQpqx35GGzv/AGpy+Fya3jdtsPn4W6ymmclhfC90Ukbo3t0c1w1C4ssbLqx6GOUym56R5dOqlRMqCdlvoEpTKGaeiNiFyoFKGpbB9tN0jdY9UEwS9F4bkByAQoBEAiDIgFBQRUGkaUARG7QKb7XiJY5Ta1xEA7KLW2KRumqTQ8dUKkKL3U1RJOQ7pwOePKAg+jA3VMJWt1U2hI1tjZComDdEjPDeyAnYwC3NSqJ2tvskG04AwRldivx9TG51NTG7bC4dJy9guj43H55bvqOL5vN4Y+E916iYYjIc0skjGuzed1y4916LydR599pHEkNJSuo8xE8vy62t3Tt8YMZuvCpHl0hJ3JuubbdJT00tU8tjbe256I0F9gWGx0mL0k8hLpBIN0XDo8L/ACeiccscMEgqWC4Y4AnsVONa5PO6WZwFgSbHcLKztthdwV4wfe+6Sk0LmPsxw16jRA0M+FzNu2V46apWjxRuoSRrI4pbPxMfSiNvzI2PEBKbEkA27pwqqKl93m2wTZ5EoaR1fiVNSMBJmeG6dL6/oqk7RXpvFTWUOHNhZoxrQxoHKwsujH9M8p1t5QaKonqsjInOLje4RcLbqMvKSNHR4YyjiGcNe4a2t5QfTmu7h+NMZ/JycvPbf4iBV1jPMZ52gGwsSAAumRjdezJ69jzeqEEp6vjF/qAoymH2qeX1Q0VbRPqGsjpIQ4mwcWaBZScO+ov/ANxun4Bj1Fh7ayLEKVsQZmaAMui1mcvTO4X3tQRYzW1VTHE61TKXWFhb/wACjPKeo0wx/bTV2EtdSkawyWF3xuuAUt7NZcN4U+liBfUOl8xf8tsxKm9Q9PRMNoxSUxqZyG3Fy5xtoufK7uo0k1N1kOIOIZcRnfT0khZTNNrtOr/+y6+HhmM3WGedtYrFJ3QvpvDFnMJJAK3s16Zy7GCkh4hw9r6gASt8rZ26H/uFzc3xsOad+3Vw/Jz4buemYxXBqrCJQ2doLH/JI3UOXi8/x8uG9+nucHycOade1eB2XNW5beyVplCQLluEbNxbYlANvrZBHWH/AIUBgQvReGWyA4hAIgGc0ByDIRdBO5oBwQZ7UARHqFNXiJYDZRW2IloUVtimsksoTVDmqarZDq4JgpFzqEbDgzVGzSsb2UmeBqgxDGkiyDSNZqkYqmp5Z5BHDG+SQ7NY0klIrZJutdhX2eY9Xta+WBlHGdc07rO9gFpjw55fTmz+Xhj67ei08VLw/hMWGRWAjHmy/M49T7r0uPjmE1HlcnJc8vKjIRK+FrjEWZh5W/iKu9Ied8SfZ1UYu6vxnFqttFlsII3PBaW9XO5eimyZZCZXGbecVXB76SMvtDUxg6ugqA8jvYa29k5xQXkoWjgZG9zIWmMEWcRzRljjjDx3au6GiZrKAfLqCTzWPJl9Ojjx729DbBHj/DMtI8j7yMsHY8isW2U28hhpZaGeaklaRJC4scCs7e2vHEwaS5LbSwmd0coOqaKtIa4ANDjolYexwe1zcwO6Sg0jgb80FtU1koA10vyVROSqksbps61P2cUBqeJXT5C5sERIPQnQfoqx9prQfaFI2KCOP8TzoO3Vb8fdZ8vU0ydBH4FCZiCXOGw6L0eHHrbzea96hMPnmrp7uGWJp5jVyvHK51nljMVhjNQ1lK2Jtrnf0WmV1NIx9szMA7UjRc2ToxNph/qGgdVOPtWXp6nxRjTI+DaaJrhnewNt7K5Nb2zt2xPDMxjxRkh9jbZTO2lvTZVGPOhmETad0o2ygXJTqXoXC9FLVU0dbWUjqSO12RyEZnd+wXPyZ/WLTGfdAcX40+pqH4fCctPFbxbH5nfl9Auj4/Fr+VZcue+ow9TUx4c108kgudA0dewXZdac83tTYeyo4krJWxyCKBpHiPJu5w6N7LnuVzup6beMxjbtjpcMpWRCzWsFmsbqVpJrqIt+6EqIX4y18U0ZbA5pDGn8J5FRy4Y54XCteLly48plGAmjdTzyRP8AnjcWO9tF81nhccrj+n0uOcyxmSMkKNL266R7Lc8kgXfmnoGWAKAUH0QTAheg8Q4FAIgEKAbdAcUAl0AvsgOCDSNKAnjNgovteIuM7XU1tiJYorbFKElnBFq4cOaQI0ZpAOxKYS5ElSHBuqSj2t10QIlDABqgevTSYDwdi+ODxIafwqYfNPMC1vt19lePHln6jHl+Thx+6mrBgXDlR4U9HVYpKDYOz+FCT6DUrsx+FJN5ODL52eV/j03vBmLVlZhr6uDAqPCsPYCTUg5RYbnXUrXHDDHqOTPkzyv8mhouJcErKczNxyjfl+ZzTYD6qrjlPUTLFTV4Tj2JVDqzCcYwunon6smigc97h3J/sl5U/aomwXjLDTNUYbxFT4nWM8srHtyuZzytabgE6HWx5J43/wCxX/FkyfFMW4GkdjMbY60sfnYWWtY2vZXjJMuiu7O2I4R4RZiuL56khsEJzOsbZ+2irOeIl8lhxjgMFBirZGUzGxT2DSwWs5RnN4+S8MtZaV/wTYo2saNANe65MvfbsxnS04dqTTVDqV58p1CVWg4r4W+Ne7EqBoM+W0rObwOY7rPKNMMpHnMknhuINwRpb+yzbI/FMzsrhryTlRZsRFe2V23VPcLsVFLJGADqEUdpHT5YzfTmjQihrqvxXnLayE5XfoThfD+J4wwyUsBdEHZTI7QJ7TJXrnDGAR4Fh5ij80r7Olk5uP8AhVIV1t5xxViTsUx6d1/u43eEwdAF18eOsXLnlvIY2NsGEZnEAltgCvSwmsHm595KyKoZTMDYRcjn0Rj/ABOzfsHUyl93OcS47kqcqrGK6WTXssLk1kSUpynOVGNPIdXYlLVxxwkktYNLq8svpOOP7XnB9C+prGhjHueTYWROuzy96euw0eH8NupnVcYqMRqHDwoeg/MeyzuVz6no9SexHFHGMWFximpwJa6RvlYDo0dXf4RxcW6M89TUYOqrZGNHjPzSuu6R3LMdSvRxx1HJld1hq+Sepn8We4DjZnp1sseS7rTCfbXcJ4UWUTJywsLjp1RhNRWd21MpgponSvDbdVU7R6DcPVjq3xRJqMxy33ARkJFXxnw7drsTpWedovMxvMdV53y/j+c88fcel8L5Pjfx5+mEuF5GnsFBFtd1Oj2XMAEaG3ZhyRob2jc4hMG+IUDbDhdzxSoDkA1AIgEQHckG73QChAPGiAnj2U1UouPkotb4imDVRW+Kdo0SXoo1GyDh2zSkbmfMdrhqdE7TtFxdSuH5eyDEUlK+pqGxRNu53XYDmT2CqS5XU9pzymOPlXq3B3CPDsdEzFXVceMTt1axukTHdLHUldXH8e43eTzOb5mWfWPTH8Scc8STYlPGytdSwNJYyGBoaGjaxXfjhJHD7vaLCK+Oup34jxLJnw6B4Ba1g8SqeNmA9OZKrLdmom9U/jH7S58fo48Nw+nNFQMZlMTDq7oNNgByUYYTDs7bkw1FiMdFVtbJcw3GdoNidevJO5TfZ+N+nquAce11VimH4dTU9PT0D3tjZEw+WOMXLjc6knmSleOSFu/Z+J8RUUdY2qhdUVLJZHugayTwY5gDY5iLHOLW7iydnQn+BeJPtLjxGgbh+HU4yPZaonlZlLh+VovcDuVGM1dq1RXBmO0Ie2nkd4UzjoC64dfpYLXKyxOtVsuKaWnkwovrHNjLbZHHk70WeHe59U8uu2UpabxYr2vcXuuHOWZar0sO8ZQ09OYKgSM3CJTyjQ4bUeLECdVVSp+IOCaLGXGpgf8ADVP4nt+V3qFncNrnJ4+1NT/ZhISwvxNlr+YMjP6XROGn/wBRPptMJ4awjDad0TKUPe9pa+WUZnEf29lrOKT2wy5Lbt47xHC/A8ZqsPcReN12H8zTqCFjlNXTaZ7ijfUySaF5t0Ck97avhPgx+JvbW4jG9lKDdsezpD37Jn6eozNpsMw5rnRthgZZoa1u3SwVzHfpNz0yHEmNPqYnOidLDTRN8rc1i8nYlb4YRz55b7jz5vmlF9yde63YVbYvNdtPTN2YwOd68l229SOL72rb2CD0DqJOQWWdaYwHcuPZc9rWCWtNhZCtDKOlM8zWDcmycKvdOGMMoODeFzitcAZXNzNBGpPIBLK3K+OP/wCU+puvPKvH67EcYlxF7yaiR3l/pHID0W+GOuoi/uj8MpJZpvHmJfK83c5xvdbyajK0Hi7ZjilRTs0Ejw23Ij+y1+mf2Hp8PdW4g3wWCVp8oA2awHc++qysaT03cZgw3DrPcAGiw13Rrd6HqM7W1k1a1lNG2zAb5j+yrWk7XnDlMykaWuPm3CjKdKlaUMbM0tIBFtisvSnlvGPDZwasFRTt/wBHOTl/od+U/wBl5Xy+Hxvlj6e18Pn/ACTwvtmOa4nYaTqgGF+U80DZviFA2W4RomL2Xa8gqAS6AQoBpQHckAiAVAddBnAoAiIqaqDY9gorbEXHuorfGiWtKmtYe1t9LJHCSi0fuiFTG6Peb8gqoxFxjyDW6mtIlsCgNDRSUmDcK1dfKHPrsQz0lK0DRjNM7if0XZ8Xjv8Ad5vzeS2zjip4b4iqsCrSI33jfo5p5rul+q4LP01XEtNh+O4T/EqJrWVYF5Gj8SvV10n7eXTVkzSIZJH+FGTaO+l+dlj5Xa7JYGdPLJfXI3o1G6NGDKBawQYzD66SneIrktOgIO3UeieGXeqnPHcaelq6epoBhlWcsLpPEhnAuYX2sdObTpce63usumUvjVTU0s1HMY5QA7q03a4dQeYWeri38t+huGY9iOESF+H1b6ckWLmgf3CLYVgifiPFcQkzVtfPUf8A7HXRjf0LGv4Wx6CeIUU0lpgRkGn0WfNhMsfKe404eS45eN9VpKmnzO22vcrhd2zaJpi8pNmjU/4WmKMqsIpHlxz7ch0CuRjaMEbzGchF/wBU7sT/AFG+bJvoQOSmeW+z6UWNYdRY7F4NVRslcAQyQDzt9CjKbXjdKnBeAaDDJTUVZE8oPla8aNHcdVjOOtby4xqRW0FPZkk4HYNKucdZ3kip4hxCGshjhpnh3nzG3Za4Y6RctsNxI50FNFEdDIS49wFrJ3tlnWaisTmurntnRVWSauTna37Lrcmgkj7BTbr2qK+V2d1lz5XdbYw6KPRQsQzeyZtxwRhtJ8ScUxQ5aKm1yn/cfyb/AHV6uumeVHcWcUz49VNY0hkDPKyMHQBXjjMekW77A4XQlzg5w1W+OOmeV22OH0mW2iq1EUOKsY/Ea8xvBlBdGLbtPPT0Wn0n7qvwb4ilBbFYRGzg8aH0KjS7V6+1U9r5gb9L6KkpW+CzRrQLdUtHskte2jjLi7w8uo7o0W1twlxH/GJ5aWaINmjbmDmnQi9vqsOTHXcaY3a+xPDafE8PmoqpmaGUfQ9R3CysmU1WuOVwsseJYvhM2D4pLRT/ADMN2uto9vIheNz8V48/F7vDyzlx8oALTbRYtUTgdbhMkXOxQkqRseF2vKKgiaBANKARAIgOugOvZBlQRRug08RubJVUo6HZZ1tjR0QBKhviLjbootaxIG2SNHPuB3VQqi1Ik9QmUGR/LZTWkSgG3UnYd0GueKWmGPD8PsCynphmA5Odqf3Xr4YePHjHhcmfnyZVjqlj4SHXuORSvQ6q8w7F5KeGKRpLo/xNJ0WkyRcA3EFFTyEVtILwyauFvldzCMsZe4Meuqzro7bLNWkZNkA6A2qGHuiexfS4jEhnEbMxD+S6MWNaCIw1tL4czxlvlJAvZw5hX1S7l2z0wMEr2XzBptp+6wy66bY9w+lY2edrZJWsYTq4nKFM7ujvUbeiwHEMWZE7DpcHhjhFohHUAOFuZJFyVpuTpl/rcxPdJAyORzTIwBshYbjONwDzXBnhcctPQw5JcdxHJHcsLL6HZVJMS3bR7GB7bNJzDdHl2LiMhjIcbncJ+SfELPTlzzbmlclTFJ4LKVgaLZjq4q5Not2BqKjNcN0CrRaqlq5rE+qYAiTO/QIDI8RTiqxaRt7siAjHtv8AqrxnTPO9qmngJnDC7yNOd56NCvHHtlll06aTxZHy2sHEldG2GgUzxfdY55ba4xABmcsWsicaCwRs08DLuudgqxibf0tWVU0jWsc4iNos1nILRGljh9K6aXM4E2WuGP7Z5Vs8OospGi1Ze2jo4ACFnlVR5licmXi2vIcQfinD9V0z1Gf7aSmojHTsc5os8m9uXqp32Z9b4dGI5HuDGkHc6IlFulBVYuDpAD6n/CPItVT1de95u95c/kFncmkj0bgPB3UNCaqYETTC502HRZZ3rSo2efkdlmpl+OOHRjOEOqKZl6ymBcwDd7ebf8LHn4vy4+P3HR8bm/FnP1Xj4dffb9149l3qvbll9OcwFBojGbk2QWkdxzQGOK7Hku5IBCgjSUAiDcgOQHIJ2iDKCgJozqEr6ODoiovprisITpoodOI+O2UXWda4pCByUqQT/Owd1UTUGa0bj1cq0Q1vyhTV7XfDGGDFcYZG92WKIGaQ/wBItp9bLX4/HeTkkY/J5fx8dqXiSsppsVk+ZwYd7bleznZt4mDNVTWysNtL7rHKdNJQdE4hk0B0t5wpw/SrB9JVNjY+GUZ4pNx07q8br2nKfpV1kBp5y06t3B7Kcpo4De0EXUmZHZsrCTYA6ogbGGrw6hwR7KYOlxKb+bM/QRt/Kwd+q6Z13tz3doHCJvDqHQH5ZRYX2uFON7Ve50ZicBOIBkTHh7x8ttSVHLO+mnHeu0MmH1VK5omifE8m4a8aO/7qdWdq3KsKCv8AhS50cYFRawkcPMzlp0WkqLGx4Rx97qj4Srfd7x5Hnn2PdTzYXObntfDl4XV9NsXudoBY+my4LL9u6Sez4gY9zqU4VGMlLmXHzD9kFokb887B3uiexlOnVBD3G613pnMQboowDop86vxBTUccmY2S8z8ANVT09DRz1LvliYXImdt0PGTdeZwwy1kjpD+JxJNud7rv48bk8/kz0hqpWscaaLSNps483HmPRa68eoy/t2ClfZu6WWWlSA3HMVz27bSJGABqna0kTfFfZuw3KeM2i1ZRQgAWC1kQMpovEkDdd1pjO0ZVtsIw/KGaLfWmN7aelpsgGim01rTsykLPKnHjeLuMnGGJMG0dU4uPe+y6pUajT1nEkFLEI6YCeTKA4/haf7qdaJmKqtnrZDJPIXO5cgB2CnapFdNWAHJF5nbXUXP9LmP7W3DOE/HYkx0vmsb6hLGX3RlfqPaKSEQU7GAWsFnbunD3EZrJAmo1vZM3lPG/DYwqtbX07LUlU46D/bfuR77heZ8vh1fOPW+FzeU8b7n/AJZOy4ncaSAEBEXNvsEaDFLseO5A2Q2sgGoBOSDdognFBuAQTuaDKEBKw6hAGwuGmqzsa40dDI0W1H1UWN8ch8MzHeUHMR0UXG1pOTGJy4NtfT1S8aucmJr4ZJJGuY0kdQFWONTnyYubhk72ACJ51vstJgxvKtKfCZNDOWxNHXdOccK82T0HhXD6SgwarrY2ZjJZoe7mB/a67/jceu3B8nkuXVZbi+WifUtELY2Oy3Ib+LuV0ZyemGP+MjKLiwN1lWsBvIhqWP5HRx6qPVOppmWJVWaEqGR3ix5XakbFFLWgDhYEKFIrIAimnMZDHHyfh7K8ctdJyx2PAD+duYI3WtkZytVgWJUJfFNWuljng1zMhbIezgCn7he2ndw0MRp3T1WM/ECqaXU8da0Qub3LT/ZT7PemKxLhfFaF0kklNOYWaCpERDD6k8u6jxu+mnlubqsZJNBKA9rmSDW/P2T8texZv09E4W4oFZloq0ltQBaOR2zx0PdZ8vHvuNeHks/jWskfa3Zcnt1ponm+9rhBJGeQ35jRKQ72R7hclzsrRuUZ56GOOzJ4zDIIy8ElocO4Kjj5PJVgaTRpPZUGV4yrfA4fMTT56h4YB2GpWnDN5M+W6wZSrqBh2GQxRu++kbofyjmf/P7L15/HDUePf5ZW1QE2UVoFncscqvBG06d1nWsGU9PJPYgEMG5KeOFpZZ6WEdN4bbALWYaZ72maLKgvsCozPMDa61wjLK7eg0dKIoxcAJ2o9J5KxkBYAL3cAUTC2dl5LNjtAeVllWkrxnGQ1nEeLOH4quR36rrx6jG3dAy1EcQ8x16cyoyy17XjNhnPnqdjkj/UrK7rSagiGlLbBotc2uUeIub03g3CPhYvEe3zEXTzuppE7bQmzQB0WKwReTKbq/ojxPlcA5LQlNxbDIMdwOehkIHiDyH8rh8p+qxzwllxvqtuPO4ZTKe48JqoZKOplp525ZYnFjx0IXj54XDK417uGcyks+0BNwoXtEWm+6YYu663juJ0QCEoBpKAS6AVAcUGTVAcgjgSgytJCAla8oCcOJG6ncXBcUz2+WPTukqWXpYw4iymaPEZnd3QfQpnEcjtGQtACey3+hLcYrHi7pgwb2CexqrrDBBWTwxSzOknmcGsYTzKc76TZqPYhQ0lJh0VM6zYYmWt1tuu/Dc6jhz1fbw7iWqhq+IKuSnaGQh2RgHQKsrunj1NKjdSrcDS+HM9zH+W2yNS9HbZBHzxjUE7Kv8AC8gz2kXBWWUXAcotslSRHUhSZSNExRlPIS1bYZbZ5QW17mlsjDZw5g2V6QLEjp3CQve4nmTr6XR2qa0uaTiLFaPK2OumDALeG51226W2T3+ysl9GYnVnEmeM8NafxBoADD+dvQdQjKSwY3VB0j3GdsLjlmafmbyISnfVGX7em4TVmsoml5+9Z5X9+64efj8Mv+Xfwcnnis4nWFuiyaUQXXaHX3sgBJC5zvmsoym2k6N85cXOeXO2uUpjJOjMe11jqdQnonnnFMz6zGqShGohbmI/qJ/wF1fHx25flZa6/TP4nMJ6+UtILWkMb6N0/wAr0Mr3p52M6V7z+iiq0EecztFhlW2MF0dI6Y5nCzB+qeOFy7oyz0uGANblGgHJbyaZb2a6Q5g29gi0a2np4nTzNY3UuNhoiTZ26ej4Phgw+ja/LeQ2Hoto57atnF5aMx32CrUTf9CyDPI3o1OdQlk2vgpKUzTyCOFm7ieXZZXHd6aTLp4ziFa7EMWrJ4GhrJZnuDndCei02JJ7Nio2tOd7i953JN0vGfY8hjA0bBVqFs10viTtjadLi5S2cnT2XB4TDh8Id82UXWGV7XFg5ykwjz57qoSKU3AI5FOEnpajI6xOinLE5WA+0nBRFiEeLwt+6qhkltyeBv7j9l53zOPqZz6et8Hl3Lx3/mMCW9F570NEsUBhl2PHcgOOyAS/ZAcgEQCoBEByDKEEcEGe1ATs/qNglZD2JZKxrbMHuVKpf067TqULkL4gYLjZB7kOZUSOIAJsgt7ekfZVhD8Tx99fI1zoqJnlvtndoPoLlb8M3lthzdTT0rjLEIcEwKaocR4uUxwNvu86X9t1141y3HdeDuJe4uJuTqSja9EBCeIs0Gq47+dujlOU+zxptDNnzxu3GqWF37FxgiVotsqyglBzN5WWdWEIylIkgAcO6AfEcj+yeNGU6GsIFwea3lY1PTuyOIJ0d+hVlvsU3KXEWJ1tdSvQ2jjd4hDhdhFiD0VYxGWjJIjTVbTcnIQy/UfhKetUb6a/BavwnNeD5H6OH90uXj/Jj17Vw8nhn/jVMIvodF5U69vUqZj75m9AiiInXzKVOaLnVEMpAJsn6S81qTfEcVxeT5GPcI+5HlA+q9P4uGsfKvK+Vyby8YyrtdSdeau/tnJpBMQ0W5lZ536a4wtLTCR2Z+rR+qzk2vLpbMc1rQGgAcguiWMrClwt3RaJEbAXyW5o9i9dtnwthBkropJGDTVazHxm2Vu69Gjow+IX9VHnql47VOJl8U+RugaFvh3NssuqyuK8SwUo8Knd4034i3Ye/NVuQatZeuxarxBw8eUlo2YNGj2U27V4xUYbJnknb+R26y48t2xrlNaWrXaALRnpFNUZTkZq49OSVyVjj+1lw5RfF4tAxwu0HM5L6O3t7HB5Y2t0WNOHPdYoCBzrFMI3C+26cIzOb6ixT0EeJ00WL4PUYfKQPEb92T+F41afrosuTjmcs/bTh5bx5TL9PGXxOjldHI3K9ji1wI2K8LPHxtl+n0WOUyks+zCzVQbz/nyXa8dyA7mgOQHctkAiA5AcgFQHBBnDdBHBBngkoCUOsDZTravRwcTtojWlW7SNj5n9UjxxSDK3l63QvqPXuC8a/wDjHD8cJp7vmZ8TO61vm+Vv0t9V6HDxyY9vP5eTebNcU8UVfEte2WYZIYrtiiadAOZ9Uyxn3VF2RpRLKoVpkg0TsKAR9zVtfsNj3WXrJd7izIu261qA00YI2UWLlASMtfRZ6MjCgJbAi6IBEbszQeYW2FZ5QSAC0LWMh1E5rhZwJc3T/uq62e9rika51wW2HIjkqiaixGAmRl7feMLAepGoKMoIsMAqPFY6Mi2UaJ40VrqCsbMHx3GeI5XfS4Xl/Jw8OR6fx8/PjWDHWkDvYrGt5D7XF0tBwbqjQMnd4MD5Ts1pd9Aqk3ZE3Lx7eU49WBzW0cYysj8z/wCp51P+F69/jjMY8afyyuVUJI35BRa0kQNa6eXTZYb3W3qLOKLK0AbLSYs7UtgBfZVeinaMm5UqXfDuFurKoOLfKNTotsMfuss8vp6Zh1K2lMZaNlWVRI0kFiFhV6YD7TKuopJKWmiuyKZhc57d3EG2W/IDRbcd/hazznbzTPc3PPVVv9jRBJZB6RYW37qSTk95Kz4vVqs76ES1euSPU9VpchMSwxnc7lKQ62vA0Tf4hK53JthdO+kfb0UEh2gWRke8koMwi6Abbzd0yI6wuSEBXVFU1wLQCTysVpIm1huLcP8AhcWbUBoy1MYkuPz7O/XX3XjfP49cnlPVe78Hk8uPV+meI1XC7HnS7Hj7duUGXZBOQbuSA5AcgEQC+6A4IBwsgHIBQUA9uu5SvRwQ2zR1UtJ0UyE9D2THkPwjDn4pilLRtF3TStZ6AnVPGbyk/ZZdS2vfKvhFuI0skbD4ZyhgI6AWC9LzkmnBq3tgsU4AxTDs8j/DEDfxlwGiWtq3+2VljZG8sa/ORzCWj2jvbdUTnWLdAmFfVjTZZZLg6klEsAdflZXjdxNnZ723B9E7BsDNHYrOrgQizlNCVh0SESxOyvy9VWN1Syg2H5SunFhknppBDUtc75SbO9CqS1wjbFCMhBFrg33Ws1E0PiLHfAucxpLoyJMhGoAOtkX0cC4PI6HF2sjs9kgvvyPMKMb2dnXayhrX4Txg8T+WlrQ1mbkHDQH2Onuub5eG7t0/Fz8em3abHX1Xn/T0RMYu3unImnFotzVFsFi5DMHqiT/tlPD+8ic/63/h41ich+NmuNfEcvSzv8q8zGdAH3cRG3fmssr9RrjBdPCImg21KMcdFlRbbLSIJI7KNVNqokoaSWsqGxxsc4k/hBKeONtFr1rAOHZ6Wiblp33IuTbmtMs8cetsvG1diklj+eJw9lHnL9n41JDIWOsTb1RZv0UZP7U6c1HD9HVNBvDUZSezh/kKuP7xGeuq8gMzmHzBFtHiHrKnJAS0/Np6LHkzsx6XhjNpopj8JFFFoMouVpjf4yQXGeW6Jp4gBmO60xxK39LCNosNNFaLW34Wp7UD5Wnz5uSNpaaGukbYP3Cm4QbFtqmv3Iup8T2kEwadUtHtJdknPVKmgnaW36HmqhVS1LbSE6+y1iFdjdN/EeGpXbzUTvFbprkOjh/dcfzeLzw69u34PL4cmvqsGTY8z6LwpNvdecWXY8dyDcgFQHIJxQCIMoQREGUBAOQChAOCAcCAg9ntJdz0Un7EMDRa6TTGSNr9ncdsZmxDwXyikiJjY0XJe7Qf3XT8bDeW6w+RnrHUb6s4yrMPwx87ixkgOVrQb2PT1XbcZ7cm7eo88xTHsSxqTPW1ckg5MJs0eyj2vSvDVQI5lwkEZ0Row1QLtNt1OaoZhsoZK+E89WqcLroZT7WmhC1QgmZcaBTYqK+RmtlnVIxcKdBLmFr31CDvY2nfeO66ML0wziRxuLK9pkaDAKkVDPCkf5oxzO7eS0wuyy6aamp4a6J8TrloBDhtotL10zrL12HS0PiRltpaV4u9rtTEflPss9NOvtrqvCafGsAZFHICS0PhnH5wOf8AdPLGZTRY5eN2JwLEDW4XEZXXni+6mHR40P1Xk8mOstPV48vLGWLuKUkG3qsttdbK+YNGrkbGlNxBUZsBrmtBJMR1Tx/tKWUnjXl2LNzSU9U02bUM1P8AW3Q/2XqZ/VeVh9xFDGxguDcnclTjJFe0oJLx0Oyeysi3wfAcRxucx0NOZLfM4mzW+pTupN0SW+noWFfZXRwtbLjNS6Z+/hRHK0drrDLnn/a1nH+2rhiw7B4mxUFJBC1uwa1YZclt7bY8e1/S1Zlha42HYJJs1dHyVVO0eZwTLQV5pJwbFp9k5lZ9i4/uKXiHAmYvglVQNdlMrRkJ2Dgbj9Vvx82r2yz4ZZ08KxzAK3BqkxVsJb0ePlcujymU3GNxuPtRy07XAgi6jLGUS6oeN5hHhDdpspmXj0vXl2PpnvcLkrbHK1OWOlvTD7u5K1ZVpOH8SFHMWOfZpOyITYRzRVADmOGqOwk8Mt1BSBxlLjqjQSMe7cJaEPqqpvgN6pYw6qg5zpDfWxWiU9IYhU2frG8FjwfykW/ZTlNxWN1dx5pidIcMxOpopHAGF5aL8xyP0svnefjuPJZH0vDnM8JXmG63eU6yA5BuugOBQHIBUByA6/ZAKEAqCLug3BAOGqAnYQ1QudHBxcbD6pje/T0jg+kMHDLnCpFKKp7pHy3sS0eUD916Hx5rDbl59eWgHEWIQ1E0VLSuvTU4yh35ncyryy31E4T9qTMbqNq0eHa7q5S0eDcIJHILHRM4gfY6FTTivcTBUtePwn9FleqrW181wc0EbEXC6PbMj25glYAM7ACs7FwI8W0UmT0UhPBI6P0VY3ScptN8Qz8yvzifE+mxIUdUycagHzDqOYTnJMbseG3qXD0gnkMjCDE9oc23MFdl9dOfV2Mxyh8KalrhE10I+4qQebHbX7XP6pY3fR6/ZvDtG/D2VFA/M5jHuykG4A5ehtqnf2Xtn6bD6zh7icRSymShxAkRzA2u/cB3R3JcXyePf8o7fjckl017I5A3SQj3XDcHd5OMD7m0hv3R4DyBYrCXYVVtfIDeF4t7KscLtOWc1XmM3n4Zged46vKD6t1/YL0d74t15tmuS/8AANjzbXQKJdqegcGfZ5U40GV+JB9PQHVrNny/4CWWcw/5PHHb2Giw+mw+mbS0MDIomaBrQubLK5XdbSSeiVFDUzu0fZqlUugkmDCPzzzBrRy5paX5/pHJXthj8GnFwPxFG9FMf2DLnvddxJS3V6kSx3adCmkbDK61iU02B8UwmkxejdTVcTXscNNNR6J45XG7iLN+3jHFnCNRw9P4jAZaNx8slvl7FdmGcznXtzZ4arCl16t5PMrL/uXJ0tKYA2Gy6MEZLyhjEzLg+UD6rdhfZ1y12+oQFrQ4xJT2u7bknvadNLDjkNRCCCGv53S0YqOtjf8AiCdgTOlsMzN0tAK+rExIJ1CqQtuZKA0gndAI6UNacupOyWjVPEeCvxSvhq423c+BokIbu4XH7ALk5OLHLLddvD8i4YaeEWXmtXFAIgOQTkG5AKgFFkEWyDcgnIMtwgnIM4aICRozackqYiMW1tc8glO7ppNTttsToquKKGna13hQQsYQDpe2unqvR1ZJHFuXK1TFpBFwdFKjbFPR7KL9E5tJ2x1RBTXatVEhdulTCVEebXks8ocoygmzU4afmYcpWuF3EZdUaHK07Q1MRcy7G5j0UZYqxyC/BTvv5A31KzuGVX5Q9mGPv5n29AnOHJNzkTjDIQPO+T9AFc4Kn8geWmpmuDWve5x5A7I/DP2PyEdhzXfypb9nDUJXgv0c5f23/wBnEpMUuHzutJT3fH3Yf8H91txbxx8az5LLdx6DNBHiFFJR1QaYpWFh+n/pXOqznftnSZqD4aWZwEtMRR1pBu03+R/ccvdaTuBbY7g82NYWxtNM2OrjcJYnci4bLHfuVWN1dxWUldJJTsMzPDmAtIz8rhoQuO4aunoY5bm0xqXEaGyWj2Bq3ufDICb3aU0vPKoEcL07W7msdcejRZdEn/tSOa//ACvR/s++zcmOHFsdhsTZ0FK4f/04f2WOWcw6x9tZP29bZExoAcMjGjQDTRYVSZgbIbtblYOfVKgNXYiylaWssXIipNs3UTy1MhdI4lK1rJIjDLpaG0jW2QSRoTJNGNUFRbdQmlDW0MNfSvp54xJG8WIPNOW43cFm3zpxrw5JwzxCYgc1NKc8bux5Lb3/ACZeldA7Ww9lvhWeS+gd4MTWt001XU577SufmNx9EgYXajkgkkc74jdriEbA2PE3A+YlPYFw446N1s5t3KZaGwYtE+5BaHFAFNrm30IKei2kbURvk1I9Ej2taetDYQARZRcVbfNhC8R6JptdAIQgiIDkG4IByCcEAoQHIBEGW6CIgHAoNMwhoU1U6WuAUhr8bo4dw6UEjsNT+y14cd5xOd/ja2GLYo+mmkZducm9hrZd+WUcmOO+1DJO+Z1zb2Cz9tNaNVEX2TG3d0Ea5MInb9kVSMi+nJQEcP3M9r+V2iMeqWXcWDZBoCtoz2mF7XCuIpQ8hURH1GQEkpXoK6Sqlqn5GuIZ1WdzuV6a61O00bWsAYwXfzJ5JzpFtom3lAOvdaaSLw3EZ8LxGGsi1MZ1B5t5hIPa6KaOupIqqAjwpmh7elilf0EeIYdDPHZ8dm1I+GnI6H5HH0d+6eGX/wDRQXC9S+SifTSAiaCQxStPIg2uOyfLPsT9KeuqWTY9iTIWuDY5yw3G7gBc/VcvL1Y6+H+pzQe6xbmSxktOiWxod9nPA5fRiuxiEGNtSZqWF45i4zEft9Vtny+GHhPbDw/l5PUHSiJ4awBzuZ6LmXEIMlfVZW38JnzHqj1D0mr62Olj8Nmr9rDklr7o1tnJS6Z+Z5uUq1nRuQBA26yAUBBJALITtI0apkIYUBK3ZBMD9qXDpxbAXVkTbz0vnFhy5ha8d6uKcpt4rQfezsA23W/HO9MsuovM2i69uYocgEdK1jcztE+oNBf4h5z5fLyWfkcxSNrWPBOotubaBVMpR41I2drhcOujZaKJSNQT7I2NCIa6WM6OJHdGyHQYl4pF3ZXDe6ryGiOxmdriIrlnUpeQ08vI0XhvSRuBQDUBxCCJZBkQC69UB17BBFBKDcgEugOugOGyAe0lASsBdul6PW2g4el+DlqqwfNFAWs/5O0/a614Orck8v8AXRS97nFznEuO5XQz19HAqpdFouZPZaOBun7LRb3HNUKa46boEQO005JUzC6xUz2HSMJiJG6d9JnskFQJmC5s8aEImUsLLHXoZFKS23Ra4XfTO+iyShjSSbAKrlotWquapfPJlafKsMs91rMdCadhJEcYu7meQTx/wr2sooWxM315k81tJJEXuke/XyJXL9HMSRvDgQdHBOZFZp6T9m+I+NS1GGSOJdAfFjBP4Dvb0KeXraW5xGKSowapZT/zXRkxkfmbqP1AU4WTKWqvrpnsMewcRsq2EtixOnEltgJG6OHrstcp/C4366TPYLF3ws4or2NyhxyOcL8y0f4XHzXWq7PjzyxqSMRu3ePZctzrqmEX/D2BR4lU+LKwmniN3E7Eolvupzsk1G0lkaxvhQCwAton/tYofBaxhMr8oPfVBoZK4sj8Knbkb16oCvcC45nEklKqRO0SBh7IVDdUGext0Jp7jY2TSkj2KAkY5BJ2oBJImzRPieMzXCxB5qt6uw8G4m4bPDnENQ0NPw03nhPQHcLt4rLNubl3OlM6oa1aeTKSozWgbI8zmAZ0j5jcklTctqmBjbvcWsGdw58gp8t9RWtNDw7WHB6pz3NY8SjI8OF2kdLK8f8AUZXfps24Tw1jDQZaCKGR346Z3hkfTRXYiZUJU/Zs11zhmLPHRlRGHD6hRunKpargriOiuTQtqWD8VM8O/Q2KPI+lLK2WmlMVRE+GQaFkrS0/qi5aGtmZyevsl5H4scWryXaieywQEJ90B31QREG5AddAdzQRD/5ogyhAIgO57IBUEePdBpmG1iptVFzRPDMKdqfvZ/qGi1/qV0cU1h/yzytuSZguBZbISZbBMbJoUy2c0a87KpPsrT7Kko36BBxA93/llNpxFmuUtntLvER2VfSFTO4xTkg2uufLrtaxoJnuikfJoANCQtuHK3us85AtXVOleY472G9lOee+orHHXdOpoXuIABv+yWMO1dQx+BFZoueZXRJ4xnbLXOc4/MUbOE07+iQ2jeDcOFx3Rslrw/i78DxynrvPka7LLbmw7q8b9Jse9wPa9rZGEFrwHBw2cCps+iZv4NuHzyUrRI5tLKaqI8zHJcOaD/SdfRdEvlN/v/8AaKpsZIZxpd9nOnpGnNa2ctNg73H7Lm5pLjHR8fK7rQ4Hhc2JziOIFsbdXvI0C5ssZO66vKt9HTMoaRtPFZkbdzzKz3tNuwz6kMGWJv8A1FA0FeXPN3G5SMwiyAhe6yBA5dcpKNQbgLlAqfRjblOIqJpzEphM5wawDmUSEVj7EBAGR6tSBW/NZMMl9pGBuxThp9RA3/UUvnFuY5hb8GesrjftnyTc28GuTqbrbd9Vno10zWmw8x5KfMaEUFBVYpXQUcVhJO8MYHGwuepR3T3qN3QfZ4yOYMrMXY0g2dHDHqPclazDXbK8kvQLiLheqwA/EX+Iw9xs2do+Q9H9PXZXNZJqppq+enbaGXS99UbsT1XpnD2PUsvDjKmoma2SMlkwJ1vyKLjcqe5FLX8cvjfJHRgkXOV7lWsYmbrJ12ITYjIX1TzJc/iF7KctVUtgAwxX0zAdA4qPxxXmymTReS7kTmW5IAd7dUBHsUE5AIgyIJyA5BuN0ESyDdZBFQZ7d0BINdEf6bVQYXO+go2sYCBDnNt7uJOvtZdeOF8Y57l3UzqdtIz70jNyarkHlv0Ec4v/AHTkGzgzqqkLyOFh1TIpAQEMpt6pU4Ec43KimRuqAmGyr6KzYCeMGWO40zWWWUlVBFS/K1sMXPRXbZjrFE7paejDBqf+6mYw9j4mFnyWHey1k13E2pvDe7qT3VDp3gyA2sEaH+nCncUFtxo3kghBmSUr2XJj8o1JQXT1v7MsWkruHPhp3ZpaM5Nd8h1b/hVe5KizVbKanFU1pYzO9h0FtwdHN9CFMy8T1sFLwtTVE1BPXy3lpGuY3KbZgdr89rLPk55dzGNuPjs7aamkpqCmEVLEG9gua7y9tUMkr5nXe6/bkgIygzXIGkTzYFIwkjrmySojQZL6ICSMXKaa6pflYADuqI2IWCWga95Mluioj4TeTUpU1lG4aC6RGiQfEZUENaxsjSx7Q5rhYgi4RvQ1t57xDwDgFXUyMkpHUcjtRLSuy375diu3G3LHbnu8ax1X9ltdRsdLhc0WIM3t8kv0O/sUSYT/AAeVZqWmq8LqmiaGWlnY67c7S0ghaasRt6DVVcfFfC7q+nOTFKRoMzWmxdbc/RXx5eN19VGU+1DhXGlZQ3hqw2rpnjK+OQX06f8AtPKT7KbjOY78KKx1Vg8bo6V+rqc6+Ge3ZZZ2zuLxkvVC0eKB92A5SdC3qljySnlhr2JeTuNQVW00gcALko2NIzKb6DRGwzgFwV5DvNcBZADSNBCAGcgjQgylANsgnBBuCCcRugEKA5AOAQZ4CAmYBmGl7pVUej4tikmE0VPS0sUTXSRtBlt5rAAL0cr49Rxe8u2Zu6VxfI4ucdyVOPbS9H8lcScAnpJeiZwtrmyIPsHXOyFgHNRkrEIXXU0z40jqUHylVL0X2CrHWjvzGoWeXoCaOMGMOOpIvcowu4VHwMDjqtIlYRRtOllQGRwsuDZOFraUQsN9EHro9tOy+yAcY2ggWCVShmjD2hu2Z1insNRwCTBxM2KPysmjcx7eoGye94XZ67euvIgj8jQD1XJllbe3RjjICsZZLvJKhp6GNaGiwVRJHJEaUGjcUCB5XFIw5OqSoYShTkyrpHljRbmnEVC95fI0FMhANmlEAbOS5MQTAdbpBLSyOdVG5RZ0EhP+sCCXEWpCQA8Q07H0LZj8zTZb8FvlYy5Z0y8U8lO8ZXLrslc+NWxjpsYo3MrqWKdttntv/wCljd49xrPTN1HCVHw74+MYZJJGPDc11M/zMIPfda8eXne2eXqvJ8Qa1tY8sbla5xcG9E8vZT0Ga8tKkBK6mY0+IwZXdllnjJ20xu0mH1L5Wlrvwm1+qrC2+xlNJ5SQ+3JWgy6Wyf/Z"/>
          <p:cNvSpPr>
            <a:spLocks noChangeAspect="1" noChangeArrowheads="1"/>
          </p:cNvSpPr>
          <p:nvPr/>
        </p:nvSpPr>
        <p:spPr bwMode="auto">
          <a:xfrm>
            <a:off x="612775" y="3127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2061" name="Picture 13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59148" y="7312353"/>
            <a:ext cx="1831964" cy="1220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812851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大学士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张纪中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1767579"/>
            <a:ext cx="1949202" cy="12942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6" name="矩形 5"/>
          <p:cNvSpPr/>
          <p:nvPr/>
        </p:nvSpPr>
        <p:spPr>
          <a:xfrm>
            <a:off x="582915" y="320384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魏森特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冯巩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3203848"/>
            <a:ext cx="1949202" cy="1097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" name="矩形 7"/>
          <p:cNvSpPr/>
          <p:nvPr/>
        </p:nvSpPr>
        <p:spPr>
          <a:xfrm>
            <a:off x="579695" y="449999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韦七爷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陈道明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6" name="Picture 4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4499992"/>
            <a:ext cx="1949202" cy="12981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3078" name="Picture 6" descr="https://ss1.bdstatic.com/70cFuXSh_Q1YnxGkpoWK1HF6hhy/it/u=3183893129,4229766172&amp;fm=26&amp;gp=0.jp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0538" y="6012160"/>
            <a:ext cx="1955488" cy="122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矩形 10"/>
          <p:cNvSpPr/>
          <p:nvPr/>
        </p:nvSpPr>
        <p:spPr>
          <a:xfrm>
            <a:off x="579695" y="6012160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杨曜曜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古力娜扎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3079" name="Picture 7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43758" y="7524328"/>
            <a:ext cx="1937015" cy="10801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3" name="矩形 12"/>
          <p:cNvSpPr/>
          <p:nvPr/>
        </p:nvSpPr>
        <p:spPr>
          <a:xfrm>
            <a:off x="627534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苏溪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刘涛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5953200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pic>
        <p:nvPicPr>
          <p:cNvPr id="4098" name="Picture 2" descr="https://gimg2.baidu.com/image_search/src=http%3A%2F%2Fphotocdn.sohu.com%2F20141127%2FImg406442829.jpg&amp;refer=http%3A%2F%2Fphotocdn.sohu.com&amp;app=2002&amp;size=f9999,10000&amp;q=a80&amp;n=0&amp;g=0n&amp;fmt=jpeg?sec=1619750744&amp;t=b15cd07dfabf608eb9199c26b1e0956b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1763689"/>
            <a:ext cx="1942451" cy="1296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付立业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张子健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555526" y="3275856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古雁九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范伟饰演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0" name="Picture 4" descr="https://ss3.bdstatic.com/70cFv8Sh_Q1YnxGkpoWK1HF6hhy/it/u=3023139375,3814847074&amp;fm=26&amp;gp=0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3245777"/>
            <a:ext cx="1944216" cy="14581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矩形 7"/>
          <p:cNvSpPr/>
          <p:nvPr/>
        </p:nvSpPr>
        <p:spPr>
          <a:xfrm>
            <a:off x="531386" y="486003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雄飞翔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陈宝国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1" name="Picture 5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652" y="4860032"/>
            <a:ext cx="1947466" cy="10451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0" name="矩形 9"/>
          <p:cNvSpPr/>
          <p:nvPr/>
        </p:nvSpPr>
        <p:spPr>
          <a:xfrm>
            <a:off x="531386" y="6084167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雷布斯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姜文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4102" name="Picture 6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653" y="6084168"/>
            <a:ext cx="1728192" cy="12364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2" name="矩形 11"/>
          <p:cNvSpPr/>
          <p:nvPr/>
        </p:nvSpPr>
        <p:spPr>
          <a:xfrm>
            <a:off x="531386" y="7524328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张文乐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沈腾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AutoShape 8" descr="data:image/jpeg;base64,/9j/4AAQSkZJRgABAQEASABIAAD/2wBDAAgGBgcGBQgHBwcJCQgKDBQNDAsLDBkSEw8UHRofHh0aHBwgJC4nICIsIxwcKDcpLDAxNDQ0Hyc5PTgyPC4zNDL/2wBDAQkJCQwLDBgNDRgyIRwhMjIyMjIyMjIyMjIyMjIyMjIyMjIyMjIyMjIyMjIyMjIyMjIyMjIyMjIyMjIyMjIyMjL/wAARCAFmAfMDASIAAhEBAxEB/8QAHAAAAQUBAQEAAAAAAAAAAAAAAwABAgQFBgcI/8QAPxAAAQQBAwIFAgQEBQMDBAMAAQACAxEEEiExBUEGEyJRYXGBFDKRoSNCUrEHFWLB0SQzchbh8CVDU3M0ksL/xAAaAQACAwEBAAAAAAAAAAAAAAABAgADBAUG/8QAJxEAAgICAwABBAIDAQAAAAAAAAECEQMhBBIxQRMiMlEFQhQzYSP/2gAMAwEAAhEDEQA/APKdNJgpKK56Oy0P9EVshaQLKCnOxFIVYU6LL36lVfsdgitOyYjUlSpjt9iDWk9lItI3KsQx3GU0rNIU77oHXRX5TpDlIjdWeijhOogbJ90CCDXPeGtFn2VuPp8rjw2xyNW6rxOcx4e004bouRlOMnmNbosbqyEFIzZ80oeBZcR0FEt3G6eHqLppS0QxuA2Gyot65NA7RKGyR1RBG6FDN098zxkiSFjtw+Nx+x+i1QxpIwzyyk7bOjLJJY262wBp27Ws6eOfDmcGNcANywjhKU5OCxjZHGfGkbqjn23/AOVdgnhnxAwjU9o0lpduQfYp1FIrbbKkXUJcgaSQwjaiN1N8jGXI5zy4CzQ2WdPADlAsLtI533C6DpuC7Ew4p83TI4MLg0d22av7WpSBdFLEyAOoNjDXQPeC3WBVWNr+qMyEEeRk1QNEjupdX6jC7HYIWgSN0jUPjj9qWaJppybefy2flM0iWCycabHldJE+2tIJI/p7q7h5Wm4Jw0njVwowZMcnplAogtd8it1WzQ+KZskJMhABF99q/wBkCFyHpuT5skekOZyJb3cK9lrtllhjLGtHmltEO7Dbf67Khj9RbHlRu/Ljv1Wz+kEbfSjaJnZbJIm50Jv0sEgGxJBo/eiCPopQVYSGKCZzY5HU5uws1udwPlCyOjyOc97BprkFWxFH1HClfEG6yzetrc03Y+oBR4soPwIpHPP5NDj3JCqnCL9LYZJx8ZzEsMkDtEjS0/KA7lbHVpmzQxlx/igAH5Ff8rHKxTik9HXw5HKOyB7pqUu5SpSy6yNJ09JkSMkptCiis7KuToKQRrfopAKQGycBUNliQLSAkG2i6LCQbSNitENCjpRq3US3e0bIDqtkx3UiLTUpZCcY91N1IYJCcuPslGQx2Tg7qJ4Tt3KjVA+Qw4SFFIbjZTa1VsvUdDtHupUpBvukaS2GgZFG0qtSRA290WwJEGMU9CI1tKSSw0BpTak7lO1KxUWGBEpDZ7otqphEAkkklInsVJJJI2PZyIbaRaApsTvA7BdizlgKTkb7pcJ+UwBxSXCVUmdZUIWI30KTykOVcOIT2Sq3HZZ21Q218J6SStWR8KxqKibtTok0FexMIZbXiNw1t7HuE6V+Fc5qK2VGBzAXkXQ7qf8AmGLNGyGeFzn76hq0gA8aXDv8EUnyZnYbA01qsFZua2KSE5ETAxnmU9jBs0kWPoCtOKNI5+efd+lz/L8B+oxv1uI/mdVfpyht6UyRo9dNB49lUxmMjmawTUXbDVxZGy0Mbp+eJJDf5G+YAeHUa+/KuKC/0kOgjmxXGsZ/q0v3APuD2d/dTl6O4zNMU7WPDB8Nf8qviZ787JjjdG1sj3tY9jdgbNWEZ+W9kTwH35YIaSL71SIgCXEzYTetpaL3O/HKnl5MszTocTHWmweaVXPmc6MztppLg5zW+6JjkBmkAkXQ+6AStKC7D1f0tIP/ACi9PeHQb8iv/dEZWl0LgPUSPqFnwudiyuj5YDX2UIkWGglzmMJD2utpC1MNrXtDZgAXfl+PhZeLM0F0h2dH+f5HutCUfwhvuDYIUCU3gv8AQ01plLSEbEjeIpIqJbW491PLx24+Yx4dYljbJ9CbWn4e36kbALmjzGj+oDn9ksnoeEbdFTpxdHI0Amya2KeWcxNbCL0svn3vdaWDgu6j4jfDE4NbJI97XAcM5CJ1/oWX02IzSs8zHHMrBx9fZUymjTjxtbo5iaR73+r2A/RC7I7wx+7ChUFnnGjfjkpKkQr2S3UtKWlJaNCQyZS0pcIphaEit2CGAisFquTIixGCQLRQyyoRilZZys0mOgeg+yl5YtFrZPp7JOwUVyxQLVZLUMplIYrObSHSO7lBcDadCMbhOE1JwmFaHTtG6iiNbfdBhigjRttaK1qgwFHY1USZrx7I1soFFcKQCd0Y7DPQ4KK0lBBForXKSETDiqStDDk+pVgchyUmqN2kmaFsOw0OVMO3QQ7ZLX2VbiEsh1J7FKs16nr2SUGg1hJA1JKUSmc2lZUtKfSupaOfQIg2nohF0piEexKBpqsohFKBCZMWhqCcC04CkAg3+gkCKCu42K0weZILv8oQGtugtbaLAAAuW637BXYo9jNnydFSKrYoWWSBt7o2NkMEsZaAGk1Y2pRZhF+nU4mSSwDSswdOawvim/htLba8j+Yb191qhBLwwTm36zG6/HL+KbTC9o3JaLCsdK6VHnYs7GZEYbI1oeLo/m4+yPltxyKjyGyuGz2PYW3/APAnZJjQMD4nCPURqYHXpKtRVZiZuG0zvbDGWxMtxvkNHH1Jr9lb6V1NzoxDO6xC8OYT27FWcqTzdUlaiQCLHFAgf3P6rMiwSyO2u9bhZae3wj/0gfImjj6uHj8ruCPrY/dKR0mK8xPb6RbTXHPKqvhc4aX7OGwKvZLdTC477X9UAFCb0sO9tKsYkoALXHiqVMODm6O17K6A3Ggc40Xu2RIFe4PnJZRcAa/Qqq+EySlx2cTVfKNgxukmB7uu0fPZ5IaWj1vND7KqUt0WRhasqY8Ot7Xs3e4taB9XUtDLb5UgZvXH6JsDCDs9jAfTGC9xPahf90TIaciZpA3kfbR7MHup2GUdWV5bc5gcbpmkA9l6NheEhhT4+TE4PgmxhqcDflyUDqHxdilyHR+kvzurwsLbabJHxwvYukYgw8FmNeprIwyz3CqyT+EacGOts5bwp0KTG6s+fIj0hrBR7EHb9q/ddrJCxzXNLAWnaqU2xaL2H1U9J+yzT2bYVE8p8Y+BzimXqfSIz5Yt02K0fl/1M+PcLgmP1n5X0fJHdOrcLyjxt4Ud03Nf1XDi/wCilfc8YFeU89//ABP7FGM/t6yElCpKcTjNHGyloRjGWn4T6Nlnctm1MBo2UC2irWk0oPYgpDAAEVgTFqm0Ad0W7AHjCO1AadkZpsLPJDUFtOTaiOE6RogxQjwilDeFENYAjdRIpTcE31VqYjBgBMQplvskRunTFuwdEozG8Jmt3RmigllIsiSbVqwwUFWGysMdsqZF8GNKqjzR5VuRpcLVWRqMA5QYdRRGuQeFIFWuNlESwHWlaE1ym032SUg1bJalMWoUVMcJQ1Q5JTpwwuNKZiICDa8GUZPaGaFIqIsJybHCWh1r0awkoaklKJaMwRqWhFA2TV8LTdHOpgixR0oxCbSEUyUV3NUNG6sEUo6U6kGgOmgptCfQpAV2RT/QrC4rA+dgPGoX9O6L5jjC6R+38Q0D9U8DNDml3vwhZc2ksDvyjmyuhhi1E5fJyXIs4+TNAXvk53DDfF1wmyupOZLvTrN6ewQ8meNzAAS0VVnez2KoeWSw263c2e6vSoyN3sfLeyOUUPS/f6IApz2htgg9kN+7/UbPZPFJ6t+URUi80gggmqCqRzFkz2Wd+6nI6mh7Tz2QpoyNEg7i1CATI50rd9mu3V5z7YQfkKrFEWlziLvcKcltZfcqBKtB0p0g7cKxISImjvajC2zxuiaLfTlG9BL3TtMIMknIGwQ5hJNKJ37NBAaPjurOFDr2DSTuAFfl6HmSRB4gcGH29lQ2rtmmMJONIfpEHmYuRPWztqrYtWp0jpjciWbKrhtMB/8An0Wx0roZj6XExzSAW2R9ey18Lpgg0tAoN3P1VEp2zXHGklY/SelNwnMdpA0xBg23O9k/qV00BpUmjYfCtxWFXZdWi8yj9EQsAHKqNc5qmZi3nhGrJYVukGiq2VBDkRyQzRtfFI0texw2cDyFB+S0uq0HJyAxuolI0MmeS+IfDs3Qs8sbcmI83DL8f0n5CyK24XY+JOtSZOcMMM1REcVa5fIhETiB+iSeJpWTHmUpdSrwFByIdwoPG3CoTtmpAXGlG6TybFDLlbFWEO19qwx+yotfRRmSJJQfobLofYT6gqwf8ogcquoGGsKJoqLSpJUiEHNtDLVYreiouamshX+qcDe1Mso8JtNbI2HqSY20QtUW7KZOyVux0qRGlJhoJuUrpK0yKTTLIqlXkYpNep/mCitFrfYoOZRURfCtyMG6rloBVydlVUM27ViJtoAPqCPG/TsklfwNCm9hiykzG24JOfZ5UY5KkF+6r2PKjZw8MS0a7K5N08Bl0o9NmYB+bsr8+UzyzuOFhm59zdicFE5nIh8slVLKv5sge8791T2taoW1syZmu2iOlJE0/ASVhTZSa20i2kRgUnN2T2Zq0VTsolEePhQpOmBkQN0i1SCRTIAOt0hWobKZUTsLHKtx7kinJai2XMVolyC3+kLLlnjyo9TRXIIUciaSHU5pLS4Vss+KV0DhfBO/0XVhHRxZOyxG5znFjjsCovmdrNE0NqTyeiz/ADA8+4QL1SEjunoQk6QF3ylquj3USy7NfVEiZY09wdlCEqJjaSfzBWI3VFGw9h3+qA4EV8bIx3ItQgmPAkAvak5qR1IR0seTeyTHbH5UISY07kBFhZ5jxf0TMcGj7WrGDVg3/NaDGj6dl4Z6dEPW4W477+y7eLHb5YBaKAqqXJ9AIMjAOKo/bf8A3XYRv9NLFkezpYl9oRsYaKHCfTRJSD9krtVlxNhANnhFdmwwxB1hVJJfKYXO4C53KznZk+llnegBwEUgSlo35/EIZ/22hw9ysDqHjGZpLYmtJv7K9hdLaSDkHUD/ACBQ6p0bprW+jSx/sDae0ivrJqzNg8Qz5D222l0U2vJ6dI5pt7W2Auexemhko2FfC6nAY3Znb5VctlsYtGD0PpeOyU5OU3W590D2CyPG3RseOf8AzDCna6LZs0Y4aezgeD7FbXiduf0trW4WK6V01lhOzG/BK417eu5GNK7PuSBvqeGj0sH0HZBpNbJ26y0jIqgoOGytysZqOjhBLFjdWbIu1ZUe1Ac1XZG0q72kFWQkEr0QpNJCcplb6QK198owcqwNIrTsqpKgFlhRWlAYUYcKljEx7pnJC0x3SkIk2mrdPSk1tItjIdo91LTam1uymGJLHA6UtCPpKar7KWKCDEQCgpaCpCO+VLInQB7L+iC5m6v+VfKiYUFKg2ZxYQUjYVx8PdBMasUrJdAdR7qQTlu6kGGlANlmCd0Y2KOcp7m8qo1ppTDaVTim7YYzaHcS4pgFINJ91JrbKFhu2INNJIwbskh2G0UGpPKG0mkznWrqMy8Bv7lQBtSO+ygE8RWOmKdMU4oyQ4NpJfyO+isxupITKrg6K72CXzAedRIWZM0NJdV12WgXnU0jk8qtkM3d7OFrsQejhydCldHKxjqIFUFSbqZNXcFHsti0kfKiz1uPumECns4fdSYWtNqF20D2TsGq2nlQgRzg63HikUjUARyN1WIdWi0aISEEHsgyEZYyTfYcqAY4b1srDrIDe6O2EGAbcd0tjJGa5znS0OwpFx5HsIuxvaIyMeYbG90rLsb8pA4QsPU7PwnN5rNQNnUu2Y4nuvOfCMvlZAjPBv8AVeiQ/lCx5PyOlhf2h2kpF6QCYstIWlbMcZo9G4b8IONjRx24NDQNyVdIYB/E4WflsmzW/h8WKRsR/O93p2+PdSwUVOo+JcbEcY2zAEj0tZu9/wBB2XLyZ3iLqkwbGw4WNuW7gA/U8ldM3oOLjP1/g9T7su5JPyVchifI/wDg4Nf6nDhNaA02Q6O2cYUf4vecCnnsflb8LdFUnw+mFrNU5sHcj3Vx8TA2mt0gdkpYvArZIsqH8PktDmHueQufzOhZQMmNJlA4srHMY5raO/utZp0uV6CVj2eVLVdkso2MjxLIw5sOeXGyGFk0TtLmn+4+Cq5buvUfGHhv/MMQZWO0fjMcEtI/+4zu0/PsvNC0GqG5WPJ9rNEXZTkagPZuVdczdDfHuhGQ1Ga5pB4QyLKvvjFoZi34V31CUVdNBSaTYRzHtwo6KRcrBQRhCNaC0IzBuqpBSJjcbJwCSnA2RWNCqbDRFrNkVsWyLGwFWGx7KuUxkV2x78KehWWx/CkYwOyr7bI2VPKs7K1DgOkbwpRx/wAQBdF06KPyxY3VOfK4x0NBJnNTYDohZBCC1lfVdX1KFhiNLnHtAeVMGRzjsk11INjBTmIUiNq0XTaubK16UHxA9lXfFsdlqPjVV8aMZBZQMe6QZurRjTtjsq1yAgLY0QRqyyId0QRCuFX2AVBGpMjVoRgGlIMAU7BsCI9klY0pJLJ2Oe8t2m9JCERuuhlxAGHbssOVgZKQrseRTLcuH6aBBhUHs0rViiDmBVMqMNKaOS3RmZSSpKk6uJRGh7pnN9JUgN1KtkydOxWk1RlSkxyBv3CDJNbrra91eyodbgRtp4+VnysIJHddjE7imjg5l1k0xa9QPshB2ggqAcYyQeCmdvurkyon5lu+6stdUl0qcBBJB7Kw52mioQs0HEH5R2kNcSVTbIQBSLZelegpbLEmk04FWMZwLd6I9lVr00mY50e4tJZYHmjDZNTEcEubfKqPnDowRVqWNkAV3HCiIbHRJRFnNadt7tek4z7YHXYK8sxXacyNzTtdL0rp0gOM3e9lmzKmbOO9UajTeyM1u9FAju+FbY29yqjUN5bbBpSqzuieWmLNlKYUSY0E8KyyAAjZV2XauwvsbqJEaCAbAIGQ4Rtu/srHG9rP6i+4zRTARVMpcbYdvhHie6rcN1VxZGNYD5gF+4QOp9ew+mYzpciZjR2JNWgNdG7HlMEbmvdVcLzbxR0tmF1Hz4G1jZBLhQ/I7uP91oR+II8iMSMcHNd+Ug8q51KF2V4ckjkFygeaPgjf+yz5oJoshLZwhbugvad1ardQcxYbo0xKbmjlQ0K05ij5fwm7DNANOygY/hWtCYx7IqYrRWDBfsiNaieWphiDlZBg2xSIxlFO1tIgCRkCRt3CtNYNPygxBXI22FVIFia0eyfT7KdVwiQM8yVrVVdbBYDyHlwLQrsU8mO31Wuk6Z0iNzLItD6v0pscLnBtLHLkxlLrIMZpHMZPUxI0glZTpdT7TZQ8uRw+VXa+108eNJaBKTZejeCVZDgfos+NytNfspKJEEcfZCdRTl1qNg7KRjRCBG6drQlwdlJqLJbCtARA0UhtI4RhXdVsBHSEtKmeFAlREFSSZJElkZ8thZYIXN5codO6ioHMe4cqs9xc4krTiwdCzNneRGnBlUyiUDJn1lVNRAUC8lPHGrszWwgKlfdADlIOvZW9SXQUEc0pWEG+ykDSFBsjls14769lkNf5hs8raBB2PCy8zHOPNraP4bj+i38TL/RnN5uHfdFSYDTYURpLUR4H6oWjYrcc7wcMDTY7qYsgCrTNHZTB9QpQgfBw8nqGXHiYcDp8h5oMbt9yewXcY3+Hr8eIS9U6rDAT/JGAQPiym/w+8vD6Z1XqRbcusQtPcAC6H1JWlF07/N8l0+eXyEcWdh8BYsuWXakdbi8aLh2kUf8A0bC/1Y/UWSgcbDf9E3/pIuZTyBXBCPm9DlxcqL/K3viJ3NHb7ha2PPOAIpy3zQASG8H5VXZ/svlih+jjs3wtJGHGI8LnJoZsSbRK0gXz2XrJAkK5/rfRmZMMga0Ag3x3VscjvZmy8dVaOZxXEGMjf1fsvReluPlM+AvOcWGSHMhgkH5Tz7i16J08aQB8KZXYuCHU3Y5CdlYE2mlntdRFKfmKpGpI0DlNHe1JmU0lZZcEtZ7KWE22yMPflEbIWbgrFZK4clGGU7i1LIahyyRVbrPzZTIx4HNIQl3O/Kk1wLxaBDFmmkiBAa7filz/AFHoU3WMxuRkxSSta0NYzsPsvQC2MbhotBlkoeltlOkJJnO9F8PMx3MbMwNcLMbBwPa1rSu0Qysd3Y4G/ojwtkOU2/so9RaXwyur1Bjv7FV5PGGDPPRvVcJiEhw34ClsuY1bNqZEtvhNoRAQnACRj2D0dlEsR9KiQhZPSuW7pFtKb9kIuTJkCA7KQO6BamxyjQrLkZVpj/SqMblYa5JJALWq1ZwnD8Q2/dUQUg/Q7UDRVbhaoB6h0h0fkAkhQ6y6PyHbiqXI9N66ImBrnpdU682WAhr1yf8ADn9Wyrq7OY6pX4l1e6zmiirE0hmeSSoBmy7+JdY0WJfsIyx3VgHalXDTSuYsJlcGpJS+WMkMA6tgmcCDuulxOhF7AXNKFn9GMLbDVl/y4dqDRzmpLWmna6OQtKCXrXVqwVRaa/cbqwx991nB+6sMelaIXNVhM7hCa9OZEnyBjkWUlEP2STUA4/jsn3tE0FRIIPC6Fi/BEg0o6aKIBupaVExWBLd1INpE0pFtKWSgPBT6iVJzVH6pkwCDqKlIBLAWO3Qn2nDtgitOxZK1TMiZjmOLT2QWuOqrWvkwidtjZw/dYz2GN59wV1MWRTX/AE5GbC8b/wCB9w6ipAC0wp7L9kgbbf6q0znbeBMpr8HqfT3kh+ps7B7iqI/Zdn04ssN4sryDpnU5eldSiy4wToNOZ/U08hetYM0WRDDn4x1Y8gDgfr2WLPGpWdjh5U4dX6an8GF5kk9qtcjGXZXiHLzGEtafS1v+kbLos1jybaba5KDp7I4DOANvzKhGp7A9Jc2fPlgIsMYHD9VpT4THk7Usfpb3QdQfk+X6SC0roXSNewPaQbRK5I47qPRmNzonsaQ1ttJPzwr2JqZQPNBauVD52/sFTbHXZS7EossfYFqZN8ILBSIDv8IWMiV0pNch3Z5Tg0pZAtGrCjqNpF9MJTs9bQUSEg4ojXkG0mRqMo0tJPbdQDJunruhTZ+Pjs1zSAfHusHMm6zl5Loum9OcYWbOyJXaW38DulB0HIlf5mfI+R39LdgrUBKy07xLOyYugiYIwP5+Ubo+dP1Af9RdEuFkUSCrWP0zAhZb8eMBvY91d8zFlmb5IY14Gwb7JZrQ7RykPg7rMmOZWNx9rqEy+sj+w/VYnN2CCNiD2PsunyusTYPV8lhvQ1/p3+AVzUrzJLJITvI4vP3Nrlz63SL4sgFNp39lABS4GyqY6JkhQLrUXP2QS/dKlbLETc4b2glOXWo37qxII5NBSZyhFyk20a0IWmFGa75VQO+URr1W1YrLgeFEvFIGu0talAGke5tkFBMrzzwpvJPBUAN6VqSojHbupjhMG0pJGRIk13ytnowaZm2O6xRVq5hZYgkG/dU5VcWhqPVMBkZhGw4VXrDIxA7YcLDwevNbCLKrdT6618Tha4a40/qWI+3Y5XqjmtyHV7rOEluUs3IEs7nfKrB+69Hjg1BDyLQeitfSpB/G6mJd/hPJAWzRbIn8zdUhKiCUEKrqGi+020FJVm5NNAtJL9NhMgNCi9gDbT+ZQ3Q5JLC1JOyr4A91MFCs2pjlWV+xfkmOU5ULTOdsogsc8Ibk5chlyKQoiVC7StMrKFJWq+TAHjW0bhGtS7J4ycXaFy41ONMytND2UQbNKzkR6H2OCq7m76h25XShLurRxJwcJUxyBa6Xwj4jb0fLdh5bnfgcg1d/9t/v9Fzo3baG4Izj2VMOPI4O0e5xvjbFplNwv3ZINwpxNbRZ5zBEeTfZeW+G/GE/RyMTKBnwXdjuWfT4Xo/T+p9KzoGyRTx+ofkcaWCeNxOxi5EZovl2HDHojktntpSDXOLfLFRt49ynrGYWyGaNrRvpbvap5fiXp+K8s1DZJTLHJFt/pBVehZVUdaxcwgRPFn5RRJY5UqhLTC0AdgmtMHAhMSgQlaVqGrZNqUIHa/sQi39lVDkUSClCFljqNIrmCSgqYeDwrEEnqG6IrNBkelob7IEzXG64RxKCE9atkSIw58SbKcWCTS345Vjp3S/wkoeC5xqrK2IoGNN0rNMjZyjQfk888QwuZ1vIDv5w1w/T/wBljvYLK6zxdCDk4+W38rm+WfqNwuXeB2XLyamzTB6KxG6a9jak4gfVCc7ZL6Ogb3coRcpOO6jptOlRYharCi5TDFIxn2UTCB54Km26UvLIHCfTQUbTFYgph2yhSf6pWhQjXbqVFCaSCjDhC6BQ2lKipVsmKWw0IWm4TF1FDc8Uio2SqCF6GZdKAZaQ3S2rFjCWvxTwPSaQ5Mh7xuVW1pwbTdEgUxHcqJNcKZ90M8p0BxEXFS10EEn5US8nYI9Q7RZEim2TblUw4qYcUriFMuB+ySAHbBJTqgWBJKjVomlOGJroSgOmrTgWjOZsoFiKkRogRSieETSUxCOhGBokqJYrTIi7sk+EhRTS0SikRSj3R3x0oBm6tTTQK2ICxwnDfhFazZLRulseitkwOkhcGjfkLPYxwaWu5W81tC1n52O5h81gJHcLXx86T6s5vMwX9yKgaQCPZDftyigEtJCgRbiCt5zAHdb3R3CSo9VHssM0HaStHpDxHkts7e6ryK0XYpUzqDDPo0lz/wBTuqczDe/IXW9OhE0LSSCtE9JxZBqdE0u+ixOSTOkto4npoMeSJQ2gNiuthl9IPujSdKjERDGBo+AqrI/K29kJOxki8HbJi5VQ9P5vYoBsOX0EMyUgPlAF2hGfZGidi2Jr7pfiKWe6cWoHJ+VOpHI1m5BB5VuLIA5XPjKAI3U/xwAu0KBaOpjyWngo7ckCja5JnVAO6P8A5q3TyikydkdWM9rB2/VV5+pA8EfquOn62A6g7ZVndcLjTd/lNTrYne9I3+u5rZemhhO4kDguafJsoZOY+UAE7Xarvk7Lm5tz0a8SdbJSPQSbUS4lO03SRItHDbNIzIU8TN1dZGKVc5D2V2wqXk/CuNiCkYwqe7J2M2SMhp2VeQhgt1gXS0pW3a1fCcETepzZ0zWvOOxrYg7cNc67cPmh+60YI93Qjkcu4GN2mQOjdWrS9paa96K3un+DusZ2KMmoMaN4uMZL6Lx2NAbfddf1WPE69iGDNiY5wOqOWvUwj2PttuFTm6s9j9OvYLoR4yT2I5s4nLwMrpuXJi5kQinjokarDgeCD3CgAui8QFvUcRmU3ebG2sfzRnn9Dv8Aqub1brHnx9ZUixPQStlBxATF1AoTn2qFHYyGe7dVnvUpHWgPPsroxDRBzvlDD7ScCTykGHkK9JCsk0lGYNkNrd+Edo2pJJjIbshPtHLdkJ42QiGkAKjW6dxUdV7K1CNklJvKiPhEAKDolNkw6hSSakkmg0WHwlqhVLcnw9MZ27LHe3S6lnx5OwidjAWkYyiMRAy0zlQ3WyoY/hREaulihp3RUxWiePCKFqU8LQ3hKNxG1qUjrFWq+zslGY+LcoXl78K+5iEYzdq+OT4BWwGmk1i0VzShBvrVjlaDJUEYOyUsYc0gjspsbspOGyRSp2UyV6ZgyxmF7h2VQuJcfhaufCXDUO3KyiyjdruYZ9oJnEyw6TaIPAdueVbwDplb8Ks8t00Cj4IuUAg7pp+Cw9PTuhZDJIWhvPcLoGOPfhcr4bgkAFtdpXWtZQXOl6dWHhMGxRVHIxuS1X6ocJnNBHCA1mI6MjYhV3At54W1JEDeypSwAikwDMc6rQnajwrrscBDMQBTWCjPcx5O1peU4DdaAjHsmc0VwpYGjMLChPBC0JGgdlUm5oBMmhHEpveRsgufIRyrLnMbZd2WbNleY6mbBCU+oIYnJhwwk+o0EUeWzZo+6qMf82iB6wZckpOmzfDDGCDOddoZdYUgb2UvL2VSaXo4PnupxN3S8o3srePDZAQlLREgsMR5VtraajxYx8vhM9ulY/qWyxwaVibsEztu6Zz9kF8grlFRbKyErgASrXRJd8qLVuWtePsSP91mzP8ASQg9NndH13EbZ0SO8o/f/wB6W/irrLYLOxgyXNcA52wWb1N4ErtLjR3WtHhB5smlT6rhtZGx53B2K6hVdlLAnaHBrnW13pd9CsLLikw8ubGksOjcW/Udj+lLWx/KjmsXsU/iTG8yDHzmj1NPlSn3HLT/AHCz549kWwZz5ee6YvABJ2A5SAWh0OKGTreL57A+NpL9DhYcQLAP3WRQt0WLSM3U11ci+LaRf091Hy73Xp3UpYur9NkwcsDS8eiShcbuzgvO3478eV8UoqRjixw+QmzY/phjKyl5SkIVebED2U2w32WeWVoakUmw2ptjoq6Mf4SdFSr+o2TSKL2ndVpAfZX5GHfdVnsVsWEouabSDCrPlklEZCre9C0V2RlFbGrDYSEQRe4SOYaKvlpK35SSXsE6XN0CI7hcrlUHla2Vl6mrDyH6nkrNxoNGeCaRJr1Ya6ws9rkdki0ygM2W9Wyg76KIeCEtQKSgj/dPymFFOKQZB9NqDgp6gEN8goqJMOgDwFANtydzrKdnKt3QrewwbSi5TB2QnuF7oIVorztDmkVsVj5EZjeRXpWxI7cqrPRhfY5C6HFnK1FGHk44tOT+DC0W7nZd7/h3j9H6pmP6Z1KmTu9ULiaDvi/dcOW6TSmxxaQQS1wNgtNEH4K7X01VM5EZ7s+imeChjDVgZOlv/wCOUWP1CDPgZeIKnx3Af1t9Tf1C5bwL/ig2MR9M8QzGhTYsx39n+31Xr8UjJYmyRva+NwtrmmwR7rHl4yT0bcfIOCAvg2ovaatn6LtMnpGFlWXQhrz/ADs9JWNleHMiMF2NK2Ydmv8ASf14WZ4mjRHNF+nOSEjZzaVeQXa1sjEyoIycjFlY0cktsD7hZzoGvFxuP2SUWpplBwtAc3fhX5IHgdiguicOWkKEKpbshltWrhj7FCdEiRlCUbXSpyDfYLVfC4g0LQPwrnOArcqC0c71I6WNYOXWfss0Cl1XiXoGbhQYfUPLD8KZgYHj+R4JsO9r7LnCyuQqJt9jTjrroG0lWI+UINRo+VnkaV4WYm3StiMIESuN3FrLkbsFEBCCrWNGGkWhDZTEmlVu3oC9NuIsEao5TwCaQPxRAq1WlyNXdUwwvsaHJONCfL8oD5T7oTn2Tuok2tsY0ZZDSPsFCxyR1PBcBdZMZ5/1BTePSUsVrj1DFa1pc7zmOpos0HA2tGN0xWd7JIWaqJoEqpl5TJcR8TvzAW35WlLjWSSOSsfquA8Q+cwn03sPoumVIp9O6Xm9TyyzHY1jGC5JpbDGDt9T8LeyPDuU7DmxXSRTxSxlpcw0WnsaPzSpnImhw2SwXTmtLm++ypDxTMx+nVsdjaWUb0MnRzGRjZGK4MyYZIJDtUjas/B4P2U8Kf8AD5uPKeBILPwdj/ddtj9YgzYDBlxRzQO/NG8WCuc6/wBCixB+KwXOdhPNaHG3RE9r7j2KyzxuLssjO9GzJK5k2gnZZXiCJvnY+Q3mRpa8+5bx+39lcg05OBjzagS+MX9e/wC4S6pjCXo8hadT4CJW+9DY/sf2VuWPfGROmYkdWrMcdqrCQVowUQuPkQ/YQi2QpIxRVzTshvZYVVg7GXI3sgOi3Wi+PsoeVurlIPYpMgvsrDMeuytxwKw2IJXMnYzjAkYq7LQdGEFzKUUidipoSVjQkm7B7mNJOT3VSR1m0i7blCe5alChBalJr0GwkH0rOojey22VFbISqAfujRkquUBkXNeyWtB1elDc+knUF7LBkCE+RAMmyiH2rFAj9C6lNrkAFPqpFol0WfNFIMj7Q9SRNoRiT0jITfKg8BzKKly6yoPs8Fdf+Oxpycn8HM/kZuMVFfJRyI9LgQq6uTNJbuqhBBXTkjlRYgSut8JeP+q+FnMha78V0698WR35R7sPb6cLkUklWPdeH0/4b8W9J8UYvm4GR/FaP4kEmz4/qP8Afhbx42XyVhZ2TgZceViZEkGRGbZJGaIXsXg7/FiHNMeD4g0Y+QaazKbtG8/6v6T+yqni+UWwy/s9Rs1So5fScLMH8WBmo/zNFO/UK4HNe0OaQWkWCDYISJpZ3H9l6f6OZyvC72m8bItvZsg/3CyMjp2bi358BLf62epq7wm1BzQdiFVLEmWxytenm8jYyarcIRisbFd3l9Hx80/xIGl39QFH9Vlz+E8htuxXscP/AMbzR/VI8bRYsqZzLYCAVKLFd5oe4D4CuS482JJ5WTC6F/YO4P0PdTIcyAyBhe6vS0cuPYJCy0zS6A+PxH0PqXS8llw+dJA012HB+x7ryXIxZIXyY8o/iwvdG76gkL2/wt0Z3RuiY8MhJn9T5Tf8ziXH9yvNPHWIemeLck6KZltGQ0+5Ozq+4/dWSx9lZTHL1dHISgsdpKZmx2VjIYJBq7qrokaeFkyYfk24s6bouxvohWhJtys5hLTujCRYJx2akXPN/RQfNXdVDKR3QJZiSgsdkLpnsbFRMthURLvyiNdYVnSgFjVZRW7hAbyrDUrEHLdl0/gyU4cmbkADUdDASN6ok/3C5qvTfZdP0XFMPTS9wIfI7V9q2V/FVzFm6R0OXksnlDxQ1VdLK6q4Nwn71ZH3VTqGU/Hi9DjYFhXZ8cTYFSEuJorpFaM3HeZMNobfpFKnndMZlwaowGTDcEcO+CtqLFgib/CvTW4cbUo2tcSwDsaUobVHCwZMuLNTrFGiF0LZhk4MjHWY5ABXsfdA6jHC1x81gY89ztaHjZLBA+PUAKUatUxFaYsJ748VsV/lc4futjCLpHkPHocNJ+h2KxceRr5zp2FWfqtzBkABYaQjH7KHlLZyzIzDMYiN2OLT9itKAilDq0Xl9VyC0bPp4+43/wB1GJ1UuNljTY9l8OFKDiKKGH7JnOtZ6FsTm2VEM3T7hS7hQawrGhE0oTSU5kVbTsg7h8oDwpOkQjJaeKCh9KSjrST0E5HUFB31UQ5RcV0qK+w52UNSe1FyahWSDt7VmN1hVGnhWGOpBxCnRYJ2QnFPrUHFVqOwOWwZO6dpUCR3TgqyiWGTElRDqSJvhChrJhLdM3lToqQi5SSRJSUVbIO2G/KrPeWfKs/mKG5opekwYVihSPN58sss22V3PD27KpI3urT4aFs59kIASNPYjkJ5IqRV7qQFqRYRacJKHsYBOANweCkmuxugE7Hwn4+6p4Z0QBzsvAvfGkN6R7sPb6cL3DoPiHpviPBbldOyGyCv4jDs+M+zh2Xy+D7K/wBM6tm9HzmZuBkvgyGfzN4cPZw7j4SygpDxyNH1PpUvLXH+Cf8AEDD8VQ/h52sxepsHqgJ2kH9TPcfHIXZlZXFxdM0qVjJUVF72Rxue97WMaLc5xoAe5K8j8Y/4gyZ+Q/p3TnTRdPFtlkiOmXI+Gn+VnzyfhSiNnd9U8TdLJkwonQ5crTT9W8bD7E9z8BAf1Hw/0yGLLzcrHjc0WyKIlzya/pBJXjMLenRQnyoZjJIfRjRZBLQfd3ufgLdxjHEGxGHGDi0B34lxdK4++lvbjZK4pjRk6Ol6h496jk5rf8ukixMVo2jkh1Pf8knYfQLM8S9Td4o6U2LIjY3q2Ex02PJG2hMwbvZXY1v9lXdj40tA+UTyXMjlZt7cEBUsIy4/WmZMGqWKCQNrnYc19ux5TJ0LJNowIsoOAs2FabNE4bgBZ3UBFjdb6hBjva6COciKjdMIDgP0cqj8kxncrV9DHNbM6zzhLRsSaCfSQhGws5mbasNzBXNhY838bGW4M24v5JrU0HdZ+qCQTysySWQzFzHu2WniTNyYgDtIOVk5HAliXaGzTg/kI5HUtDtYjMYVNsJB3Rmx0uZKVenRVPYo2muEZoHcJBtBOa7qpu/AtF3Dx2z5Ecbjs5wv6Lr5JGNh07bbbLjunzac2IfK6Fzi5trfwlUWzPkWzOzyZXCMC3OND7rekf5cIaTw2isZ2DkTZTJo5GsLTYtW5ckyGntDX8Ee63CRBue9jyWuOk9lYw5xq357Kk/8236KyxrA1vYhFFlF6YwzRaJY2Pb7OFqvF0Xo736zgx2eRZr+6gXloPdSilcDYKhHRKTw7jBxdj/w/i9lFnS3xO2k4H6q9FK55AKthvp3UFo5LreM9j4ZjVEFhP7j9lnN23XUdbiD+muNbscHD+y5c7Lk8tVMaOwgfwnL91XLtkg+ys3Ww0XYgXFWBCKtVsd4tXTINConZEVnHShOfzulO8USFUc9NCN+jpaCuehl9oWo2ms2raolFjWkgpI0gnKi9PCYlE0mrpCeDfC6FlFCJHuo3abbunFFMBscKYKjpTgIMhPXXdPqsbKB5SvalEiCO6a6SJ2UN/dSyBA7ZTabQBfurEbCpTfgbS2wrG2dlJ7wBobv7lRLq2b+qHdLp8PhdX3mcvl83t9kB3bBCe/ZOXWoPIXUOV6RDjSrzsc1wkZz3HujqLglexloBrEjbB+ygFGQGGbUPynkKbt9wUtBTGpKkvukhQwhslaYpWoELDK+KVskb3Mew6muaaLT7gr2HwV/irHK2Pp3iOUMlHpjzf5X/D/Y/PBXjO9pwe3ug0pehjJo9l8b9Q6z4ge/ExYZYOltALQHAHJP+vfZvwvP8rouUxjWvayFm5dD5uprf/E8/qtrwP8A4hf5KY+mdZZ+I6YfSyRzdTsf4+Wf2Xrr8Xo2XBHkDDxJo3t1RyNYCHA9wVlnBxZpjJNHgMUUGEyOeCGeJt6Hy6zZJ+e3fdbOFmCOQCJ3lhwvRixanu+rz3XouZ0+DqWNl9PcxoZM0hh0gURuP7LzH8NLg5LsSUPDQfTcxjaVWOjoBmTsbI+f8S1laiJc8NO3sB/83VTpUkr8hmS8zuEcU2Q65WvAbRaPU3ci7FEG1nTyMbF5cH4RvmGvRE6U7bnf7LVw4XHCgjIhZJkAPmkfhuiMWOzj1N4ujygxjmfFXTJOmdRhzIwDi5UUbiWn8ji0bH52WdG5koAdvfC77rOZ0XqvTsiLIzIx/mD2iAxfxPKjjH5iQLr6hedeVJh5L8aW9bKIdRAc07hwB7EbrTgn/VmXNj+USzMR2O3zGH0nlRhDmwtJNl26uahNCY3boL271Ww4WtIoIaaCdjjG8OHZR1AbJwdSlCmrDlHSC0/YrSxZmTbVpd7Fc5G8t4ViLLBdpcacOCsfJ4WPPHapmrj8vJhl7aOlfEQ21Vftynw88TReXIfWB+qhM8b0V5bJgnhyOEj0mLNDLDsh4JNGTG++HArrmOuPlcQ11LssB4mw4n2LLQVt4urRVlLsUbaBduPZKbp4zZH+V6CACNv3TxkanAmgwW49gtfp0Oi5pBTn1sf5QOAtqRXZywEjJfLlYWyNPBHK0YhG8Brhv8rfz8GDKjB0ixusuPFpzojR7tcR+Yf8o+EsE7BjkjtpIPwq4w5WHajSutjkjc5rTv7XyjxuaSQ7Y9weyFjIqQRTf0q2wS/08Kw0NoIja3+VCGP1A68eaNwO8ZXISFdz1GRphcyhek7/AGXAyO2545XP5i2mPAi4/KZt2oF9p2blZKGLkRoqz5npq1XYBQR2t+FVMgGTcIDmlXJGUAq72/CiYUwFJVvwiadlEgp7CRSSpJQhglm1J4sPzSUXTanG/wAh99itkJ7oShYfQX5U4aTpbe5V3L8OCDZjrPZMzqroPVGKd7lCHWpnzB0jtS3qMehj7T+pT8Kb+kyslaw8O7o+d0g4kLZGvLgdirU2f5oDqojhQfmOlFSmwPZUuPiLXJ3aMXy3n+Qn7JGGTs0/ougjnxtPax2QH5MWqg39k3ReWBydWY7cOeUgMic4n4WhjeG82Z38QeU3/UN1t9P6ji4p1Ob96VqfrjMh1QgAe5VywxKHml4YjuhQ4v53uc75VDK8uMlrAPlW+oZ73PID7d3PssskuG5W7j8ZJ9mjDyOS39qYxKgUjsmNLec8Vob+VImkNx+UCEdSbUmPKh3ShFKwStooDLYzQ4E1wU87Xabb2Q45tQo8/KVjoIHBStDNFONkBiabZMSSmUISKa0xNpcqEJB37LrfBvjjJ8NTNxcnVP0l5OqLl0RPLmfHuFyG6VoOmqCnTPojHfFkt/E4srJGSjzYHtNh45QOo9JxsxoyRD6ZOQRel3cLyPwn4vyPDeSI5QZ+nPdckI/Mw/1M+fcd17hiZeHn9PZn4czcjDlGrW3gfX2KzTg0aYzTR5J18ZWB1ZmHI6V8ZLWxhp8tpDjVbfoUaXAzJm5WW+eTL/Gu8qERSO8kEbOLhyGDcC9tl1HizBZJLg5LcdmQ+J7msBdp9BbbiPkVssXFE+ZEzKZG/Fnk0Y0U2OL0Mq3GZh7fKqZakV/DuBi4r8WTHYwxtmmnkO16WAgA/dXvFvSP888JQ9TYz/6v0uBskw006THduAflqNO6GfGkdLDFiunc3GxJ4DqhdGN3O1D8pKLB1o9L6oMvOBOJLN5Ol9f/AMcN0En3aSeVIy3oElejy6CTUAR3V5rWvbZT+Jukf+m/FOZ0zfyWu8zHd/VE7dp/2+yrRSbLoY5dkYJx6uhpscE7KtRYVoE2EGWOwT3T0KCa4FqhMKIeORyha9LqHdHa62mwgQNi5G4cHbg8rWZJ+IjBb+Ychc20+RLpP5TwVs9LyGw5YLxqY5tfdYuXgjlhv1G3iZ3iml8FzynjYjZdN0CTVgaCacx2kf7LEfK3cgbKx0zN0ZRj41jb6hcrHjcWduUlJaOshI1NaBbGHU4/1O/9lsxynSL5WFjPHlN34V6LI23K1FFmt5ts3VQguGkH1XbSfdDE2ylrBAPO6jJY0khc+GQbWC1w9iEzo/Mcb591XyJHRytcOHuDvoeD/srINjZLRbHwIwkANOymXEcFBLyQmc+gjRCpnP8AS4n2XCyvXY9RkAglPADD/ZcNI4mvosPJVtBh6yWqyjxnhUwSCrETjYWSS0WmlFvSuMbsqELtlfieKWWYrHcy2qrI2leLxSqSlRCplY8qLuFJ3KgSrBwZ5SUqCShDKDd+Exh82QAKwGbojIyH2FdjlcqDS9RTycYsAVLRRWq+5JCHdlXngAOy7UF9qRzpT+9kIhbRe6JKGiJRZTRSfIJ8tCUSKTBwgAi+6nMwAihygsNUStQwtdAJByFFC1Y0506KGg17IUzjBVGieEWZxHBWbI8l5LjZWrBjt2zDyMteEnP/AFQ/MPCG6RR1il0DnsKXofmG1EytUmlpRsFC1KDnUpuojZCI/VDYaGu0w5TqLTRpAjESq0sN2W7FWXt7hCshK/RkBikIJY/lGQJmWNQ5ChFP2clQ9FpJNe1hIFEA6QOySShBJJJIUQQNLpPCHi/K8K9RD23LgyuH4jH7Ef1D2d/dc33SQasKdeHtHip3Tc3w7j9Vw5HZHS8iZrg6N3qgJ/N9PalzGHnRxZwz3zSyyytcMZ8It8GogDW3vsuU6J1+fpcWThOuXp+Y0tnguqPZ7fZw/dXcbqkrc1uS3SzIc4Fs7eWsaNO/uL3WWeNrw048p2glMTJG4kkUcjtOHjvBJgncfzkjhp53WfkxRZE78CFj24uOPLdC5tyQsby5p/mYTuqwmd07zPTDqLPLiDHAwZEjt3PHsQi9JqSIzPdNpiIjbpP8SAf/AOmqqKL5bH8d4jszwv0/qT2A5fTXDCneP5onbxuv2/5XBwyWN164IY8/HzOlvYxsGdCYvTxqO7HN+NX6GwvGhrhmfFKC2SNxa4exBorVhlujJmj8mrHJ2Urs0qjHlHDtlrTMrJuijO4bugadJRdfuou3HCjCAnZ5ke3I3CWLKdhfCJwqpb5eQSPyndJQyNrFnc+Ty7Lr3+ivsa6OZsovU02Fg4M0kEj5Ox7LfhlE+OHjv+yx8iFPtRt42V11bOoxsgPgY8HYhWo56PK53p73RjQXbXsrzsjSatZqN6ZvRzXW6tRygkC1gQ5Nlq0oZwBfdAcs5LhJgOf3b6m/YqzGfQN1nMmBxDGdwbv6WrYkAjofZL8lq8DOdQ5QnyCuUB0vygvm2TAZV6tJWJKP6hS5fyCflbufN5o0dlDHxdQGy5XLyVOgwdGJ+HPspMjIW+cIVwqkuLp4Cy97H7laIK3GaCE2ItPCO1uyrkwuiYfsgyWUXSFB7UqYuiuWqHl7qxQU2sBTOQbKnl/CSv8Ak/RJL3DZikKUX51A7qUYp9rTi/JEl+JAb5LrQ8gKWv8A6g0mmXfj+JypfmyoRSnMP4IUXe4RJx/04KWTotiik/Zqu9OzAR5Tz+qpub6VVc1zHam7FSEtkyQbVo0upaIgaPPCwpH/ACj5WQ5zQ1xsrMllNrpYlUTk5m5ToM6QVyhGW0HVYSVjYlBhIFISKtfsnDvlSyUW/OpOJ2k7qrq91LZSwFrZ3B3UHWEEOLeEQP1DflEg+skUoluyhqoqV97UoJEt2VSaPTuFfBtQkjBFqtoZMpwzFo0u4VppBFqq+L2SY8sNO4QGLZKVqLCHjbupEVsUyFHStRq0hsg2QkmJ2UHupQMiFhSCV8q7iSmEuo7ObR77LM8wnuise5p2KnoPDq4pY8zHjxMLGeYw0mTGe/8AMTu57CeD8LoOnuDoWv8AOdUdNbktrzIj7SN7g/uuH6dnRxzN/EML4x/Sac0+4PYrrIpjrjydYI2DMxuzXj+mUfVZ8sK2jVhm36bscrmPaSGROjOvUw+kXsHN/wBJPPsTa4fx1gjE68M6NmmLPZ5prgSDZ4+N9/uuxjcwwatP4eRvqdFs9jAf5mnuw8OHblZvifDOZ4cmibHU2PIZmNJsggept/8Aj370FXjlTHyR7I4OF98Ky12yzsd47HZXGu43W+LtGBqixqsJXYQxwmshOAkXUhyN1CwdwpHdMgQGZnABreVu9LkAgEbnU4ngrE2Z6ipx5DnP9NqqcO6osxy6Ss62yzToNWUd+pgs8+6zcGQyY0Reb3oLcyYdcbaG5Gy5zi06OnGdqwTJQK33V1mU4N37LNgx3tNuVkyBvO6UujI04JfQ2/ZHOV8rH/EOA2Cj57+4ULlI1XZI90B2U263WZJlkcKOOX5UgHAQYXJFl5LpyAD7rZwogWgd1g9edP0CPB6pAdeLkXFkQu30yN3BHtbf3C3eiZ2J1SEZGJLrbw5v8zT7ELmcrjyT7/DEWWMvtRojFsbhUcnF0nhdAyIuYNlTyoLBWProc5qWPSUzVayYyHHZUi/SatJ1ZE2FUXD5UNe43UhbkKoYhpU2cqWg2pMjN8KS2CwobsN0kUR7BJV9Q2cqDYRI224gqs11IrXG9ltxr70Wy/FgyAMkhNM6hSdu+SSmyRRC76/E5MvzK9it0WU3jgKs40rRYfw4PZVZPC7H6A0WzdVpGVdjhaG2gbKhnHRC4oQh2kWzmoY7MfIfqeVSdujyHclVnkldmtUcBbdiugo2mIJTtaQUowxdScOTlvum0bqEJarT6lHSQm3UQKCh2ye+4QQ6iih17IpkaJXq37pwdlEDdRcS02jYAodRUw6+VXD1NrwVLJQ8rK37IDmBw+Vb2e2u6BVHdK0FOirqfEbBVuObzhuKKG5gKC9hYbal8Guy4bCblBimDvSeVYjb6rRQCD2WglpCvlm1qBj3UonYqNBRK2RTHSagolQG7BiwdlrdM6lPikxseAx+zmv3a74IWbpCcHSQVGr0xk6do9D6ZkR/h3tbbIo7c1n5nYx7lvZzDvY9lelcIp4WFh0EhpANtcK4B9qOx9vouE6P1R+LPGNZAa62uG5b/wAj3C7V07JXwsjLfSR+WyAXnYD3adyD2ohZcmNp2jTCfZUeb9Swz0vq2Vh76Y5DoJ7sO4/ZMx9hdD43xA/8PnxC/wD7Tz7jkFcxEdgr8TtFGWNSLoOyYmjag1yne3CuRSPfsmN8JgU3dEgpAXMpJhDAAOSkrcf+W4kjGzRuy3kAuc+QsjaT2DRufqT9kr0WQi5aLnS8llRY7zRDrBWzjTHP8Y4GGLpznxNAdVuLHVf3pS6d/lsf8Sbo+A2OtiGu1E/6SSsPoWV+H8YdMnftWewu393V/uqJw9ZodwSTOykh0ag9pa9uxb7Huq7Y2k8rv+sdDj6g90kWmPKbt7Nkr3+flcbLhSY+U6KSN0cjT6mOFELntNM2waYJkTe6Z7BwKRvLpP5W1olhnvx9ZutlYw4PLkuqVlsKPDEAdxsELCVvFkQyP8O+pkep2LPBNX9N2Cf0K816F1zJ6N1JmVjHg/xGdpG9wf8AZequidm+BPFrju1zmtaPhjR/yvFsYbWQCSbWiEe0Wn4YMzanaPo/p2Zj9RwYczFfqhmaHsPwex+U+QwaSuC/w06sTj5fTHu/7REsQ+Dz+/8AddvkTt0kX2XA5EfpzcTo4Z94WYmc0AlY0u7uVpZk1uKziLcs1ltCjaSQtGKCxwgY0VkLax4dhsq3KyFP8OALpD0hpWrLDQ+VkZDtKS2BoIHgBJZ34to2v90k2yWct5lI8L7dazPMoqzjS6nUuhGH3Isk/tL0W+Sny2b2oQGsgFWcinLsr8Tmx/MyXDvS0o4zJjADlZ8uxr5WnDKIYA4qrL+JfiX3MZ3T5GQ6nUsDq7vLDYzzyugm6j5jaHC5LrE/mZj3dhsAruGm5bKeZNLHSM97goagoOdZUeV07OUiesDsn80eyHSWyVhJ604kHdDoEKOn2UsloOHhS9JVWiDslZClkLJYOyXlkcIDZiOUVs47qXYKJbhO46mkKQkaUi0VYTMHhWNhO1yUgpCvflJdDJWXI5PlEcNQsKiH0VchfqbSZbQGqGLaCjpHsjO2KjanUVMqyRb23YomPkUdLtiiFopVpYrNjlCmh07NK7HKYuAVLHnNaHHdWS7blMnYrVBLtRcAEMOKYvRAM51FRc+wovNm1AnZI2OEY+ngrqvDvVNE4ic8h7hpZ/qJ2Dfjckg+65EIscjmEUSCDYIQf3KmGL6u0emdSwIuo4OdgDcuiMkR+WH/AI/svMG6o5C1+zgSCF6F0LrrJmw5MtNkge1sw92H0k/Tdch4swx03xPmQNB0a9bfod1TD7XTLslSVlZjrCnarRPsI1rSjKTBtIlMDSflEggd0zIH5OW1g4vlMrnS5RHnRhwsONIND43TOhijkkkJcLDG7ewoLk8uR7chz2up4dqB9iDY/ddtkSsxcB9Ea3BcFkkeaT8pGaMrPoLw31/H8Q9Fiy2PaZaDZ2Xux4G4/wB1czceDMjazKh85o/JIDT2fQrwHw94gyvD/UfxGOS5jtpIidnj/le1dE67idewGz4sm/D2E7tPssmTGNjyUBm6BM0l+LIcmMb6SKkb9RwfqFQdBpvaj3BXRvdocLLgezmlPK6LIZWTGMj/AFA6Xj7/APKpeP8ARphm/ZzjY9woz+iMgc0tSTDxA6ocxzD/AEzxE/uFX/B4r7GR1GJo7+VG5zv3oKvoy76sSl0fI1eEPFmMWHTHGX6q/qZZ/cLxKBxD3ey9/wAqPD6V4J65+EM72SQyPdJMQSSW0Bt2H+68FawNeSaHF9gtWJUYc0rkbvhjqJwOv4kl017vKefh2396Xp82UaIJ34Xi7HU4Fhog2KPFL1eHzMzEiyo2ktkYHbfK5P8ALYtqaNXClacQU8pc7YpQjUQnOJkl28D/ANEeHGna7eCT66Vx6kbqLuLHuNlt48fpGyz8WJza1Nqvda8EkbQNTgmjB/KJQKeI0aC5Pr034aFzyaAXcPfA4H1t/VcF4yhmfiO/DwSy3/Q0lX48Sc1fguR1F16cRJ1uTzHU0kX7pKn/AJbn9+n5l/8A6XJLr/Sxfo5n/qHc/dGxHHzAomIjkIkLC2RZFWjqO6ZpY7v4wV2UAhUMf/uBXXjbddNfic66mUMhtEK1INWGKVbIVqMf9GAq5mnG9lN0Tmx2uXy3F8jne5XZ5dMwXHvpK4iR1uK2cVemLn6aSA6bUg1SsVzukTS2GBECFBTPwoIBEnTJ0CDiki21HdSBUCQMdqBaQjWkaKWiICHEFWI5exQS0KPB2tMmRqyzIza1VcKcjsfbaKFKEGgrwgCjxOoqqixndRaI1aL96mhNShG7ZTLtlZZXRElDLknOUeUrGQGTY6gjRZAds7YobwhltDZLsb0vByR3QIJNXpJVgn7p0xGqBnhRUz8KNIMZESm1EFOQokIURF3Cy3wSHSdiC1wPcHstjxdIOp9K6X1po9ek4k//AJN3aT9Ra5sGir+PmOHTcrBkAdFNTgD/ACvbwR+4Syje0MnWjNikIKvtOpZbDpdRFFXopE0GI0GOyYOUiA5oKCRRTgC6k7JCyRrgaIIKCHUeU5O1qENTO6t+IIF9t1kZLgSggkzknhTmNlVljbfoO97vZaXRutZfRc5uTiSUeHtP5Xj2IWUUgfslJXye8+HvE+D4jxf4TgzIYLlgcfUPke4WnI2nbbD2XzzjZU2JkMyMeZ8UrDbZGGiF6X4e/wARYchoxutBsUmwbktHpd/5Dt/ZVSx7+0sjkrTOxmkednEOA4VNslygEULR5Zo3tEkT2PY4W1zTYKy8jIAB08nhVU0y27NLxTkwR+CslrHtDZ2eVd+/P9iuC8H+HI5oczLyIGvyGgeU2Qagyxd0hda6tI/omJh63V58kjz8DYD9ys4+J8zp/W8ifAcGtc1rSwkkWGiz+v2Qkm1SEvezs+u4nS+peEp3z4WPj5WMP4OTFGGuc6r0mlkeG8iWToGK23hjAWltmuVzPUvEfVOpxls8lRgUI2baiV1OE2DBjiwomuY4Qse8F2r+J/Ob+v8AZZOXBxw0zZxZR7mjdHuPum1OJ3e79Sh67Cg5xu1yaOlSHm1taSJH/ZxVUzygf92T/wDuUaZ1sJ2VUHbdNdAZJ87wATLJfw8hRY+UA/8AUTCvaU/8oT/UVJo0/RHtoCVhfxOV2zMmv/3OSQHP3SS9mHqitot1XtSbSAkkr8S2hJ+FrHAO/dWXk19kkl1f6nP/ALFN27wDwrTDpjoDb2SSVcjTAoZ8zjG5vAqlyL9yUklt434mDmO5Iiw2+lIj5SSWoxESouu/skkgEXdIXQSSUIImgmspJIWQVlOUklCECSlaSSBB7UZCkkoMCRGGkkkUBh2Ep3ONpJIgRHukDskkgQi4bqIApJJH5D8ECNLrBojdWoZSW77pJKR9BIdx3KgSUkkQIQTE2kkgEYGipaiWmjRSSUICJ1tLiPVzanETwkkokQtWa5UXHdJJOKRoWkdwkkp8BoD/ADWouJ1UkkkQxG1EmkklGD5G1UiNd6UkkjHRr9J8QZ3SqZA8GEm3RO3B/wCF12J1cdRx/PZG5lEDSSkkg0mmwJuzl+qSF7Nv5ZXjdZGnezykkq4rY8vREAxuHal0/hyY5Mhc7lkVfukks3O/1Mv4n+xHQEeyXKSS4XwdkHJ+UqqDyEklFsg1AOUkkkGMgbuTskkkmBZ//9k=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zh-CN" altLang="en-US"/>
          </a:p>
        </p:txBody>
      </p:sp>
      <p:pic>
        <p:nvPicPr>
          <p:cNvPr id="4105" name="Picture 9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7524328"/>
            <a:ext cx="1872208" cy="13431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13807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人物形象参考</a:t>
            </a:r>
          </a:p>
        </p:txBody>
      </p:sp>
      <p:sp>
        <p:nvSpPr>
          <p:cNvPr id="4" name="矩形 3"/>
          <p:cNvSpPr/>
          <p:nvPr/>
        </p:nvSpPr>
        <p:spPr>
          <a:xfrm>
            <a:off x="598909" y="1767579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王一鸣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张嘉译饰演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矩形 4"/>
          <p:cNvSpPr/>
          <p:nvPr/>
        </p:nvSpPr>
        <p:spPr>
          <a:xfrm>
            <a:off x="598909" y="3419872"/>
            <a:ext cx="1800200" cy="375204"/>
          </a:xfrm>
          <a:prstGeom prst="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小固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   </a:t>
            </a:r>
            <a:r>
              <a:rPr lang="en-US" altLang="zh-CN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–</a:t>
            </a:r>
            <a:r>
              <a:rPr lang="zh-CN" altLang="en-US" sz="10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郭德纲</a:t>
            </a:r>
            <a:r>
              <a:rPr lang="zh-CN" altLang="en-US" sz="1000" dirty="0" smtClean="0">
                <a:latin typeface="微软雅黑" panose="020B0503020204020204" pitchFamily="34" charset="-122"/>
                <a:ea typeface="微软雅黑" panose="020B0503020204020204" pitchFamily="34" charset="-122"/>
              </a:rPr>
              <a:t>饰演</a:t>
            </a:r>
            <a:endParaRPr lang="zh-CN" altLang="en-US" sz="10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5808" y="3419872"/>
            <a:ext cx="2237234" cy="16287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1750" y="1767579"/>
            <a:ext cx="2165226" cy="13944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8790395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跋涉">
  <a:themeElements>
    <a:clrScheme name="跋涉">
      <a:dk1>
        <a:sysClr val="windowText" lastClr="000000"/>
      </a:dk1>
      <a:lt1>
        <a:sysClr val="window" lastClr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跋涉">
      <a:majorFont>
        <a:latin typeface="Franklin Gothic Medium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跋涉">
      <a:fillStyleLst>
        <a:solidFill>
          <a:schemeClr val="phClr"/>
        </a:solidFill>
        <a:gradFill rotWithShape="1">
          <a:gsLst>
            <a:gs pos="0">
              <a:schemeClr val="phClr">
                <a:tint val="30000"/>
                <a:satMod val="250000"/>
              </a:schemeClr>
            </a:gs>
            <a:gs pos="72000">
              <a:schemeClr val="phClr">
                <a:tint val="75000"/>
                <a:satMod val="210000"/>
              </a:schemeClr>
            </a:gs>
            <a:gs pos="100000">
              <a:schemeClr val="phClr">
                <a:tint val="85000"/>
                <a:satMod val="210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75000"/>
                <a:shade val="85000"/>
                <a:satMod val="230000"/>
              </a:schemeClr>
            </a:gs>
            <a:gs pos="25000">
              <a:schemeClr val="phClr">
                <a:tint val="90000"/>
                <a:shade val="70000"/>
                <a:satMod val="220000"/>
              </a:schemeClr>
            </a:gs>
            <a:gs pos="50000">
              <a:schemeClr val="phClr">
                <a:tint val="90000"/>
                <a:shade val="58000"/>
                <a:satMod val="225000"/>
              </a:schemeClr>
            </a:gs>
            <a:gs pos="65000">
              <a:schemeClr val="phClr">
                <a:tint val="90000"/>
                <a:shade val="58000"/>
                <a:satMod val="225000"/>
              </a:schemeClr>
            </a:gs>
            <a:gs pos="80000">
              <a:schemeClr val="phClr">
                <a:tint val="90000"/>
                <a:shade val="69000"/>
                <a:satMod val="220000"/>
              </a:schemeClr>
            </a:gs>
            <a:gs pos="100000">
              <a:schemeClr val="phClr">
                <a:tint val="77000"/>
                <a:shade val="80000"/>
                <a:satMod val="230000"/>
              </a:schemeClr>
            </a:gs>
          </a:gsLst>
          <a:lin ang="5400000" scaled="1"/>
        </a:gradFill>
      </a:fillStyleLst>
      <a:lnStyleLst>
        <a:ln w="10000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0"/>
            </a:lightRig>
          </a:scene3d>
          <a:sp3d prstMaterial="metal">
            <a:bevelT w="10000" h="10000"/>
          </a:sp3d>
        </a:effectStyle>
        <a:effectStyle>
          <a:effectLst>
            <a:outerShdw blurRad="76200" dist="50800" dir="5400000" rotWithShape="0">
              <a:srgbClr val="4E3B30">
                <a:alpha val="60000"/>
              </a:srgbClr>
            </a:outerShdw>
          </a:effectLst>
          <a:scene3d>
            <a:camera prst="obliqueTopLeft" fov="600000">
              <a:rot lat="0" lon="0" rev="0"/>
            </a:camera>
            <a:lightRig rig="balanced" dir="t">
              <a:rot lat="0" lon="0" rev="19200000"/>
            </a:lightRig>
          </a:scene3d>
          <a:sp3d contourW="12700" prstMaterial="matte">
            <a:bevelT w="60000" h="50800"/>
            <a:contourClr>
              <a:schemeClr val="phClr">
                <a:shade val="60000"/>
                <a:satMod val="110000"/>
              </a:schemeClr>
            </a:contourClr>
          </a:sp3d>
        </a:effectStyle>
      </a:effectStyleLst>
      <a:bgFillStyleLst>
        <a:solidFill>
          <a:schemeClr val="phClr"/>
        </a:soli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05000"/>
              </a:schemeClr>
            </a:duotone>
          </a:blip>
          <a:tile tx="0" ty="0" sx="95000" sy="95000" flip="none" algn="t"/>
        </a:blipFill>
        <a:blipFill>
          <a:blip xmlns:r="http://schemas.openxmlformats.org/officeDocument/2006/relationships" r:embed="rId2">
            <a:duotone>
              <a:schemeClr val="phClr">
                <a:shade val="30000"/>
                <a:satMod val="455000"/>
              </a:schemeClr>
              <a:schemeClr val="phClr">
                <a:tint val="95000"/>
                <a:satMod val="120000"/>
              </a:schemeClr>
            </a:duotone>
          </a:blip>
          <a:stretch>
            <a:fillRect/>
          </a:stretch>
        </a:blip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Trek</Template>
  <TotalTime>170</TotalTime>
  <Words>563</Words>
  <Application>Microsoft Office PowerPoint</Application>
  <PresentationFormat>全屏显示(16:9)</PresentationFormat>
  <Paragraphs>203</Paragraphs>
  <Slides>10</Slides>
  <Notes>0</Notes>
  <HiddenSlides>0</HiddenSlides>
  <MMClips>0</MMClips>
  <ScaleCrop>false</ScaleCrop>
  <HeadingPairs>
    <vt:vector size="4" baseType="variant"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1" baseType="lpstr">
      <vt:lpstr>跋涉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人物形象参考</vt:lpstr>
      <vt:lpstr>人物形象参考</vt:lpstr>
      <vt:lpstr>人物形象参考</vt:lpstr>
      <vt:lpstr>人物形象参考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liuxin</dc:creator>
  <cp:lastModifiedBy>liuxin</cp:lastModifiedBy>
  <cp:revision>37</cp:revision>
  <dcterms:created xsi:type="dcterms:W3CDTF">2021-01-23T10:23:14Z</dcterms:created>
  <dcterms:modified xsi:type="dcterms:W3CDTF">2021-03-31T03:06:53Z</dcterms:modified>
</cp:coreProperties>
</file>