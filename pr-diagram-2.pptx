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  <p:sldId id="258" r:id="rId3"/>
    <p:sldId id="259" r:id="rId4"/>
    <p:sldId id="256" r:id="rId5"/>
  </p:sldIdLst>
  <p:sldSz cx="5143500" cy="9144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3438" y="138"/>
      </p:cViewPr>
      <p:guideLst>
        <p:guide orient="horz" pos="2880"/>
        <p:guide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713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标题 28"/>
          <p:cNvSpPr>
            <a:spLocks noGrp="1"/>
          </p:cNvSpPr>
          <p:nvPr>
            <p:ph type="ctrTitle"/>
          </p:nvPr>
        </p:nvSpPr>
        <p:spPr>
          <a:xfrm>
            <a:off x="214312" y="6471216"/>
            <a:ext cx="4757738" cy="1629833"/>
          </a:xfrm>
        </p:spPr>
        <p:txBody>
          <a:bodyPr anchor="t"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9" name="副标题 8"/>
          <p:cNvSpPr>
            <a:spLocks noGrp="1"/>
          </p:cNvSpPr>
          <p:nvPr>
            <p:ph type="subTitle" idx="1"/>
          </p:nvPr>
        </p:nvSpPr>
        <p:spPr>
          <a:xfrm>
            <a:off x="214312" y="5181600"/>
            <a:ext cx="4757738" cy="1219200"/>
          </a:xfrm>
        </p:spPr>
        <p:txBody>
          <a:bodyPr anchor="b"/>
          <a:lstStyle>
            <a:lvl1pPr marL="0" indent="0" algn="l">
              <a:buNone/>
              <a:defRPr sz="2400">
                <a:solidFill>
                  <a:schemeClr val="tx2">
                    <a:shade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CN" altLang="en-US" smtClean="0"/>
              <a:t>单击此处编辑母版副标题样式</a:t>
            </a:r>
            <a:endParaRPr kumimoji="0" lang="en-US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标题 2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27" name="内容占位符 2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19" name="页脚占位符 18"/>
          <p:cNvSpPr>
            <a:spLocks noGrp="1"/>
          </p:cNvSpPr>
          <p:nvPr>
            <p:ph type="ftr" sz="quarter" idx="11"/>
          </p:nvPr>
        </p:nvSpPr>
        <p:spPr>
          <a:xfrm>
            <a:off x="2014538" y="101601"/>
            <a:ext cx="1628775" cy="38523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459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214312" y="2235200"/>
            <a:ext cx="4757738" cy="1625600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2">
                    <a:shade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01517" y="3929447"/>
            <a:ext cx="4886325" cy="1579767"/>
          </a:xfrm>
        </p:spPr>
        <p:txBody>
          <a:bodyPr rtlCol="0" anchor="t"/>
          <a:lstStyle>
            <a:lvl1pPr algn="r">
              <a:defRPr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171450" y="2133600"/>
            <a:ext cx="2357438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13" name="内容占位符 12"/>
          <p:cNvSpPr>
            <a:spLocks noGrp="1"/>
          </p:cNvSpPr>
          <p:nvPr>
            <p:ph sz="half" idx="2"/>
          </p:nvPr>
        </p:nvSpPr>
        <p:spPr>
          <a:xfrm>
            <a:off x="2614612" y="2133600"/>
            <a:ext cx="2443163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21" name="日期占位符 2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 28"/>
          <p:cNvSpPr>
            <a:spLocks noGrp="1"/>
          </p:cNvSpPr>
          <p:nvPr>
            <p:ph type="title"/>
          </p:nvPr>
        </p:nvSpPr>
        <p:spPr>
          <a:xfrm>
            <a:off x="171450" y="7213600"/>
            <a:ext cx="4843463" cy="1176867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"/>
          </p:nvPr>
        </p:nvSpPr>
        <p:spPr>
          <a:xfrm>
            <a:off x="158312" y="889000"/>
            <a:ext cx="2413438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half" idx="3"/>
          </p:nvPr>
        </p:nvSpPr>
        <p:spPr>
          <a:xfrm>
            <a:off x="2612827" y="889000"/>
            <a:ext cx="2414386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158312" y="1754717"/>
            <a:ext cx="2413438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28" name="内容占位符 27"/>
          <p:cNvSpPr>
            <a:spLocks noGrp="1"/>
          </p:cNvSpPr>
          <p:nvPr>
            <p:ph sz="quarter" idx="4"/>
          </p:nvPr>
        </p:nvSpPr>
        <p:spPr>
          <a:xfrm>
            <a:off x="2614910" y="1754717"/>
            <a:ext cx="2412302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629150" y="8636000"/>
            <a:ext cx="428625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直接连接符 10"/>
          <p:cNvSpPr>
            <a:spLocks noChangeShapeType="1"/>
          </p:cNvSpPr>
          <p:nvPr/>
        </p:nvSpPr>
        <p:spPr bwMode="auto">
          <a:xfrm>
            <a:off x="289322" y="8026401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 2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21" name="页脚占位符 2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24" name="页脚占位符 2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接连接符 7"/>
          <p:cNvSpPr>
            <a:spLocks noChangeShapeType="1"/>
          </p:cNvSpPr>
          <p:nvPr/>
        </p:nvSpPr>
        <p:spPr bwMode="auto">
          <a:xfrm>
            <a:off x="289322" y="779882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257175" y="7315200"/>
            <a:ext cx="4757738" cy="694267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idx="2"/>
          </p:nvPr>
        </p:nvSpPr>
        <p:spPr>
          <a:xfrm>
            <a:off x="257175" y="812800"/>
            <a:ext cx="1692176" cy="64008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2010966" y="812800"/>
            <a:ext cx="3003947" cy="6400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29" name="页脚占位符 2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/>
          <p:cNvSpPr>
            <a:spLocks noGrp="1"/>
          </p:cNvSpPr>
          <p:nvPr>
            <p:ph type="pic" idx="1"/>
          </p:nvPr>
        </p:nvSpPr>
        <p:spPr>
          <a:xfrm>
            <a:off x="1971675" y="822179"/>
            <a:ext cx="2828925" cy="4876800"/>
          </a:xfrm>
          <a:solidFill>
            <a:schemeClr val="bg1"/>
          </a:solidFill>
          <a:ln w="6350">
            <a:solidFill>
              <a:schemeClr val="accent1"/>
            </a:solidFill>
          </a:ln>
          <a:effectLst>
            <a:reflection blurRad="1000" stA="49000" endA="500" endPos="10000" dist="900" dir="5400000" sy="-90000" algn="bl" rotWithShape="0"/>
          </a:effectLst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CN" altLang="en-US" smtClean="0"/>
              <a:t>单击图标添加图片</a:t>
            </a:r>
            <a:endParaRPr kumimoji="0"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标题 16"/>
          <p:cNvSpPr>
            <a:spLocks noGrp="1"/>
          </p:cNvSpPr>
          <p:nvPr>
            <p:ph type="title"/>
          </p:nvPr>
        </p:nvSpPr>
        <p:spPr>
          <a:xfrm>
            <a:off x="214312" y="6658347"/>
            <a:ext cx="3300413" cy="696384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sz="half" idx="2"/>
          </p:nvPr>
        </p:nvSpPr>
        <p:spPr>
          <a:xfrm>
            <a:off x="214312" y="7377624"/>
            <a:ext cx="3300413" cy="1024467"/>
          </a:xfrm>
        </p:spPr>
        <p:txBody>
          <a:bodyPr lIns="109728" tIns="0"/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857625" y="732369"/>
            <a:ext cx="1028700" cy="7802033"/>
          </a:xfrm>
        </p:spPr>
        <p:txBody>
          <a:bodyPr vert="eaVert"/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7175" y="732369"/>
            <a:ext cx="3514725" cy="7802033"/>
          </a:xfrm>
        </p:spPr>
        <p:txBody>
          <a:bodyPr vert="eaVert"/>
          <a:lstStyle/>
          <a:p>
            <a:pPr lvl="0" eaLnBrk="1" latinLnBrk="0" hangingPunct="1"/>
            <a:r>
              <a:rPr lang="zh-CN" altLang="en-US" smtClean="0"/>
              <a:t>单击此处编辑母版文本样式</a:t>
            </a:r>
          </a:p>
          <a:p>
            <a:pPr lvl="1" eaLnBrk="1" latinLnBrk="0" hangingPunct="1"/>
            <a:r>
              <a:rPr lang="zh-CN" altLang="en-US" smtClean="0"/>
              <a:t>第二级</a:t>
            </a:r>
          </a:p>
          <a:p>
            <a:pPr lvl="2" eaLnBrk="1" latinLnBrk="0" hangingPunct="1"/>
            <a:r>
              <a:rPr lang="zh-CN" altLang="en-US" smtClean="0"/>
              <a:t>第三级</a:t>
            </a:r>
          </a:p>
          <a:p>
            <a:pPr lvl="3" eaLnBrk="1" latinLnBrk="0" hangingPunct="1"/>
            <a:r>
              <a:rPr lang="zh-CN" altLang="en-US" smtClean="0"/>
              <a:t>第四级</a:t>
            </a:r>
          </a:p>
          <a:p>
            <a:pPr lvl="4" eaLnBrk="1" latinLnBrk="0" hangingPunct="1"/>
            <a:r>
              <a:rPr lang="zh-CN" altLang="en-US" smtClean="0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</p:nvPr>
        </p:nvSpPr>
        <p:spPr>
          <a:xfrm>
            <a:off x="171450" y="2072217"/>
            <a:ext cx="4886325" cy="6034617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CN" altLang="en-US" smtClean="0"/>
              <a:t>单击此处编辑母版文本样式</a:t>
            </a:r>
          </a:p>
          <a:p>
            <a:pPr lvl="1" eaLnBrk="1" latinLnBrk="0" hangingPunct="1"/>
            <a:r>
              <a:rPr kumimoji="0" lang="zh-CN" altLang="en-US" smtClean="0"/>
              <a:t>第二级</a:t>
            </a:r>
          </a:p>
          <a:p>
            <a:pPr lvl="2" eaLnBrk="1" latinLnBrk="0" hangingPunct="1"/>
            <a:r>
              <a:rPr kumimoji="0" lang="zh-CN" altLang="en-US" smtClean="0"/>
              <a:t>第三级</a:t>
            </a:r>
          </a:p>
          <a:p>
            <a:pPr lvl="3" eaLnBrk="1" latinLnBrk="0" hangingPunct="1"/>
            <a:r>
              <a:rPr kumimoji="0" lang="zh-CN" altLang="en-US" smtClean="0"/>
              <a:t>第四级</a:t>
            </a:r>
          </a:p>
          <a:p>
            <a:pPr lvl="4" eaLnBrk="1" latinLnBrk="0" hangingPunct="1"/>
            <a:r>
              <a:rPr kumimoji="0" lang="zh-CN" altLang="en-US" smtClean="0"/>
              <a:t>第五级</a:t>
            </a:r>
            <a:endParaRPr kumimoji="0" lang="en-US"/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2"/>
          </p:nvPr>
        </p:nvSpPr>
        <p:spPr>
          <a:xfrm>
            <a:off x="3643312" y="101601"/>
            <a:ext cx="1414463" cy="385233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2021/1/24</a:t>
            </a:fld>
            <a:endParaRPr lang="zh-CN" altLang="en-US"/>
          </a:p>
        </p:txBody>
      </p:sp>
      <p:sp>
        <p:nvSpPr>
          <p:cNvPr id="28" name="页脚占位符 27"/>
          <p:cNvSpPr>
            <a:spLocks noGrp="1"/>
          </p:cNvSpPr>
          <p:nvPr>
            <p:ph type="ftr" sz="quarter" idx="3"/>
          </p:nvPr>
        </p:nvSpPr>
        <p:spPr>
          <a:xfrm>
            <a:off x="1757363" y="101601"/>
            <a:ext cx="1885950" cy="385233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"/>
          </p:nvPr>
        </p:nvSpPr>
        <p:spPr>
          <a:xfrm>
            <a:off x="4629150" y="8636001"/>
            <a:ext cx="428625" cy="325967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占位符 9"/>
          <p:cNvSpPr>
            <a:spLocks noGrp="1"/>
          </p:cNvSpPr>
          <p:nvPr>
            <p:ph type="title"/>
          </p:nvPr>
        </p:nvSpPr>
        <p:spPr>
          <a:xfrm>
            <a:off x="171450" y="609600"/>
            <a:ext cx="4886325" cy="11176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CN" altLang="en-US" smtClean="0"/>
              <a:t>单击此处编辑母版标题样式</a:t>
            </a:r>
            <a:endParaRPr kumimoji="0" lang="en-US"/>
          </a:p>
        </p:txBody>
      </p:sp>
      <p:sp>
        <p:nvSpPr>
          <p:cNvPr id="9" name="直接连接符 8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直接连接符 11"/>
          <p:cNvSpPr>
            <a:spLocks noChangeShapeType="1"/>
          </p:cNvSpPr>
          <p:nvPr/>
        </p:nvSpPr>
        <p:spPr bwMode="auto">
          <a:xfrm>
            <a:off x="289322" y="1410649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rtl="0" eaLnBrk="1" latinLnBrk="0" hangingPunct="1">
        <a:spcBef>
          <a:spcPct val="0"/>
        </a:spcBef>
        <a:buNone/>
        <a:defRPr kumimoji="0" sz="3600" kern="1200" cap="all" baseline="0">
          <a:solidFill>
            <a:schemeClr val="tx2"/>
          </a:solidFill>
          <a:effectLst>
            <a:reflection blurRad="12700" stA="48000" endA="300" endPos="55000" dir="5400000" sy="-90000" algn="bl" rotWithShape="0"/>
          </a:effectLst>
          <a:latin typeface="+mj-lt"/>
          <a:ea typeface="+mj-ea"/>
          <a:cs typeface="+mj-cs"/>
        </a:defRPr>
      </a:lvl1pPr>
    </p:titleStyle>
    <p:bodyStyle>
      <a:lvl1pPr marL="342900" indent="-3429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"/>
        <a:defRPr kumimoji="0"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"/>
        <a:defRPr kumimoji="0" sz="2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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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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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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"/>
        <a:defRPr kumimoji="0" sz="1600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椭圆 51"/>
          <p:cNvSpPr/>
          <p:nvPr/>
        </p:nvSpPr>
        <p:spPr>
          <a:xfrm>
            <a:off x="2828829" y="2224122"/>
            <a:ext cx="1013594" cy="101359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椭圆 55"/>
          <p:cNvSpPr/>
          <p:nvPr/>
        </p:nvSpPr>
        <p:spPr>
          <a:xfrm>
            <a:off x="4029341" y="2710203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/>
          <p:cNvSpPr/>
          <p:nvPr/>
        </p:nvSpPr>
        <p:spPr>
          <a:xfrm>
            <a:off x="4152797" y="3894263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椭圆 58"/>
          <p:cNvSpPr/>
          <p:nvPr/>
        </p:nvSpPr>
        <p:spPr>
          <a:xfrm>
            <a:off x="4152797" y="4846823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椭圆 59"/>
          <p:cNvSpPr/>
          <p:nvPr/>
        </p:nvSpPr>
        <p:spPr>
          <a:xfrm>
            <a:off x="1956395" y="174054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椭圆 63"/>
          <p:cNvSpPr/>
          <p:nvPr/>
        </p:nvSpPr>
        <p:spPr>
          <a:xfrm>
            <a:off x="237414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骁君）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椭圆 67"/>
          <p:cNvSpPr/>
          <p:nvPr/>
        </p:nvSpPr>
        <p:spPr>
          <a:xfrm>
            <a:off x="375008" y="671305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50181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龙芯片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1" name="直接连接符 70"/>
          <p:cNvCxnSpPr>
            <a:stCxn id="52" idx="6"/>
            <a:endCxn id="56" idx="2"/>
          </p:cNvCxnSpPr>
          <p:nvPr/>
        </p:nvCxnSpPr>
        <p:spPr>
          <a:xfrm>
            <a:off x="3842423" y="2730920"/>
            <a:ext cx="186918" cy="4627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7"/>
            <a:endCxn id="55" idx="2"/>
          </p:cNvCxnSpPr>
          <p:nvPr/>
        </p:nvCxnSpPr>
        <p:spPr>
          <a:xfrm flipV="1">
            <a:off x="3693986" y="2088181"/>
            <a:ext cx="461147" cy="2843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stCxn id="60" idx="5"/>
            <a:endCxn id="52" idx="1"/>
          </p:cNvCxnSpPr>
          <p:nvPr/>
        </p:nvCxnSpPr>
        <p:spPr>
          <a:xfrm>
            <a:off x="2522237" y="2306388"/>
            <a:ext cx="455029" cy="6617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3" idx="6"/>
            <a:endCxn id="52" idx="2"/>
          </p:cNvCxnSpPr>
          <p:nvPr/>
        </p:nvCxnSpPr>
        <p:spPr>
          <a:xfrm flipV="1">
            <a:off x="1811184" y="2730920"/>
            <a:ext cx="1017645" cy="1923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1" name="直接连接符 80"/>
          <p:cNvCxnSpPr>
            <a:stCxn id="64" idx="6"/>
            <a:endCxn id="62" idx="2"/>
          </p:cNvCxnSpPr>
          <p:nvPr/>
        </p:nvCxnSpPr>
        <p:spPr>
          <a:xfrm flipV="1">
            <a:off x="900339" y="2059605"/>
            <a:ext cx="244966" cy="2647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6918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403471"/>
            <a:ext cx="32148" cy="404073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117542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stCxn id="56" idx="0"/>
            <a:endCxn id="55" idx="4"/>
          </p:cNvCxnSpPr>
          <p:nvPr/>
        </p:nvCxnSpPr>
        <p:spPr>
          <a:xfrm flipV="1">
            <a:off x="4512837" y="2448221"/>
            <a:ext cx="2336" cy="26198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3237717"/>
            <a:ext cx="365" cy="2345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2" name="直接连接符 131"/>
          <p:cNvCxnSpPr>
            <a:stCxn id="57" idx="0"/>
            <a:endCxn id="56" idx="4"/>
          </p:cNvCxnSpPr>
          <p:nvPr/>
        </p:nvCxnSpPr>
        <p:spPr>
          <a:xfrm flipV="1">
            <a:off x="4512837" y="3677195"/>
            <a:ext cx="0" cy="21706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4614343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28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椭圆 51"/>
          <p:cNvSpPr/>
          <p:nvPr/>
        </p:nvSpPr>
        <p:spPr>
          <a:xfrm>
            <a:off x="2828829" y="1585764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椭圆 55"/>
          <p:cNvSpPr/>
          <p:nvPr/>
        </p:nvSpPr>
        <p:spPr>
          <a:xfrm>
            <a:off x="4029341" y="2710203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椭圆 56"/>
          <p:cNvSpPr/>
          <p:nvPr/>
        </p:nvSpPr>
        <p:spPr>
          <a:xfrm>
            <a:off x="4152797" y="3894263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9" name="椭圆 58"/>
          <p:cNvSpPr/>
          <p:nvPr/>
        </p:nvSpPr>
        <p:spPr>
          <a:xfrm>
            <a:off x="4152797" y="4846823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椭圆 59"/>
          <p:cNvSpPr/>
          <p:nvPr/>
        </p:nvSpPr>
        <p:spPr>
          <a:xfrm>
            <a:off x="1956395" y="1907704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椭圆 63"/>
          <p:cNvSpPr/>
          <p:nvPr/>
        </p:nvSpPr>
        <p:spPr>
          <a:xfrm>
            <a:off x="237414" y="225289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</a:t>
            </a:r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骁君）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椭圆 67"/>
          <p:cNvSpPr/>
          <p:nvPr/>
        </p:nvSpPr>
        <p:spPr>
          <a:xfrm>
            <a:off x="361208" y="669739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150181" y="568643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1" name="直接连接符 70"/>
          <p:cNvCxnSpPr>
            <a:stCxn id="60" idx="5"/>
            <a:endCxn id="56" idx="2"/>
          </p:cNvCxnSpPr>
          <p:nvPr/>
        </p:nvCxnSpPr>
        <p:spPr>
          <a:xfrm>
            <a:off x="2522237" y="2473546"/>
            <a:ext cx="1507104" cy="72015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6"/>
            <a:endCxn id="55" idx="2"/>
          </p:cNvCxnSpPr>
          <p:nvPr/>
        </p:nvCxnSpPr>
        <p:spPr>
          <a:xfrm flipV="1">
            <a:off x="3842423" y="2088181"/>
            <a:ext cx="312710" cy="43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stCxn id="60" idx="6"/>
            <a:endCxn id="52" idx="2"/>
          </p:cNvCxnSpPr>
          <p:nvPr/>
        </p:nvCxnSpPr>
        <p:spPr>
          <a:xfrm flipV="1">
            <a:off x="2619320" y="2092562"/>
            <a:ext cx="209509" cy="14660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1808230" y="2059605"/>
            <a:ext cx="148165" cy="17956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048696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85900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570629"/>
            <a:ext cx="32148" cy="387357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5370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stCxn id="56" idx="0"/>
            <a:endCxn id="55" idx="4"/>
          </p:cNvCxnSpPr>
          <p:nvPr/>
        </p:nvCxnSpPr>
        <p:spPr>
          <a:xfrm flipV="1">
            <a:off x="4512837" y="2448221"/>
            <a:ext cx="2336" cy="26198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2599359"/>
            <a:ext cx="365" cy="87294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2" name="直接连接符 131"/>
          <p:cNvCxnSpPr>
            <a:stCxn id="57" idx="0"/>
            <a:endCxn id="56" idx="4"/>
          </p:cNvCxnSpPr>
          <p:nvPr/>
        </p:nvCxnSpPr>
        <p:spPr>
          <a:xfrm flipV="1">
            <a:off x="4512837" y="3677195"/>
            <a:ext cx="0" cy="21706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4614343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stCxn id="64" idx="6"/>
            <a:endCxn id="60" idx="3"/>
          </p:cNvCxnSpPr>
          <p:nvPr/>
        </p:nvCxnSpPr>
        <p:spPr>
          <a:xfrm flipV="1">
            <a:off x="900339" y="2473546"/>
            <a:ext cx="1153139" cy="11080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278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058424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268564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椭圆 59"/>
          <p:cNvSpPr/>
          <p:nvPr/>
        </p:nvSpPr>
        <p:spPr>
          <a:xfrm>
            <a:off x="3098948" y="190770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椭圆 61"/>
          <p:cNvSpPr/>
          <p:nvPr/>
        </p:nvSpPr>
        <p:spPr>
          <a:xfrm>
            <a:off x="2287858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椭圆 62"/>
          <p:cNvSpPr/>
          <p:nvPr/>
        </p:nvSpPr>
        <p:spPr>
          <a:xfrm>
            <a:off x="2290812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椭圆 64"/>
          <p:cNvSpPr/>
          <p:nvPr/>
        </p:nvSpPr>
        <p:spPr>
          <a:xfrm>
            <a:off x="2035259" y="3472308"/>
            <a:ext cx="1177884" cy="1177884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椭圆 65"/>
          <p:cNvSpPr/>
          <p:nvPr/>
        </p:nvSpPr>
        <p:spPr>
          <a:xfrm>
            <a:off x="2255408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椭圆 66"/>
          <p:cNvSpPr/>
          <p:nvPr/>
        </p:nvSpPr>
        <p:spPr>
          <a:xfrm>
            <a:off x="2255147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椭圆 67"/>
          <p:cNvSpPr/>
          <p:nvPr/>
        </p:nvSpPr>
        <p:spPr>
          <a:xfrm>
            <a:off x="973843" y="4311966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2950783" y="2059605"/>
            <a:ext cx="148165" cy="17956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2609673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2619321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2622275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2624201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2623940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430410" y="1048695"/>
            <a:ext cx="1" cy="85900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5" name="椭圆 44"/>
          <p:cNvSpPr/>
          <p:nvPr/>
        </p:nvSpPr>
        <p:spPr>
          <a:xfrm>
            <a:off x="1379967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1292734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龙芯片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7" name="直接连接符 46"/>
          <p:cNvCxnSpPr>
            <a:stCxn id="45" idx="6"/>
            <a:endCxn id="62" idx="3"/>
          </p:cNvCxnSpPr>
          <p:nvPr/>
        </p:nvCxnSpPr>
        <p:spPr>
          <a:xfrm flipV="1">
            <a:off x="2042892" y="2293984"/>
            <a:ext cx="342049" cy="3035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直接连接符 47"/>
          <p:cNvCxnSpPr>
            <a:stCxn id="45" idx="0"/>
            <a:endCxn id="46" idx="2"/>
          </p:cNvCxnSpPr>
          <p:nvPr/>
        </p:nvCxnSpPr>
        <p:spPr>
          <a:xfrm flipV="1">
            <a:off x="1711430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68" idx="6"/>
            <a:endCxn id="65" idx="3"/>
          </p:cNvCxnSpPr>
          <p:nvPr/>
        </p:nvCxnSpPr>
        <p:spPr>
          <a:xfrm flipV="1">
            <a:off x="1711429" y="4477695"/>
            <a:ext cx="496327" cy="20306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112496" y="571703"/>
            <a:ext cx="57606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椭圆 73"/>
          <p:cNvSpPr/>
          <p:nvPr/>
        </p:nvSpPr>
        <p:spPr>
          <a:xfrm>
            <a:off x="4069065" y="232266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6" name="椭圆 75"/>
          <p:cNvSpPr/>
          <p:nvPr/>
        </p:nvSpPr>
        <p:spPr>
          <a:xfrm>
            <a:off x="4069065" y="318961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7" name="直接连接符 76"/>
          <p:cNvCxnSpPr>
            <a:stCxn id="65" idx="6"/>
            <a:endCxn id="76" idx="2"/>
          </p:cNvCxnSpPr>
          <p:nvPr/>
        </p:nvCxnSpPr>
        <p:spPr>
          <a:xfrm flipV="1">
            <a:off x="3213143" y="3521074"/>
            <a:ext cx="855922" cy="54017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/>
          <p:cNvCxnSpPr>
            <a:stCxn id="76" idx="0"/>
            <a:endCxn id="74" idx="4"/>
          </p:cNvCxnSpPr>
          <p:nvPr/>
        </p:nvCxnSpPr>
        <p:spPr>
          <a:xfrm flipV="1">
            <a:off x="4400528" y="2985585"/>
            <a:ext cx="0" cy="20402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>
            <a:stCxn id="74" idx="0"/>
            <a:endCxn id="70" idx="2"/>
          </p:cNvCxnSpPr>
          <p:nvPr/>
        </p:nvCxnSpPr>
        <p:spPr>
          <a:xfrm flipV="1">
            <a:off x="4400528" y="1051756"/>
            <a:ext cx="0" cy="127090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3" name="椭圆 82"/>
          <p:cNvSpPr/>
          <p:nvPr/>
        </p:nvSpPr>
        <p:spPr>
          <a:xfrm>
            <a:off x="236257" y="165348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椭圆 83"/>
          <p:cNvSpPr/>
          <p:nvPr/>
        </p:nvSpPr>
        <p:spPr>
          <a:xfrm>
            <a:off x="236257" y="273472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  <a:endParaRPr lang="zh-CN" alt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5" name="直接连接符 84"/>
          <p:cNvCxnSpPr>
            <a:stCxn id="84" idx="0"/>
            <a:endCxn id="83" idx="4"/>
          </p:cNvCxnSpPr>
          <p:nvPr/>
        </p:nvCxnSpPr>
        <p:spPr>
          <a:xfrm flipV="1">
            <a:off x="605050" y="2391067"/>
            <a:ext cx="0" cy="34365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/>
          <p:cNvCxnSpPr>
            <a:stCxn id="84" idx="6"/>
            <a:endCxn id="65" idx="2"/>
          </p:cNvCxnSpPr>
          <p:nvPr/>
        </p:nvCxnSpPr>
        <p:spPr>
          <a:xfrm>
            <a:off x="973843" y="3103515"/>
            <a:ext cx="1061416" cy="95773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曲线连接符 29"/>
          <p:cNvCxnSpPr>
            <a:stCxn id="62" idx="2"/>
            <a:endCxn id="65" idx="1"/>
          </p:cNvCxnSpPr>
          <p:nvPr/>
        </p:nvCxnSpPr>
        <p:spPr>
          <a:xfrm rot="10800000" flipV="1">
            <a:off x="2207756" y="2059605"/>
            <a:ext cx="80102" cy="1585200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905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3840782" y="1912044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558887" y="1852816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爷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60327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452211" y="11882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6032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2733768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452211" y="18961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454124" y="3161030"/>
            <a:ext cx="525668" cy="7376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固骁君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139222" y="262270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14" name="矩形 13"/>
          <p:cNvSpPr/>
          <p:nvPr/>
        </p:nvSpPr>
        <p:spPr>
          <a:xfrm>
            <a:off x="131956" y="55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2733768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455888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4558887" y="11869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18" name="矩形 17"/>
          <p:cNvSpPr/>
          <p:nvPr/>
        </p:nvSpPr>
        <p:spPr>
          <a:xfrm>
            <a:off x="131956" y="126392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19" name="矩形 18"/>
          <p:cNvSpPr/>
          <p:nvPr/>
        </p:nvSpPr>
        <p:spPr>
          <a:xfrm>
            <a:off x="131956" y="19724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131956" y="268097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21" name="矩形 20"/>
          <p:cNvSpPr/>
          <p:nvPr/>
        </p:nvSpPr>
        <p:spPr>
          <a:xfrm>
            <a:off x="131957" y="3389500"/>
            <a:ext cx="79436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章羌（爪哇猫）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131956" y="409802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23" name="矩形 22"/>
          <p:cNvSpPr/>
          <p:nvPr/>
        </p:nvSpPr>
        <p:spPr>
          <a:xfrm>
            <a:off x="131956" y="480654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1454123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4558887" y="2696080"/>
            <a:ext cx="48801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26" name="矩形 25"/>
          <p:cNvSpPr/>
          <p:nvPr/>
        </p:nvSpPr>
        <p:spPr>
          <a:xfrm>
            <a:off x="4558887" y="3261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3157082" y="2608108"/>
            <a:ext cx="576059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3840782" y="286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1454124" y="3918490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826232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黄龙</a:t>
            </a:r>
          </a:p>
        </p:txBody>
      </p:sp>
      <p:sp>
        <p:nvSpPr>
          <p:cNvPr id="32" name="矩形 31"/>
          <p:cNvSpPr/>
          <p:nvPr/>
        </p:nvSpPr>
        <p:spPr>
          <a:xfrm>
            <a:off x="826231" y="1257325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1782826" y="50239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33" name="矩形 32"/>
          <p:cNvSpPr/>
          <p:nvPr/>
        </p:nvSpPr>
        <p:spPr>
          <a:xfrm>
            <a:off x="3831786" y="549623"/>
            <a:ext cx="657090" cy="72921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2731856" y="4475989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2591386" y="725511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宋嘉厉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2591386" y="772784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马寇德</a:t>
            </a:r>
          </a:p>
        </p:txBody>
      </p:sp>
      <p:sp>
        <p:nvSpPr>
          <p:cNvPr id="37" name="矩形 36"/>
          <p:cNvSpPr/>
          <p:nvPr/>
        </p:nvSpPr>
        <p:spPr>
          <a:xfrm>
            <a:off x="2591386" y="820789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高保密</a:t>
            </a:r>
          </a:p>
        </p:txBody>
      </p:sp>
      <p:sp>
        <p:nvSpPr>
          <p:cNvPr id="38" name="矩形 37"/>
          <p:cNvSpPr/>
          <p:nvPr/>
        </p:nvSpPr>
        <p:spPr>
          <a:xfrm>
            <a:off x="653168" y="635703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831787" y="3493265"/>
            <a:ext cx="504711" cy="71780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翠</a:t>
            </a:r>
            <a:endParaRPr lang="en-US" altLang="zh-CN" sz="1000" dirty="0" smtClean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（鸟）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90060" y="688672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江海川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90058" y="6346156"/>
            <a:ext cx="50986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方格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90060" y="742729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史可法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90060" y="796786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范仲淹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90060" y="8508440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耶律大石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" name="直接连接符 2"/>
          <p:cNvCxnSpPr>
            <a:stCxn id="13" idx="1"/>
            <a:endCxn id="22" idx="3"/>
          </p:cNvCxnSpPr>
          <p:nvPr/>
        </p:nvCxnSpPr>
        <p:spPr>
          <a:xfrm flipH="1">
            <a:off x="618010" y="2862726"/>
            <a:ext cx="521212" cy="14753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17" idx="1"/>
            <a:endCxn id="5" idx="3"/>
          </p:cNvCxnSpPr>
          <p:nvPr/>
        </p:nvCxnSpPr>
        <p:spPr>
          <a:xfrm flipH="1">
            <a:off x="4326835" y="1426981"/>
            <a:ext cx="232052" cy="869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>
            <a:stCxn id="11" idx="1"/>
            <a:endCxn id="32" idx="3"/>
          </p:cNvCxnSpPr>
          <p:nvPr/>
        </p:nvCxnSpPr>
        <p:spPr>
          <a:xfrm flipH="1" flipV="1">
            <a:off x="1312286" y="1497354"/>
            <a:ext cx="139926" cy="6388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6" idx="1"/>
            <a:endCxn id="5" idx="3"/>
          </p:cNvCxnSpPr>
          <p:nvPr/>
        </p:nvCxnSpPr>
        <p:spPr>
          <a:xfrm flipH="1">
            <a:off x="4326835" y="2236858"/>
            <a:ext cx="232052" cy="592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5" idx="1"/>
            <a:endCxn id="7" idx="3"/>
          </p:cNvCxnSpPr>
          <p:nvPr/>
        </p:nvCxnSpPr>
        <p:spPr>
          <a:xfrm flipH="1" flipV="1">
            <a:off x="3746380" y="1413717"/>
            <a:ext cx="94401" cy="882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/>
          <p:cNvCxnSpPr>
            <a:stCxn id="34" idx="1"/>
            <a:endCxn id="12" idx="3"/>
          </p:cNvCxnSpPr>
          <p:nvPr/>
        </p:nvCxnSpPr>
        <p:spPr>
          <a:xfrm flipH="1" flipV="1">
            <a:off x="1979792" y="3529842"/>
            <a:ext cx="752065" cy="11861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13" idx="0"/>
            <a:endCxn id="8" idx="2"/>
          </p:cNvCxnSpPr>
          <p:nvPr/>
        </p:nvCxnSpPr>
        <p:spPr>
          <a:xfrm flipV="1">
            <a:off x="1382249" y="1668340"/>
            <a:ext cx="312990" cy="9543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5" idx="1"/>
            <a:endCxn id="11" idx="3"/>
          </p:cNvCxnSpPr>
          <p:nvPr/>
        </p:nvCxnSpPr>
        <p:spPr>
          <a:xfrm flipH="1" flipV="1">
            <a:off x="1938266" y="2136197"/>
            <a:ext cx="1902517" cy="1598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245066" y="5557197"/>
            <a:ext cx="885576" cy="72212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丢鱼饵的神秘人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（带头大哥）</a:t>
            </a:r>
          </a:p>
        </p:txBody>
      </p:sp>
      <p:cxnSp>
        <p:nvCxnSpPr>
          <p:cNvPr id="52" name="直接连接符 51"/>
          <p:cNvCxnSpPr>
            <a:stCxn id="51" idx="0"/>
            <a:endCxn id="8" idx="2"/>
          </p:cNvCxnSpPr>
          <p:nvPr/>
        </p:nvCxnSpPr>
        <p:spPr>
          <a:xfrm flipV="1">
            <a:off x="687855" y="1668337"/>
            <a:ext cx="1007384" cy="388885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/>
          <p:cNvSpPr/>
          <p:nvPr/>
        </p:nvSpPr>
        <p:spPr>
          <a:xfrm>
            <a:off x="3226239" y="7255112"/>
            <a:ext cx="486054" cy="48005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图灵</a:t>
            </a:r>
          </a:p>
        </p:txBody>
      </p:sp>
      <p:sp>
        <p:nvSpPr>
          <p:cNvPr id="57" name="矩形 56"/>
          <p:cNvSpPr/>
          <p:nvPr/>
        </p:nvSpPr>
        <p:spPr>
          <a:xfrm>
            <a:off x="877538" y="6892168"/>
            <a:ext cx="504711" cy="46917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姚宁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105332" y="54309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sp>
        <p:nvSpPr>
          <p:cNvPr id="60" name="矩形 59"/>
          <p:cNvSpPr/>
          <p:nvPr/>
        </p:nvSpPr>
        <p:spPr>
          <a:xfrm>
            <a:off x="2105332" y="116716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105332" y="1737380"/>
            <a:ext cx="72908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2105332" y="2299546"/>
            <a:ext cx="72908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4554968" y="694724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中菊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4554968" y="74584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吴慈仁</a:t>
            </a:r>
          </a:p>
        </p:txBody>
      </p:sp>
      <p:sp>
        <p:nvSpPr>
          <p:cNvPr id="66" name="矩形 65"/>
          <p:cNvSpPr/>
          <p:nvPr/>
        </p:nvSpPr>
        <p:spPr>
          <a:xfrm>
            <a:off x="3608757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水木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3609194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826233" y="8101750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1749962" y="63461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杨清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2298897" y="567823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老梁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矩形 71"/>
          <p:cNvSpPr/>
          <p:nvPr/>
        </p:nvSpPr>
        <p:spPr>
          <a:xfrm>
            <a:off x="3127266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西邮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3127703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4095684" y="5443618"/>
            <a:ext cx="486054" cy="47464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交大</a:t>
            </a:r>
          </a:p>
        </p:txBody>
      </p:sp>
      <p:sp>
        <p:nvSpPr>
          <p:cNvPr id="75" name="矩形 74"/>
          <p:cNvSpPr/>
          <p:nvPr/>
        </p:nvSpPr>
        <p:spPr>
          <a:xfrm>
            <a:off x="4096121" y="592156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2731856" y="35158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2731856" y="3995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矩形 77"/>
          <p:cNvSpPr/>
          <p:nvPr/>
        </p:nvSpPr>
        <p:spPr>
          <a:xfrm>
            <a:off x="826233" y="7621696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矩形 78"/>
          <p:cNvSpPr/>
          <p:nvPr/>
        </p:nvSpPr>
        <p:spPr>
          <a:xfrm>
            <a:off x="1454124" y="4398544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/>
          <p:cNvSpPr/>
          <p:nvPr/>
        </p:nvSpPr>
        <p:spPr>
          <a:xfrm>
            <a:off x="1749963" y="717594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浩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哥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749963" y="766207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刘博士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21416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跋涉">
  <a:themeElements>
    <a:clrScheme name="跋涉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跋涉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跋涉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05000"/>
              </a:schemeClr>
            </a:duotone>
          </a:blip>
          <a:tile tx="0" ty="0" sx="95000" sy="95000" flip="none" algn="t"/>
        </a:blipFill>
        <a:blipFill>
          <a:blip xmlns:r="http://schemas.openxmlformats.org/officeDocument/2006/relationships" r:embed="rId2">
            <a:duotone>
              <a:schemeClr val="phClr">
                <a:shade val="30000"/>
                <a:satMod val="455000"/>
              </a:schemeClr>
              <a:schemeClr val="phClr">
                <a:tint val="95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Trek</Template>
  <TotalTime>97</TotalTime>
  <Words>334</Words>
  <Application>Microsoft Office PowerPoint</Application>
  <PresentationFormat>全屏显示(16:9)</PresentationFormat>
  <Paragraphs>141</Paragraphs>
  <Slides>4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5" baseType="lpstr">
      <vt:lpstr>跋涉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liuxin</dc:creator>
  <cp:lastModifiedBy>liuxin</cp:lastModifiedBy>
  <cp:revision>19</cp:revision>
  <dcterms:created xsi:type="dcterms:W3CDTF">2021-01-23T10:23:14Z</dcterms:created>
  <dcterms:modified xsi:type="dcterms:W3CDTF">2021-01-24T01:25:28Z</dcterms:modified>
</cp:coreProperties>
</file>