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  <p:sldId id="258" r:id="rId3"/>
    <p:sldId id="259" r:id="rId4"/>
    <p:sldId id="260" r:id="rId5"/>
    <p:sldId id="261" r:id="rId6"/>
    <p:sldId id="256" r:id="rId7"/>
    <p:sldId id="262" r:id="rId8"/>
    <p:sldId id="263" r:id="rId9"/>
    <p:sldId id="264" r:id="rId10"/>
    <p:sldId id="265" r:id="rId11"/>
    <p:sldId id="266" r:id="rId12"/>
  </p:sldIdLst>
  <p:sldSz cx="5143500" cy="9144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3835" y="283"/>
      </p:cViewPr>
      <p:guideLst>
        <p:guide orient="horz" pos="2880"/>
        <p:guide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713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标题 28"/>
          <p:cNvSpPr>
            <a:spLocks noGrp="1"/>
          </p:cNvSpPr>
          <p:nvPr>
            <p:ph type="ctrTitle"/>
          </p:nvPr>
        </p:nvSpPr>
        <p:spPr>
          <a:xfrm>
            <a:off x="214312" y="6471216"/>
            <a:ext cx="4757738" cy="1629833"/>
          </a:xfrm>
        </p:spPr>
        <p:txBody>
          <a:bodyPr anchor="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副标题 8"/>
          <p:cNvSpPr>
            <a:spLocks noGrp="1"/>
          </p:cNvSpPr>
          <p:nvPr>
            <p:ph type="subTitle" idx="1"/>
          </p:nvPr>
        </p:nvSpPr>
        <p:spPr>
          <a:xfrm>
            <a:off x="214312" y="5181600"/>
            <a:ext cx="4757738" cy="1219200"/>
          </a:xfrm>
        </p:spPr>
        <p:txBody>
          <a:bodyPr anchor="b"/>
          <a:lstStyle>
            <a:lvl1pPr marL="0" indent="0" algn="l">
              <a:buNone/>
              <a:defRPr sz="2400">
                <a:solidFill>
                  <a:schemeClr val="tx2">
                    <a:shade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标题 2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7" name="内容占位符 2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9" name="页脚占位符 18"/>
          <p:cNvSpPr>
            <a:spLocks noGrp="1"/>
          </p:cNvSpPr>
          <p:nvPr>
            <p:ph type="ftr" sz="quarter" idx="11"/>
          </p:nvPr>
        </p:nvSpPr>
        <p:spPr>
          <a:xfrm>
            <a:off x="2014538" y="101601"/>
            <a:ext cx="1628775" cy="38523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459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214312" y="2235200"/>
            <a:ext cx="4757738" cy="1625600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2">
                    <a:shade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01517" y="3929447"/>
            <a:ext cx="4886325" cy="1579767"/>
          </a:xfrm>
        </p:spPr>
        <p:txBody>
          <a:bodyPr rtlCol="0" anchor="t"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171450" y="2133600"/>
            <a:ext cx="2357438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3" name="内容占位符 12"/>
          <p:cNvSpPr>
            <a:spLocks noGrp="1"/>
          </p:cNvSpPr>
          <p:nvPr>
            <p:ph sz="half" idx="2"/>
          </p:nvPr>
        </p:nvSpPr>
        <p:spPr>
          <a:xfrm>
            <a:off x="2614612" y="2133600"/>
            <a:ext cx="2443163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1" name="日期占位符 2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 28"/>
          <p:cNvSpPr>
            <a:spLocks noGrp="1"/>
          </p:cNvSpPr>
          <p:nvPr>
            <p:ph type="title"/>
          </p:nvPr>
        </p:nvSpPr>
        <p:spPr>
          <a:xfrm>
            <a:off x="171450" y="7213600"/>
            <a:ext cx="4843463" cy="1176867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"/>
          </p:nvPr>
        </p:nvSpPr>
        <p:spPr>
          <a:xfrm>
            <a:off x="158312" y="889000"/>
            <a:ext cx="2413438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half" idx="3"/>
          </p:nvPr>
        </p:nvSpPr>
        <p:spPr>
          <a:xfrm>
            <a:off x="2612827" y="889000"/>
            <a:ext cx="2414386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158312" y="1754717"/>
            <a:ext cx="2413438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8" name="内容占位符 27"/>
          <p:cNvSpPr>
            <a:spLocks noGrp="1"/>
          </p:cNvSpPr>
          <p:nvPr>
            <p:ph sz="quarter" idx="4"/>
          </p:nvPr>
        </p:nvSpPr>
        <p:spPr>
          <a:xfrm>
            <a:off x="2614910" y="1754717"/>
            <a:ext cx="2412302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629150" y="8636000"/>
            <a:ext cx="428625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直接连接符 10"/>
          <p:cNvSpPr>
            <a:spLocks noChangeShapeType="1"/>
          </p:cNvSpPr>
          <p:nvPr/>
        </p:nvSpPr>
        <p:spPr bwMode="auto">
          <a:xfrm>
            <a:off x="289322" y="8026401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 2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1" name="页脚占位符 2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4" name="页脚占位符 2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接连接符 7"/>
          <p:cNvSpPr>
            <a:spLocks noChangeShapeType="1"/>
          </p:cNvSpPr>
          <p:nvPr/>
        </p:nvSpPr>
        <p:spPr bwMode="auto">
          <a:xfrm>
            <a:off x="289322" y="779882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257175" y="7315200"/>
            <a:ext cx="4757738" cy="694267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idx="2"/>
          </p:nvPr>
        </p:nvSpPr>
        <p:spPr>
          <a:xfrm>
            <a:off x="257175" y="812800"/>
            <a:ext cx="1692176" cy="64008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2010966" y="812800"/>
            <a:ext cx="3003947" cy="6400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9" name="页脚占位符 2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/>
          <p:cNvSpPr>
            <a:spLocks noGrp="1"/>
          </p:cNvSpPr>
          <p:nvPr>
            <p:ph type="pic" idx="1"/>
          </p:nvPr>
        </p:nvSpPr>
        <p:spPr>
          <a:xfrm>
            <a:off x="1971675" y="822179"/>
            <a:ext cx="2828925" cy="4876800"/>
          </a:xfrm>
          <a:solidFill>
            <a:schemeClr val="bg1"/>
          </a:solidFill>
          <a:ln w="6350">
            <a:solidFill>
              <a:schemeClr val="accent1"/>
            </a:solidFill>
          </a:ln>
          <a:effectLst>
            <a:reflection blurRad="1000" stA="49000" endA="500" endPos="10000" dist="900" dir="5400000" sy="-90000" algn="bl" rotWithShape="0"/>
          </a:effectLst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CN" altLang="en-US"/>
              <a:t>单击图标添加图片</a:t>
            </a:r>
            <a:endParaRPr kumimoji="0"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标题 16"/>
          <p:cNvSpPr>
            <a:spLocks noGrp="1"/>
          </p:cNvSpPr>
          <p:nvPr>
            <p:ph type="title"/>
          </p:nvPr>
        </p:nvSpPr>
        <p:spPr>
          <a:xfrm>
            <a:off x="214312" y="6658347"/>
            <a:ext cx="3300413" cy="696384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sz="half" idx="2"/>
          </p:nvPr>
        </p:nvSpPr>
        <p:spPr>
          <a:xfrm>
            <a:off x="214312" y="7377624"/>
            <a:ext cx="3300413" cy="1024467"/>
          </a:xfrm>
        </p:spPr>
        <p:txBody>
          <a:bodyPr lIns="109728" tIns="0"/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857625" y="732369"/>
            <a:ext cx="1028700" cy="7802033"/>
          </a:xfrm>
        </p:spPr>
        <p:txBody>
          <a:bodyPr vert="eaVer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7175" y="732369"/>
            <a:ext cx="3514725" cy="7802033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</p:nvPr>
        </p:nvSpPr>
        <p:spPr>
          <a:xfrm>
            <a:off x="171450" y="2072217"/>
            <a:ext cx="4886325" cy="6034617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2"/>
          </p:nvPr>
        </p:nvSpPr>
        <p:spPr>
          <a:xfrm>
            <a:off x="3643312" y="101601"/>
            <a:ext cx="1414463" cy="385233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8" name="页脚占位符 27"/>
          <p:cNvSpPr>
            <a:spLocks noGrp="1"/>
          </p:cNvSpPr>
          <p:nvPr>
            <p:ph type="ftr" sz="quarter" idx="3"/>
          </p:nvPr>
        </p:nvSpPr>
        <p:spPr>
          <a:xfrm>
            <a:off x="1757363" y="101601"/>
            <a:ext cx="1885950" cy="385233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"/>
          </p:nvPr>
        </p:nvSpPr>
        <p:spPr>
          <a:xfrm>
            <a:off x="4629150" y="8636001"/>
            <a:ext cx="428625" cy="325967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占位符 9"/>
          <p:cNvSpPr>
            <a:spLocks noGrp="1"/>
          </p:cNvSpPr>
          <p:nvPr>
            <p:ph type="title"/>
          </p:nvPr>
        </p:nvSpPr>
        <p:spPr>
          <a:xfrm>
            <a:off x="171450" y="609600"/>
            <a:ext cx="4886325" cy="11176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直接连接符 8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直接连接符 11"/>
          <p:cNvSpPr>
            <a:spLocks noChangeShapeType="1"/>
          </p:cNvSpPr>
          <p:nvPr/>
        </p:nvSpPr>
        <p:spPr bwMode="auto">
          <a:xfrm>
            <a:off x="289322" y="1410649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rtl="0" eaLnBrk="1" latinLnBrk="0" hangingPunct="1">
        <a:spcBef>
          <a:spcPct val="0"/>
        </a:spcBef>
        <a:buNone/>
        <a:defRPr kumimoji="0" sz="3600" kern="1200" cap="all" baseline="0">
          <a:solidFill>
            <a:schemeClr val="tx2"/>
          </a:solidFill>
          <a:effectLst>
            <a:reflection blurRad="12700" stA="48000" endA="300" endPos="55000" dir="5400000" sy="-90000" algn="bl" rotWithShape="0"/>
          </a:effectLst>
          <a:latin typeface="+mj-lt"/>
          <a:ea typeface="+mj-ea"/>
          <a:cs typeface="+mj-cs"/>
        </a:defRPr>
      </a:lvl1pPr>
    </p:titleStyle>
    <p:bodyStyle>
      <a:lvl1pPr marL="342900" indent="-3429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"/>
        <a:defRPr kumimoji="0"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"/>
        <a:defRPr kumimoji="0" sz="2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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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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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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"/>
        <a:defRPr kumimoji="0" sz="1600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emf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2224122"/>
            <a:ext cx="1013594" cy="101359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30645" y="4590124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74054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75008" y="671305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1" name="直接连接符 70"/>
          <p:cNvCxnSpPr>
            <a:cxnSpLocks/>
            <a:stCxn id="52" idx="5"/>
            <a:endCxn id="56" idx="1"/>
          </p:cNvCxnSpPr>
          <p:nvPr/>
        </p:nvCxnSpPr>
        <p:spPr>
          <a:xfrm>
            <a:off x="3693986" y="3089279"/>
            <a:ext cx="478272" cy="1642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7"/>
            <a:endCxn id="55" idx="2"/>
          </p:cNvCxnSpPr>
          <p:nvPr/>
        </p:nvCxnSpPr>
        <p:spPr>
          <a:xfrm flipV="1">
            <a:off x="3693986" y="2088181"/>
            <a:ext cx="461147" cy="2843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0" idx="6"/>
            <a:endCxn id="52" idx="1"/>
          </p:cNvCxnSpPr>
          <p:nvPr/>
        </p:nvCxnSpPr>
        <p:spPr>
          <a:xfrm>
            <a:off x="2619320" y="2072009"/>
            <a:ext cx="357946" cy="30055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3" idx="6"/>
            <a:endCxn id="52" idx="2"/>
          </p:cNvCxnSpPr>
          <p:nvPr/>
        </p:nvCxnSpPr>
        <p:spPr>
          <a:xfrm flipV="1">
            <a:off x="1811184" y="2730920"/>
            <a:ext cx="1017645" cy="1923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1" name="直接连接符 80"/>
          <p:cNvCxnSpPr>
            <a:stCxn id="64" idx="6"/>
            <a:endCxn id="62" idx="2"/>
          </p:cNvCxnSpPr>
          <p:nvPr/>
        </p:nvCxnSpPr>
        <p:spPr>
          <a:xfrm flipV="1">
            <a:off x="900339" y="2059605"/>
            <a:ext cx="244966" cy="2647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6918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403471"/>
            <a:ext cx="32148" cy="404073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117542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3237717"/>
            <a:ext cx="365" cy="2345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28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1585764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22356" y="4572000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907704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225289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61208" y="669739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568643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71" name="直接连接符 70"/>
          <p:cNvCxnSpPr>
            <a:cxnSpLocks/>
            <a:stCxn id="60" idx="5"/>
            <a:endCxn id="56" idx="1"/>
          </p:cNvCxnSpPr>
          <p:nvPr/>
        </p:nvCxnSpPr>
        <p:spPr>
          <a:xfrm>
            <a:off x="2522237" y="2473546"/>
            <a:ext cx="1641732" cy="22400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6"/>
            <a:endCxn id="55" idx="2"/>
          </p:cNvCxnSpPr>
          <p:nvPr/>
        </p:nvCxnSpPr>
        <p:spPr>
          <a:xfrm flipV="1">
            <a:off x="3842423" y="2088181"/>
            <a:ext cx="312710" cy="43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stCxn id="60" idx="6"/>
            <a:endCxn id="52" idx="2"/>
          </p:cNvCxnSpPr>
          <p:nvPr/>
        </p:nvCxnSpPr>
        <p:spPr>
          <a:xfrm flipV="1">
            <a:off x="2619320" y="2092562"/>
            <a:ext cx="209509" cy="14660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1808230" y="2059605"/>
            <a:ext cx="148165" cy="17956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048696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85900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570629"/>
            <a:ext cx="32148" cy="38735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5370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2599359"/>
            <a:ext cx="365" cy="87294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stCxn id="64" idx="6"/>
            <a:endCxn id="60" idx="3"/>
          </p:cNvCxnSpPr>
          <p:nvPr/>
        </p:nvCxnSpPr>
        <p:spPr>
          <a:xfrm flipV="1">
            <a:off x="900339" y="2473546"/>
            <a:ext cx="1153139" cy="11080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27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058424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268564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60" name="椭圆 59"/>
          <p:cNvSpPr/>
          <p:nvPr/>
        </p:nvSpPr>
        <p:spPr>
          <a:xfrm>
            <a:off x="3098948" y="18928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2" name="椭圆 61"/>
          <p:cNvSpPr/>
          <p:nvPr/>
        </p:nvSpPr>
        <p:spPr>
          <a:xfrm>
            <a:off x="2287858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2290812" y="361235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5" name="椭圆 64"/>
          <p:cNvSpPr/>
          <p:nvPr/>
        </p:nvSpPr>
        <p:spPr>
          <a:xfrm>
            <a:off x="2035259" y="4492836"/>
            <a:ext cx="1177884" cy="1177884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2255408" y="589597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2255147" y="684706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2250972" y="2610277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2950783" y="2023143"/>
            <a:ext cx="148165" cy="20117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2609673" y="1048696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cxnSpLocks/>
            <a:stCxn id="63" idx="0"/>
            <a:endCxn id="68" idx="4"/>
          </p:cNvCxnSpPr>
          <p:nvPr/>
        </p:nvCxnSpPr>
        <p:spPr>
          <a:xfrm flipH="1" flipV="1">
            <a:off x="2619765" y="3347864"/>
            <a:ext cx="2510" cy="2644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2622275" y="4275277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2624201" y="5670720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2623940" y="6633558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430410" y="1048695"/>
            <a:ext cx="1" cy="84415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5" name="椭圆 44"/>
          <p:cNvSpPr/>
          <p:nvPr/>
        </p:nvSpPr>
        <p:spPr>
          <a:xfrm>
            <a:off x="1379967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46" name="矩形 45"/>
          <p:cNvSpPr/>
          <p:nvPr/>
        </p:nvSpPr>
        <p:spPr>
          <a:xfrm>
            <a:off x="1292734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47" name="直接连接符 46"/>
          <p:cNvCxnSpPr>
            <a:cxnSpLocks/>
            <a:stCxn id="45" idx="5"/>
            <a:endCxn id="62" idx="3"/>
          </p:cNvCxnSpPr>
          <p:nvPr/>
        </p:nvCxnSpPr>
        <p:spPr>
          <a:xfrm flipV="1">
            <a:off x="1945809" y="2257522"/>
            <a:ext cx="439132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直接连接符 47"/>
          <p:cNvCxnSpPr>
            <a:stCxn id="45" idx="0"/>
            <a:endCxn id="46" idx="2"/>
          </p:cNvCxnSpPr>
          <p:nvPr/>
        </p:nvCxnSpPr>
        <p:spPr>
          <a:xfrm flipV="1">
            <a:off x="1711430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112496" y="571703"/>
            <a:ext cx="57606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4" name="椭圆 73"/>
          <p:cNvSpPr/>
          <p:nvPr/>
        </p:nvSpPr>
        <p:spPr>
          <a:xfrm>
            <a:off x="4069065" y="232266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6" name="椭圆 75"/>
          <p:cNvSpPr/>
          <p:nvPr/>
        </p:nvSpPr>
        <p:spPr>
          <a:xfrm>
            <a:off x="4069065" y="318961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cxnSp>
        <p:nvCxnSpPr>
          <p:cNvPr id="77" name="直接连接符 76"/>
          <p:cNvCxnSpPr>
            <a:stCxn id="65" idx="6"/>
            <a:endCxn id="76" idx="2"/>
          </p:cNvCxnSpPr>
          <p:nvPr/>
        </p:nvCxnSpPr>
        <p:spPr>
          <a:xfrm flipV="1">
            <a:off x="3213143" y="3521074"/>
            <a:ext cx="855922" cy="156070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/>
          <p:cNvCxnSpPr>
            <a:stCxn id="76" idx="0"/>
            <a:endCxn id="74" idx="4"/>
          </p:cNvCxnSpPr>
          <p:nvPr/>
        </p:nvCxnSpPr>
        <p:spPr>
          <a:xfrm flipV="1">
            <a:off x="4400528" y="2985585"/>
            <a:ext cx="0" cy="20402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>
            <a:stCxn id="74" idx="0"/>
            <a:endCxn id="70" idx="2"/>
          </p:cNvCxnSpPr>
          <p:nvPr/>
        </p:nvCxnSpPr>
        <p:spPr>
          <a:xfrm flipV="1">
            <a:off x="4400528" y="1051756"/>
            <a:ext cx="0" cy="127090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3" name="椭圆 82"/>
          <p:cNvSpPr/>
          <p:nvPr/>
        </p:nvSpPr>
        <p:spPr>
          <a:xfrm>
            <a:off x="278060" y="199966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84" name="椭圆 83"/>
          <p:cNvSpPr/>
          <p:nvPr/>
        </p:nvSpPr>
        <p:spPr>
          <a:xfrm>
            <a:off x="278060" y="3080902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cxnSp>
        <p:nvCxnSpPr>
          <p:cNvPr id="85" name="直接连接符 84"/>
          <p:cNvCxnSpPr>
            <a:stCxn id="84" idx="0"/>
            <a:endCxn id="83" idx="4"/>
          </p:cNvCxnSpPr>
          <p:nvPr/>
        </p:nvCxnSpPr>
        <p:spPr>
          <a:xfrm flipV="1">
            <a:off x="646853" y="2737248"/>
            <a:ext cx="0" cy="34365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/>
          <p:cNvCxnSpPr>
            <a:stCxn id="84" idx="6"/>
            <a:endCxn id="65" idx="2"/>
          </p:cNvCxnSpPr>
          <p:nvPr/>
        </p:nvCxnSpPr>
        <p:spPr>
          <a:xfrm>
            <a:off x="1015646" y="3449696"/>
            <a:ext cx="1019613" cy="16320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曲线连接符 29"/>
          <p:cNvCxnSpPr>
            <a:cxnSpLocks/>
            <a:stCxn id="62" idx="2"/>
            <a:endCxn id="65" idx="1"/>
          </p:cNvCxnSpPr>
          <p:nvPr/>
        </p:nvCxnSpPr>
        <p:spPr>
          <a:xfrm rot="10800000" flipV="1">
            <a:off x="2207756" y="2023143"/>
            <a:ext cx="80102" cy="2642190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5" name="曲线连接符 29">
            <a:extLst>
              <a:ext uri="{FF2B5EF4-FFF2-40B4-BE49-F238E27FC236}">
                <a16:creationId xmlns:a16="http://schemas.microsoft.com/office/drawing/2014/main" xmlns="" id="{1E93EC84-9580-4DCA-A932-6A2F3050CD97}"/>
              </a:ext>
            </a:extLst>
          </p:cNvPr>
          <p:cNvCxnSpPr>
            <a:cxnSpLocks/>
            <a:stCxn id="68" idx="6"/>
            <a:endCxn id="65" idx="7"/>
          </p:cNvCxnSpPr>
          <p:nvPr/>
        </p:nvCxnSpPr>
        <p:spPr>
          <a:xfrm>
            <a:off x="2988558" y="2979071"/>
            <a:ext cx="52088" cy="1686262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xmlns="" id="{1D02346C-DC57-4286-903E-3AD3A1807948}"/>
              </a:ext>
            </a:extLst>
          </p:cNvPr>
          <p:cNvCxnSpPr>
            <a:cxnSpLocks/>
            <a:stCxn id="68" idx="0"/>
            <a:endCxn id="62" idx="4"/>
          </p:cNvCxnSpPr>
          <p:nvPr/>
        </p:nvCxnSpPr>
        <p:spPr>
          <a:xfrm flipH="1" flipV="1">
            <a:off x="2619321" y="2354605"/>
            <a:ext cx="444" cy="25567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90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2981586" y="568643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03106" y="568640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3879016" y="568640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3894544" y="2051720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4069513" y="3309763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3971217" y="4215381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60" name="椭圆 59"/>
          <p:cNvSpPr/>
          <p:nvPr/>
        </p:nvSpPr>
        <p:spPr>
          <a:xfrm>
            <a:off x="3022110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4227934" y="565357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214780" y="172813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4" name="椭圆 63"/>
          <p:cNvSpPr/>
          <p:nvPr/>
        </p:nvSpPr>
        <p:spPr>
          <a:xfrm>
            <a:off x="2030766" y="2252888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9" name="矩形 68"/>
          <p:cNvSpPr/>
          <p:nvPr/>
        </p:nvSpPr>
        <p:spPr>
          <a:xfrm>
            <a:off x="1943533" y="568640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544215" y="1048693"/>
            <a:ext cx="202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2362229" y="1048693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353572" y="1048696"/>
            <a:ext cx="1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2700972" y="536408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3353573" y="2354605"/>
            <a:ext cx="32148" cy="300948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4070470" y="6048837"/>
            <a:ext cx="157464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4401341" y="1048695"/>
            <a:ext cx="4972" cy="100302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4400976" y="3065315"/>
            <a:ext cx="365" cy="244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4400976" y="3972688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cxnSpLocks/>
            <a:stCxn id="64" idx="7"/>
            <a:endCxn id="60" idx="2"/>
          </p:cNvCxnSpPr>
          <p:nvPr/>
        </p:nvCxnSpPr>
        <p:spPr>
          <a:xfrm flipV="1">
            <a:off x="2596608" y="2023143"/>
            <a:ext cx="425502" cy="32682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xmlns="" id="{9F01A0CC-ED94-4457-BF78-037AF4F73390}"/>
              </a:ext>
            </a:extLst>
          </p:cNvPr>
          <p:cNvSpPr/>
          <p:nvPr/>
        </p:nvSpPr>
        <p:spPr>
          <a:xfrm>
            <a:off x="1062220" y="568639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xmlns="" id="{742E49F1-AE2D-432A-BD23-CFA7850C8489}"/>
              </a:ext>
            </a:extLst>
          </p:cNvPr>
          <p:cNvCxnSpPr>
            <a:cxnSpLocks/>
            <a:stCxn id="64" idx="5"/>
            <a:endCxn id="54" idx="1"/>
          </p:cNvCxnSpPr>
          <p:nvPr/>
        </p:nvCxnSpPr>
        <p:spPr>
          <a:xfrm>
            <a:off x="2596608" y="2818730"/>
            <a:ext cx="1501478" cy="1523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xmlns="" id="{D1737103-2310-4C99-9830-D54B270AC975}"/>
              </a:ext>
            </a:extLst>
          </p:cNvPr>
          <p:cNvSpPr/>
          <p:nvPr/>
        </p:nvSpPr>
        <p:spPr>
          <a:xfrm>
            <a:off x="214780" y="262778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xmlns="" id="{0E8F8F05-B12D-4B9F-81FF-7B0239AFC8DD}"/>
              </a:ext>
            </a:extLst>
          </p:cNvPr>
          <p:cNvCxnSpPr>
            <a:cxnSpLocks/>
            <a:stCxn id="73" idx="0"/>
            <a:endCxn id="62" idx="4"/>
          </p:cNvCxnSpPr>
          <p:nvPr/>
        </p:nvCxnSpPr>
        <p:spPr>
          <a:xfrm flipV="1">
            <a:off x="546243" y="2391064"/>
            <a:ext cx="0" cy="23672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xmlns="" id="{7F75E0D3-E7E9-4D35-B002-F72001174BDC}"/>
              </a:ext>
            </a:extLst>
          </p:cNvPr>
          <p:cNvSpPr/>
          <p:nvPr/>
        </p:nvSpPr>
        <p:spPr>
          <a:xfrm>
            <a:off x="1071866" y="322196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xmlns="" id="{79DD23DB-E585-4EAB-A328-BAC7DE46C5A4}"/>
              </a:ext>
            </a:extLst>
          </p:cNvPr>
          <p:cNvSpPr/>
          <p:nvPr/>
        </p:nvSpPr>
        <p:spPr>
          <a:xfrm>
            <a:off x="718580" y="4120008"/>
            <a:ext cx="1369497" cy="136949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xmlns="" id="{7C7F9564-36A0-4D27-B25A-44E88CD51E2F}"/>
              </a:ext>
            </a:extLst>
          </p:cNvPr>
          <p:cNvSpPr/>
          <p:nvPr/>
        </p:nvSpPr>
        <p:spPr>
          <a:xfrm>
            <a:off x="982232" y="5722637"/>
            <a:ext cx="842193" cy="84219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xmlns="" id="{63EA96EC-0FC7-4454-8AEE-30CC53492D06}"/>
              </a:ext>
            </a:extLst>
          </p:cNvPr>
          <p:cNvCxnSpPr>
            <a:cxnSpLocks/>
            <a:stCxn id="79" idx="0"/>
            <a:endCxn id="48" idx="2"/>
          </p:cNvCxnSpPr>
          <p:nvPr/>
        </p:nvCxnSpPr>
        <p:spPr>
          <a:xfrm flipV="1">
            <a:off x="1403329" y="1048692"/>
            <a:ext cx="0" cy="217327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xmlns="" id="{00B3ABB9-5ECA-4D34-9385-DDCE86C3FD87}"/>
              </a:ext>
            </a:extLst>
          </p:cNvPr>
          <p:cNvCxnSpPr>
            <a:cxnSpLocks/>
            <a:stCxn id="80" idx="0"/>
            <a:endCxn id="79" idx="4"/>
          </p:cNvCxnSpPr>
          <p:nvPr/>
        </p:nvCxnSpPr>
        <p:spPr>
          <a:xfrm flipV="1">
            <a:off x="1403329" y="3884891"/>
            <a:ext cx="0" cy="23511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xmlns="" id="{836E9DFA-A36C-4F5A-A785-09D02EF40D60}"/>
              </a:ext>
            </a:extLst>
          </p:cNvPr>
          <p:cNvCxnSpPr>
            <a:cxnSpLocks/>
            <a:stCxn id="81" idx="0"/>
            <a:endCxn id="80" idx="4"/>
          </p:cNvCxnSpPr>
          <p:nvPr/>
        </p:nvCxnSpPr>
        <p:spPr>
          <a:xfrm flipV="1">
            <a:off x="1403329" y="5489505"/>
            <a:ext cx="0" cy="23313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xmlns="" id="{288D23D2-C901-41ED-BF05-57731D95A2B2}"/>
              </a:ext>
            </a:extLst>
          </p:cNvPr>
          <p:cNvCxnSpPr>
            <a:cxnSpLocks/>
            <a:stCxn id="64" idx="3"/>
            <a:endCxn id="79" idx="7"/>
          </p:cNvCxnSpPr>
          <p:nvPr/>
        </p:nvCxnSpPr>
        <p:spPr>
          <a:xfrm flipH="1">
            <a:off x="1637708" y="2818730"/>
            <a:ext cx="490141" cy="50031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4" idx="6"/>
            <a:endCxn id="52" idx="2"/>
          </p:cNvCxnSpPr>
          <p:nvPr/>
        </p:nvCxnSpPr>
        <p:spPr>
          <a:xfrm flipV="1">
            <a:off x="2693691" y="2558518"/>
            <a:ext cx="1200853" cy="2583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xmlns="" id="{E6B1EABC-B314-464B-899A-A6ABCD841533}"/>
              </a:ext>
            </a:extLst>
          </p:cNvPr>
          <p:cNvCxnSpPr>
            <a:cxnSpLocks/>
            <a:stCxn id="73" idx="6"/>
            <a:endCxn id="64" idx="2"/>
          </p:cNvCxnSpPr>
          <p:nvPr/>
        </p:nvCxnSpPr>
        <p:spPr>
          <a:xfrm flipV="1">
            <a:off x="877705" y="2584351"/>
            <a:ext cx="1153061" cy="37489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xmlns="" id="{B39CF84A-7D50-4836-941A-19E11D2C4FDD}"/>
              </a:ext>
            </a:extLst>
          </p:cNvPr>
          <p:cNvCxnSpPr>
            <a:cxnSpLocks/>
            <a:stCxn id="62" idx="6"/>
            <a:endCxn id="64" idx="1"/>
          </p:cNvCxnSpPr>
          <p:nvPr/>
        </p:nvCxnSpPr>
        <p:spPr>
          <a:xfrm>
            <a:off x="877705" y="2059602"/>
            <a:ext cx="1250144" cy="2903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4" name="曲线连接符 29">
            <a:extLst>
              <a:ext uri="{FF2B5EF4-FFF2-40B4-BE49-F238E27FC236}">
                <a16:creationId xmlns:a16="http://schemas.microsoft.com/office/drawing/2014/main" xmlns="" id="{4E1EC545-F80D-4748-A1EF-64E14AB22B45}"/>
              </a:ext>
            </a:extLst>
          </p:cNvPr>
          <p:cNvCxnSpPr>
            <a:cxnSpLocks/>
            <a:stCxn id="64" idx="4"/>
            <a:endCxn id="107" idx="4"/>
          </p:cNvCxnSpPr>
          <p:nvPr/>
        </p:nvCxnSpPr>
        <p:spPr>
          <a:xfrm rot="16200000" flipH="1">
            <a:off x="965088" y="4312953"/>
            <a:ext cx="3133024" cy="338743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536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/>
        </p:nvSpPr>
        <p:spPr>
          <a:xfrm>
            <a:off x="1235734" y="539552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62" name="椭圆 61"/>
          <p:cNvSpPr/>
          <p:nvPr/>
        </p:nvSpPr>
        <p:spPr>
          <a:xfrm>
            <a:off x="1255028" y="16990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63" name="椭圆 62"/>
          <p:cNvSpPr/>
          <p:nvPr/>
        </p:nvSpPr>
        <p:spPr>
          <a:xfrm>
            <a:off x="1257982" y="2562733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65" name="椭圆 64"/>
          <p:cNvSpPr/>
          <p:nvPr/>
        </p:nvSpPr>
        <p:spPr>
          <a:xfrm>
            <a:off x="1253796" y="3519128"/>
            <a:ext cx="662644" cy="66264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66" name="椭圆 65"/>
          <p:cNvSpPr/>
          <p:nvPr/>
        </p:nvSpPr>
        <p:spPr>
          <a:xfrm>
            <a:off x="1009194" y="4496667"/>
            <a:ext cx="1151847" cy="1151849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（爪哇猫）</a:t>
            </a:r>
          </a:p>
        </p:txBody>
      </p:sp>
      <p:sp>
        <p:nvSpPr>
          <p:cNvPr id="67" name="椭圆 66"/>
          <p:cNvSpPr/>
          <p:nvPr/>
        </p:nvSpPr>
        <p:spPr>
          <a:xfrm>
            <a:off x="2212174" y="2845885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68" name="椭圆 67"/>
          <p:cNvSpPr/>
          <p:nvPr/>
        </p:nvSpPr>
        <p:spPr>
          <a:xfrm>
            <a:off x="360818" y="2563013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cxnSp>
        <p:nvCxnSpPr>
          <p:cNvPr id="78" name="直接连接符 77"/>
          <p:cNvCxnSpPr>
            <a:cxnSpLocks/>
            <a:stCxn id="68" idx="6"/>
            <a:endCxn id="63" idx="2"/>
          </p:cNvCxnSpPr>
          <p:nvPr/>
        </p:nvCxnSpPr>
        <p:spPr>
          <a:xfrm flipV="1">
            <a:off x="1023462" y="2894196"/>
            <a:ext cx="234520" cy="14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576843" y="1019605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586491" y="2361976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cxnSpLocks/>
            <a:stCxn id="65" idx="0"/>
            <a:endCxn id="63" idx="4"/>
          </p:cNvCxnSpPr>
          <p:nvPr/>
        </p:nvCxnSpPr>
        <p:spPr>
          <a:xfrm flipV="1">
            <a:off x="1585118" y="3225658"/>
            <a:ext cx="4327" cy="2934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cxnSpLocks/>
            <a:stCxn id="66" idx="0"/>
            <a:endCxn id="65" idx="4"/>
          </p:cNvCxnSpPr>
          <p:nvPr/>
        </p:nvCxnSpPr>
        <p:spPr>
          <a:xfrm flipV="1">
            <a:off x="1585118" y="4181772"/>
            <a:ext cx="0" cy="3148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xmlns="" id="{4852E161-A726-45A9-8DF6-CC1C79C61464}"/>
              </a:ext>
            </a:extLst>
          </p:cNvPr>
          <p:cNvSpPr/>
          <p:nvPr/>
        </p:nvSpPr>
        <p:spPr>
          <a:xfrm>
            <a:off x="3945338" y="544334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xmlns="" id="{C472050B-291D-40CA-8511-8CBD6B348B7A}"/>
              </a:ext>
            </a:extLst>
          </p:cNvPr>
          <p:cNvSpPr/>
          <p:nvPr/>
        </p:nvSpPr>
        <p:spPr>
          <a:xfrm>
            <a:off x="3964632" y="166737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xmlns="" id="{6587CD57-EC3D-417F-8B1F-140F06DBBEA0}"/>
              </a:ext>
            </a:extLst>
          </p:cNvPr>
          <p:cNvCxnSpPr>
            <a:stCxn id="70" idx="0"/>
            <a:endCxn id="58" idx="2"/>
          </p:cNvCxnSpPr>
          <p:nvPr/>
        </p:nvCxnSpPr>
        <p:spPr>
          <a:xfrm flipH="1" flipV="1">
            <a:off x="4286447" y="1024387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4" name="椭圆 73">
            <a:extLst>
              <a:ext uri="{FF2B5EF4-FFF2-40B4-BE49-F238E27FC236}">
                <a16:creationId xmlns:a16="http://schemas.microsoft.com/office/drawing/2014/main" xmlns="" id="{4E13926F-E8E8-48B3-88FB-65C16F2C0A15}"/>
              </a:ext>
            </a:extLst>
          </p:cNvPr>
          <p:cNvSpPr/>
          <p:nvPr/>
        </p:nvSpPr>
        <p:spPr>
          <a:xfrm>
            <a:off x="3056741" y="1968565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xmlns="" id="{B43921B5-125E-4BF4-8F4D-7B1423760392}"/>
              </a:ext>
            </a:extLst>
          </p:cNvPr>
          <p:cNvSpPr/>
          <p:nvPr/>
        </p:nvSpPr>
        <p:spPr>
          <a:xfrm>
            <a:off x="2969508" y="826598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xmlns="" id="{09615643-88C8-4707-AA1B-099566832B02}"/>
              </a:ext>
            </a:extLst>
          </p:cNvPr>
          <p:cNvCxnSpPr>
            <a:cxnSpLocks/>
            <a:stCxn id="74" idx="6"/>
            <a:endCxn id="70" idx="2"/>
          </p:cNvCxnSpPr>
          <p:nvPr/>
        </p:nvCxnSpPr>
        <p:spPr>
          <a:xfrm flipV="1">
            <a:off x="3719666" y="1998834"/>
            <a:ext cx="244966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xmlns="" id="{4528B2D8-8C84-4861-A435-0D21C6360387}"/>
              </a:ext>
            </a:extLst>
          </p:cNvPr>
          <p:cNvCxnSpPr>
            <a:stCxn id="74" idx="0"/>
            <a:endCxn id="76" idx="2"/>
          </p:cNvCxnSpPr>
          <p:nvPr/>
        </p:nvCxnSpPr>
        <p:spPr>
          <a:xfrm flipV="1">
            <a:off x="3388204" y="1222174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xmlns="" id="{DCB8984A-C145-44A4-B20E-EF6B9564991D}"/>
              </a:ext>
            </a:extLst>
          </p:cNvPr>
          <p:cNvCxnSpPr>
            <a:cxnSpLocks/>
            <a:stCxn id="67" idx="7"/>
            <a:endCxn id="74" idx="3"/>
          </p:cNvCxnSpPr>
          <p:nvPr/>
        </p:nvCxnSpPr>
        <p:spPr>
          <a:xfrm flipV="1">
            <a:off x="2777776" y="2534407"/>
            <a:ext cx="376048" cy="408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xmlns="" id="{DAA95BE1-FF6C-4886-815F-50142EA93FEE}"/>
              </a:ext>
            </a:extLst>
          </p:cNvPr>
          <p:cNvCxnSpPr>
            <a:cxnSpLocks/>
            <a:stCxn id="67" idx="1"/>
            <a:endCxn id="62" idx="5"/>
          </p:cNvCxnSpPr>
          <p:nvPr/>
        </p:nvCxnSpPr>
        <p:spPr>
          <a:xfrm flipH="1" flipV="1">
            <a:off x="1820870" y="2264893"/>
            <a:ext cx="488346" cy="67803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xmlns="" id="{14F908A5-9BE8-4DE1-AB5D-DDECA82DC874}"/>
              </a:ext>
            </a:extLst>
          </p:cNvPr>
          <p:cNvSpPr/>
          <p:nvPr/>
        </p:nvSpPr>
        <p:spPr>
          <a:xfrm>
            <a:off x="260344" y="3443482"/>
            <a:ext cx="895736" cy="89573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私家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侦探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xmlns="" id="{40261AF9-2A7D-4623-945A-5A56A7DADC16}"/>
              </a:ext>
            </a:extLst>
          </p:cNvPr>
          <p:cNvCxnSpPr>
            <a:cxnSpLocks/>
            <a:stCxn id="26" idx="7"/>
            <a:endCxn id="63" idx="3"/>
          </p:cNvCxnSpPr>
          <p:nvPr/>
        </p:nvCxnSpPr>
        <p:spPr>
          <a:xfrm flipV="1">
            <a:off x="1024902" y="3128575"/>
            <a:ext cx="330163" cy="44608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椭圆 32">
            <a:extLst>
              <a:ext uri="{FF2B5EF4-FFF2-40B4-BE49-F238E27FC236}">
                <a16:creationId xmlns:a16="http://schemas.microsoft.com/office/drawing/2014/main" xmlns="" id="{27DB2A0C-3AFE-4E2C-AD3F-FF61C908763F}"/>
              </a:ext>
            </a:extLst>
          </p:cNvPr>
          <p:cNvSpPr/>
          <p:nvPr/>
        </p:nvSpPr>
        <p:spPr>
          <a:xfrm>
            <a:off x="3056741" y="2845885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xmlns="" id="{73889834-93DB-4579-A338-D94287EBA88B}"/>
              </a:ext>
            </a:extLst>
          </p:cNvPr>
          <p:cNvCxnSpPr>
            <a:cxnSpLocks/>
            <a:stCxn id="33" idx="0"/>
            <a:endCxn id="74" idx="4"/>
          </p:cNvCxnSpPr>
          <p:nvPr/>
        </p:nvCxnSpPr>
        <p:spPr>
          <a:xfrm flipV="1">
            <a:off x="3388204" y="2631490"/>
            <a:ext cx="0" cy="2143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xmlns="" id="{80AF573E-E401-4B5F-BEA5-89C0F660D49E}"/>
              </a:ext>
            </a:extLst>
          </p:cNvPr>
          <p:cNvCxnSpPr>
            <a:cxnSpLocks/>
            <a:stCxn id="33" idx="7"/>
            <a:endCxn id="70" idx="3"/>
          </p:cNvCxnSpPr>
          <p:nvPr/>
        </p:nvCxnSpPr>
        <p:spPr>
          <a:xfrm flipV="1">
            <a:off x="3622583" y="2233213"/>
            <a:ext cx="439132" cy="70975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xmlns="" id="{C73BD69A-9D76-4406-A33E-F0C5A1E56451}"/>
              </a:ext>
            </a:extLst>
          </p:cNvPr>
          <p:cNvSpPr/>
          <p:nvPr/>
        </p:nvSpPr>
        <p:spPr>
          <a:xfrm>
            <a:off x="3967869" y="264069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xmlns="" id="{FE0D8634-8534-40BB-B96D-D895D0123BB8}"/>
              </a:ext>
            </a:extLst>
          </p:cNvPr>
          <p:cNvSpPr/>
          <p:nvPr/>
        </p:nvSpPr>
        <p:spPr>
          <a:xfrm>
            <a:off x="3724159" y="3521183"/>
            <a:ext cx="1151847" cy="115184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xmlns="" id="{D9B50E33-F8A7-40DD-884A-2C98BB4AFF80}"/>
              </a:ext>
            </a:extLst>
          </p:cNvPr>
          <p:cNvSpPr/>
          <p:nvPr/>
        </p:nvSpPr>
        <p:spPr>
          <a:xfrm>
            <a:off x="3932465" y="492431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xmlns="" id="{23CE4651-63A7-40C6-98C3-015FBFC9EC05}"/>
              </a:ext>
            </a:extLst>
          </p:cNvPr>
          <p:cNvSpPr/>
          <p:nvPr/>
        </p:nvSpPr>
        <p:spPr>
          <a:xfrm>
            <a:off x="3932204" y="587541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xmlns="" id="{C7421F9B-0597-4C60-BF91-9E7DEB2C819F}"/>
              </a:ext>
            </a:extLst>
          </p:cNvPr>
          <p:cNvCxnSpPr>
            <a:cxnSpLocks/>
            <a:stCxn id="48" idx="0"/>
            <a:endCxn id="70" idx="4"/>
          </p:cNvCxnSpPr>
          <p:nvPr/>
        </p:nvCxnSpPr>
        <p:spPr>
          <a:xfrm flipH="1" flipV="1">
            <a:off x="4296095" y="2330296"/>
            <a:ext cx="3237" cy="31040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xmlns="" id="{6E1FB3EF-27CA-462E-B450-5E724E666CFE}"/>
              </a:ext>
            </a:extLst>
          </p:cNvPr>
          <p:cNvCxnSpPr>
            <a:cxnSpLocks/>
            <a:stCxn id="49" idx="0"/>
            <a:endCxn id="48" idx="4"/>
          </p:cNvCxnSpPr>
          <p:nvPr/>
        </p:nvCxnSpPr>
        <p:spPr>
          <a:xfrm flipH="1" flipV="1">
            <a:off x="4299332" y="3303624"/>
            <a:ext cx="751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xmlns="" id="{1BCCF4D8-A4B6-4530-9BE3-21B67F45050D}"/>
              </a:ext>
            </a:extLst>
          </p:cNvPr>
          <p:cNvCxnSpPr>
            <a:cxnSpLocks/>
            <a:stCxn id="50" idx="0"/>
            <a:endCxn id="49" idx="4"/>
          </p:cNvCxnSpPr>
          <p:nvPr/>
        </p:nvCxnSpPr>
        <p:spPr>
          <a:xfrm flipH="1" flipV="1">
            <a:off x="4300083" y="4673030"/>
            <a:ext cx="1175" cy="2512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xmlns="" id="{FB9E448E-82A2-46B5-A656-AE6EC9CA9DC3}"/>
              </a:ext>
            </a:extLst>
          </p:cNvPr>
          <p:cNvCxnSpPr>
            <a:stCxn id="51" idx="0"/>
            <a:endCxn id="50" idx="4"/>
          </p:cNvCxnSpPr>
          <p:nvPr/>
        </p:nvCxnSpPr>
        <p:spPr>
          <a:xfrm flipV="1">
            <a:off x="4300997" y="5661905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4" name="泪滴形 63">
            <a:extLst>
              <a:ext uri="{FF2B5EF4-FFF2-40B4-BE49-F238E27FC236}">
                <a16:creationId xmlns:a16="http://schemas.microsoft.com/office/drawing/2014/main" xmlns="" id="{3B233BFA-D2CD-410F-B976-F19C6DC8880A}"/>
              </a:ext>
            </a:extLst>
          </p:cNvPr>
          <p:cNvSpPr/>
          <p:nvPr/>
        </p:nvSpPr>
        <p:spPr>
          <a:xfrm>
            <a:off x="900369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一统开源社区</a:t>
            </a: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xmlns="" id="{E36F111F-6583-4CAA-B24A-40AE135A553B}"/>
              </a:ext>
            </a:extLst>
          </p:cNvPr>
          <p:cNvCxnSpPr>
            <a:cxnSpLocks/>
            <a:stCxn id="64" idx="6"/>
            <a:endCxn id="66" idx="4"/>
          </p:cNvCxnSpPr>
          <p:nvPr/>
        </p:nvCxnSpPr>
        <p:spPr>
          <a:xfrm flipV="1">
            <a:off x="1585118" y="5648516"/>
            <a:ext cx="0" cy="79569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6967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3840782" y="1912044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6" name="矩形 5"/>
          <p:cNvSpPr/>
          <p:nvPr/>
        </p:nvSpPr>
        <p:spPr>
          <a:xfrm>
            <a:off x="4558887" y="1852816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7" name="矩形 6"/>
          <p:cNvSpPr/>
          <p:nvPr/>
        </p:nvSpPr>
        <p:spPr>
          <a:xfrm>
            <a:off x="3260327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8" name="矩形 7"/>
          <p:cNvSpPr/>
          <p:nvPr/>
        </p:nvSpPr>
        <p:spPr>
          <a:xfrm>
            <a:off x="1452211" y="11882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9" name="矩形 8"/>
          <p:cNvSpPr/>
          <p:nvPr/>
        </p:nvSpPr>
        <p:spPr>
          <a:xfrm>
            <a:off x="326032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0" name="矩形 9"/>
          <p:cNvSpPr/>
          <p:nvPr/>
        </p:nvSpPr>
        <p:spPr>
          <a:xfrm>
            <a:off x="2733768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sp>
        <p:nvSpPr>
          <p:cNvPr id="11" name="矩形 10"/>
          <p:cNvSpPr/>
          <p:nvPr/>
        </p:nvSpPr>
        <p:spPr>
          <a:xfrm>
            <a:off x="1452211" y="18961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12" name="矩形 11"/>
          <p:cNvSpPr/>
          <p:nvPr/>
        </p:nvSpPr>
        <p:spPr>
          <a:xfrm>
            <a:off x="1454124" y="3161030"/>
            <a:ext cx="525668" cy="7376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13" name="矩形 12"/>
          <p:cNvSpPr/>
          <p:nvPr/>
        </p:nvSpPr>
        <p:spPr>
          <a:xfrm>
            <a:off x="1139222" y="262270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14" name="矩形 13"/>
          <p:cNvSpPr/>
          <p:nvPr/>
        </p:nvSpPr>
        <p:spPr>
          <a:xfrm>
            <a:off x="131956" y="55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15" name="矩形 14"/>
          <p:cNvSpPr/>
          <p:nvPr/>
        </p:nvSpPr>
        <p:spPr>
          <a:xfrm>
            <a:off x="2733768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16" name="矩形 15"/>
          <p:cNvSpPr/>
          <p:nvPr/>
        </p:nvSpPr>
        <p:spPr>
          <a:xfrm>
            <a:off x="455888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17" name="矩形 16"/>
          <p:cNvSpPr/>
          <p:nvPr/>
        </p:nvSpPr>
        <p:spPr>
          <a:xfrm>
            <a:off x="4558887" y="11869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18" name="矩形 17"/>
          <p:cNvSpPr/>
          <p:nvPr/>
        </p:nvSpPr>
        <p:spPr>
          <a:xfrm>
            <a:off x="131956" y="126392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19" name="矩形 18"/>
          <p:cNvSpPr/>
          <p:nvPr/>
        </p:nvSpPr>
        <p:spPr>
          <a:xfrm>
            <a:off x="131956" y="19724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20" name="矩形 19"/>
          <p:cNvSpPr/>
          <p:nvPr/>
        </p:nvSpPr>
        <p:spPr>
          <a:xfrm>
            <a:off x="131956" y="268097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21" name="矩形 20"/>
          <p:cNvSpPr/>
          <p:nvPr/>
        </p:nvSpPr>
        <p:spPr>
          <a:xfrm>
            <a:off x="131957" y="3389500"/>
            <a:ext cx="79436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章羌（爪哇猫）</a:t>
            </a:r>
          </a:p>
        </p:txBody>
      </p:sp>
      <p:sp>
        <p:nvSpPr>
          <p:cNvPr id="22" name="矩形 21"/>
          <p:cNvSpPr/>
          <p:nvPr/>
        </p:nvSpPr>
        <p:spPr>
          <a:xfrm>
            <a:off x="131956" y="409802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23" name="矩形 22"/>
          <p:cNvSpPr/>
          <p:nvPr/>
        </p:nvSpPr>
        <p:spPr>
          <a:xfrm>
            <a:off x="131956" y="480654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sp>
        <p:nvSpPr>
          <p:cNvPr id="24" name="矩形 23"/>
          <p:cNvSpPr/>
          <p:nvPr/>
        </p:nvSpPr>
        <p:spPr>
          <a:xfrm>
            <a:off x="1454123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25" name="矩形 24"/>
          <p:cNvSpPr/>
          <p:nvPr/>
        </p:nvSpPr>
        <p:spPr>
          <a:xfrm>
            <a:off x="4558887" y="2696080"/>
            <a:ext cx="48801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26" name="矩形 25"/>
          <p:cNvSpPr/>
          <p:nvPr/>
        </p:nvSpPr>
        <p:spPr>
          <a:xfrm>
            <a:off x="4558887" y="3261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27" name="矩形 26"/>
          <p:cNvSpPr/>
          <p:nvPr/>
        </p:nvSpPr>
        <p:spPr>
          <a:xfrm>
            <a:off x="3157082" y="2608108"/>
            <a:ext cx="576059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28" name="矩形 27"/>
          <p:cNvSpPr/>
          <p:nvPr/>
        </p:nvSpPr>
        <p:spPr>
          <a:xfrm>
            <a:off x="3840782" y="286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29" name="矩形 28"/>
          <p:cNvSpPr/>
          <p:nvPr/>
        </p:nvSpPr>
        <p:spPr>
          <a:xfrm>
            <a:off x="1454124" y="3918490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31" name="矩形 30"/>
          <p:cNvSpPr/>
          <p:nvPr/>
        </p:nvSpPr>
        <p:spPr>
          <a:xfrm>
            <a:off x="826232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黄龙</a:t>
            </a:r>
          </a:p>
        </p:txBody>
      </p:sp>
      <p:sp>
        <p:nvSpPr>
          <p:cNvPr id="32" name="矩形 31"/>
          <p:cNvSpPr/>
          <p:nvPr/>
        </p:nvSpPr>
        <p:spPr>
          <a:xfrm>
            <a:off x="826231" y="1257325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</a:p>
        </p:txBody>
      </p:sp>
      <p:sp>
        <p:nvSpPr>
          <p:cNvPr id="30" name="矩形 29"/>
          <p:cNvSpPr/>
          <p:nvPr/>
        </p:nvSpPr>
        <p:spPr>
          <a:xfrm>
            <a:off x="1782826" y="50239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33" name="矩形 32"/>
          <p:cNvSpPr/>
          <p:nvPr/>
        </p:nvSpPr>
        <p:spPr>
          <a:xfrm>
            <a:off x="3831786" y="549623"/>
            <a:ext cx="657090" cy="72921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34" name="矩形 33"/>
          <p:cNvSpPr/>
          <p:nvPr/>
        </p:nvSpPr>
        <p:spPr>
          <a:xfrm>
            <a:off x="2731856" y="4475989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sp>
        <p:nvSpPr>
          <p:cNvPr id="35" name="矩形 34"/>
          <p:cNvSpPr/>
          <p:nvPr/>
        </p:nvSpPr>
        <p:spPr>
          <a:xfrm>
            <a:off x="2591386" y="725511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宋嘉厉</a:t>
            </a:r>
          </a:p>
        </p:txBody>
      </p:sp>
      <p:sp>
        <p:nvSpPr>
          <p:cNvPr id="36" name="矩形 35"/>
          <p:cNvSpPr/>
          <p:nvPr/>
        </p:nvSpPr>
        <p:spPr>
          <a:xfrm>
            <a:off x="2591386" y="772784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马寇德</a:t>
            </a:r>
          </a:p>
        </p:txBody>
      </p:sp>
      <p:sp>
        <p:nvSpPr>
          <p:cNvPr id="37" name="矩形 36"/>
          <p:cNvSpPr/>
          <p:nvPr/>
        </p:nvSpPr>
        <p:spPr>
          <a:xfrm>
            <a:off x="2591386" y="820789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高保密</a:t>
            </a:r>
          </a:p>
        </p:txBody>
      </p:sp>
      <p:sp>
        <p:nvSpPr>
          <p:cNvPr id="38" name="矩形 37"/>
          <p:cNvSpPr/>
          <p:nvPr/>
        </p:nvSpPr>
        <p:spPr>
          <a:xfrm>
            <a:off x="653168" y="635703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</a:t>
            </a:r>
          </a:p>
        </p:txBody>
      </p:sp>
      <p:sp>
        <p:nvSpPr>
          <p:cNvPr id="39" name="矩形 38"/>
          <p:cNvSpPr/>
          <p:nvPr/>
        </p:nvSpPr>
        <p:spPr>
          <a:xfrm>
            <a:off x="3831787" y="3493265"/>
            <a:ext cx="504711" cy="71780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（鸟）</a:t>
            </a:r>
          </a:p>
        </p:txBody>
      </p:sp>
      <p:sp>
        <p:nvSpPr>
          <p:cNvPr id="40" name="矩形 39"/>
          <p:cNvSpPr/>
          <p:nvPr/>
        </p:nvSpPr>
        <p:spPr>
          <a:xfrm>
            <a:off x="90060" y="688672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江海川</a:t>
            </a:r>
          </a:p>
        </p:txBody>
      </p:sp>
      <p:sp>
        <p:nvSpPr>
          <p:cNvPr id="41" name="矩形 40"/>
          <p:cNvSpPr/>
          <p:nvPr/>
        </p:nvSpPr>
        <p:spPr>
          <a:xfrm>
            <a:off x="90058" y="6346156"/>
            <a:ext cx="50986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方格</a:t>
            </a:r>
          </a:p>
        </p:txBody>
      </p:sp>
      <p:sp>
        <p:nvSpPr>
          <p:cNvPr id="42" name="矩形 41"/>
          <p:cNvSpPr/>
          <p:nvPr/>
        </p:nvSpPr>
        <p:spPr>
          <a:xfrm>
            <a:off x="90060" y="742729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史可法</a:t>
            </a:r>
          </a:p>
        </p:txBody>
      </p:sp>
      <p:sp>
        <p:nvSpPr>
          <p:cNvPr id="43" name="矩形 42"/>
          <p:cNvSpPr/>
          <p:nvPr/>
        </p:nvSpPr>
        <p:spPr>
          <a:xfrm>
            <a:off x="90060" y="796786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范仲淹</a:t>
            </a:r>
          </a:p>
        </p:txBody>
      </p:sp>
      <p:sp>
        <p:nvSpPr>
          <p:cNvPr id="44" name="矩形 43"/>
          <p:cNvSpPr/>
          <p:nvPr/>
        </p:nvSpPr>
        <p:spPr>
          <a:xfrm>
            <a:off x="90060" y="8508440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耶律大石</a:t>
            </a:r>
          </a:p>
        </p:txBody>
      </p:sp>
      <p:cxnSp>
        <p:nvCxnSpPr>
          <p:cNvPr id="3" name="直接连接符 2"/>
          <p:cNvCxnSpPr>
            <a:stCxn id="13" idx="1"/>
            <a:endCxn id="22" idx="3"/>
          </p:cNvCxnSpPr>
          <p:nvPr/>
        </p:nvCxnSpPr>
        <p:spPr>
          <a:xfrm flipH="1">
            <a:off x="618010" y="2862726"/>
            <a:ext cx="521212" cy="14753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17" idx="1"/>
            <a:endCxn id="5" idx="3"/>
          </p:cNvCxnSpPr>
          <p:nvPr/>
        </p:nvCxnSpPr>
        <p:spPr>
          <a:xfrm flipH="1">
            <a:off x="4326835" y="1426981"/>
            <a:ext cx="232052" cy="869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>
            <a:stCxn id="11" idx="1"/>
            <a:endCxn id="32" idx="3"/>
          </p:cNvCxnSpPr>
          <p:nvPr/>
        </p:nvCxnSpPr>
        <p:spPr>
          <a:xfrm flipH="1" flipV="1">
            <a:off x="1312286" y="1497354"/>
            <a:ext cx="139926" cy="6388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6" idx="1"/>
            <a:endCxn id="5" idx="3"/>
          </p:cNvCxnSpPr>
          <p:nvPr/>
        </p:nvCxnSpPr>
        <p:spPr>
          <a:xfrm flipH="1">
            <a:off x="4326835" y="2236858"/>
            <a:ext cx="232052" cy="592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5" idx="1"/>
            <a:endCxn id="7" idx="3"/>
          </p:cNvCxnSpPr>
          <p:nvPr/>
        </p:nvCxnSpPr>
        <p:spPr>
          <a:xfrm flipH="1" flipV="1">
            <a:off x="3746380" y="1413717"/>
            <a:ext cx="94401" cy="882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/>
          <p:cNvCxnSpPr>
            <a:stCxn id="34" idx="1"/>
            <a:endCxn id="12" idx="3"/>
          </p:cNvCxnSpPr>
          <p:nvPr/>
        </p:nvCxnSpPr>
        <p:spPr>
          <a:xfrm flipH="1" flipV="1">
            <a:off x="1979792" y="3529842"/>
            <a:ext cx="752065" cy="11861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13" idx="0"/>
            <a:endCxn id="8" idx="2"/>
          </p:cNvCxnSpPr>
          <p:nvPr/>
        </p:nvCxnSpPr>
        <p:spPr>
          <a:xfrm flipV="1">
            <a:off x="1382249" y="1668340"/>
            <a:ext cx="312990" cy="9543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5" idx="1"/>
            <a:endCxn id="11" idx="3"/>
          </p:cNvCxnSpPr>
          <p:nvPr/>
        </p:nvCxnSpPr>
        <p:spPr>
          <a:xfrm flipH="1" flipV="1">
            <a:off x="1938266" y="2136197"/>
            <a:ext cx="1902517" cy="1598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245065" y="5557197"/>
            <a:ext cx="1137184" cy="72212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丢鱼饵的神秘人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（孟学树博士）</a:t>
            </a:r>
          </a:p>
        </p:txBody>
      </p:sp>
      <p:cxnSp>
        <p:nvCxnSpPr>
          <p:cNvPr id="52" name="直接连接符 51"/>
          <p:cNvCxnSpPr>
            <a:cxnSpLocks/>
            <a:stCxn id="51" idx="0"/>
            <a:endCxn id="8" idx="2"/>
          </p:cNvCxnSpPr>
          <p:nvPr/>
        </p:nvCxnSpPr>
        <p:spPr>
          <a:xfrm flipV="1">
            <a:off x="813657" y="1668337"/>
            <a:ext cx="881581" cy="38888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/>
          <p:cNvSpPr/>
          <p:nvPr/>
        </p:nvSpPr>
        <p:spPr>
          <a:xfrm>
            <a:off x="3226239" y="7255112"/>
            <a:ext cx="486054" cy="48005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图灵</a:t>
            </a:r>
          </a:p>
        </p:txBody>
      </p:sp>
      <p:sp>
        <p:nvSpPr>
          <p:cNvPr id="57" name="矩形 56"/>
          <p:cNvSpPr/>
          <p:nvPr/>
        </p:nvSpPr>
        <p:spPr>
          <a:xfrm>
            <a:off x="872424" y="6837089"/>
            <a:ext cx="504711" cy="46917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姚宁</a:t>
            </a:r>
          </a:p>
        </p:txBody>
      </p:sp>
      <p:sp>
        <p:nvSpPr>
          <p:cNvPr id="58" name="矩形 57"/>
          <p:cNvSpPr/>
          <p:nvPr/>
        </p:nvSpPr>
        <p:spPr>
          <a:xfrm>
            <a:off x="2105332" y="54309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sp>
        <p:nvSpPr>
          <p:cNvPr id="60" name="矩形 59"/>
          <p:cNvSpPr/>
          <p:nvPr/>
        </p:nvSpPr>
        <p:spPr>
          <a:xfrm>
            <a:off x="2105332" y="116716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61" name="矩形 60"/>
          <p:cNvSpPr/>
          <p:nvPr/>
        </p:nvSpPr>
        <p:spPr>
          <a:xfrm>
            <a:off x="2105332" y="1737380"/>
            <a:ext cx="82645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2" name="矩形 61"/>
          <p:cNvSpPr/>
          <p:nvPr/>
        </p:nvSpPr>
        <p:spPr>
          <a:xfrm>
            <a:off x="2105332" y="2299546"/>
            <a:ext cx="82645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4" name="矩形 63"/>
          <p:cNvSpPr/>
          <p:nvPr/>
        </p:nvSpPr>
        <p:spPr>
          <a:xfrm>
            <a:off x="4554968" y="694724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中菊</a:t>
            </a:r>
          </a:p>
        </p:txBody>
      </p:sp>
      <p:sp>
        <p:nvSpPr>
          <p:cNvPr id="65" name="矩形 64"/>
          <p:cNvSpPr/>
          <p:nvPr/>
        </p:nvSpPr>
        <p:spPr>
          <a:xfrm>
            <a:off x="4554968" y="74584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吴慈仁</a:t>
            </a:r>
          </a:p>
        </p:txBody>
      </p:sp>
      <p:sp>
        <p:nvSpPr>
          <p:cNvPr id="66" name="矩形 65"/>
          <p:cNvSpPr/>
          <p:nvPr/>
        </p:nvSpPr>
        <p:spPr>
          <a:xfrm>
            <a:off x="3608757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水木</a:t>
            </a:r>
          </a:p>
        </p:txBody>
      </p:sp>
      <p:sp>
        <p:nvSpPr>
          <p:cNvPr id="67" name="矩形 66"/>
          <p:cNvSpPr/>
          <p:nvPr/>
        </p:nvSpPr>
        <p:spPr>
          <a:xfrm>
            <a:off x="3609194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68" name="矩形 67"/>
          <p:cNvSpPr/>
          <p:nvPr/>
        </p:nvSpPr>
        <p:spPr>
          <a:xfrm>
            <a:off x="826233" y="8101750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sp>
        <p:nvSpPr>
          <p:cNvPr id="70" name="矩形 69"/>
          <p:cNvSpPr/>
          <p:nvPr/>
        </p:nvSpPr>
        <p:spPr>
          <a:xfrm>
            <a:off x="1749962" y="63461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杨清</a:t>
            </a:r>
          </a:p>
        </p:txBody>
      </p:sp>
      <p:sp>
        <p:nvSpPr>
          <p:cNvPr id="71" name="矩形 70"/>
          <p:cNvSpPr/>
          <p:nvPr/>
        </p:nvSpPr>
        <p:spPr>
          <a:xfrm>
            <a:off x="2298897" y="567823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老梁</a:t>
            </a:r>
          </a:p>
        </p:txBody>
      </p:sp>
      <p:sp>
        <p:nvSpPr>
          <p:cNvPr id="72" name="矩形 71"/>
          <p:cNvSpPr/>
          <p:nvPr/>
        </p:nvSpPr>
        <p:spPr>
          <a:xfrm>
            <a:off x="3127266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西邮</a:t>
            </a:r>
          </a:p>
        </p:txBody>
      </p:sp>
      <p:sp>
        <p:nvSpPr>
          <p:cNvPr id="73" name="矩形 72"/>
          <p:cNvSpPr/>
          <p:nvPr/>
        </p:nvSpPr>
        <p:spPr>
          <a:xfrm>
            <a:off x="3127703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4" name="矩形 73"/>
          <p:cNvSpPr/>
          <p:nvPr/>
        </p:nvSpPr>
        <p:spPr>
          <a:xfrm>
            <a:off x="4095684" y="5443618"/>
            <a:ext cx="486054" cy="47464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交大</a:t>
            </a:r>
          </a:p>
        </p:txBody>
      </p:sp>
      <p:sp>
        <p:nvSpPr>
          <p:cNvPr id="75" name="矩形 74"/>
          <p:cNvSpPr/>
          <p:nvPr/>
        </p:nvSpPr>
        <p:spPr>
          <a:xfrm>
            <a:off x="4096121" y="592156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6" name="矩形 75"/>
          <p:cNvSpPr/>
          <p:nvPr/>
        </p:nvSpPr>
        <p:spPr>
          <a:xfrm>
            <a:off x="2731856" y="35158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7" name="矩形 76"/>
          <p:cNvSpPr/>
          <p:nvPr/>
        </p:nvSpPr>
        <p:spPr>
          <a:xfrm>
            <a:off x="2731856" y="3995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8" name="矩形 77"/>
          <p:cNvSpPr/>
          <p:nvPr/>
        </p:nvSpPr>
        <p:spPr>
          <a:xfrm>
            <a:off x="826233" y="7621696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79" name="矩形 78"/>
          <p:cNvSpPr/>
          <p:nvPr/>
        </p:nvSpPr>
        <p:spPr>
          <a:xfrm>
            <a:off x="1454124" y="4398544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80" name="矩形 79"/>
          <p:cNvSpPr/>
          <p:nvPr/>
        </p:nvSpPr>
        <p:spPr>
          <a:xfrm>
            <a:off x="1749963" y="717594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浩哥</a:t>
            </a:r>
          </a:p>
        </p:txBody>
      </p:sp>
      <p:sp>
        <p:nvSpPr>
          <p:cNvPr id="81" name="矩形 80"/>
          <p:cNvSpPr/>
          <p:nvPr/>
        </p:nvSpPr>
        <p:spPr>
          <a:xfrm>
            <a:off x="1749963" y="766207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刘博士</a:t>
            </a:r>
          </a:p>
        </p:txBody>
      </p:sp>
    </p:spTree>
    <p:extLst>
      <p:ext uri="{BB962C8B-B14F-4D97-AF65-F5344CB8AC3E}">
        <p14:creationId xmlns:p14="http://schemas.microsoft.com/office/powerpoint/2010/main" val="1621416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人物形象参考</a:t>
            </a:r>
            <a:endParaRPr lang="zh-CN" altLang="en-US" dirty="0"/>
          </a:p>
        </p:txBody>
      </p:sp>
      <p:pic>
        <p:nvPicPr>
          <p:cNvPr id="4" name="Picture 2" descr="https://gimg2.baidu.com/image_search/src=http%3A%2F%2Fn.sinaimg.cn%2Fsinacn12%2F264%2Fw620h444%2F20180422%2F60a5-fytnfyp9039629.jpg&amp;refer=http%3A%2F%2Fn.sinaimg.cn&amp;app=2002&amp;size=f9999,10000&amp;q=a80&amp;n=0&amp;g=0n&amp;fmt=jpeg?sec=1619749185&amp;t=540e59e9a9ba26e3571aaad0aa7c0c5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9" y="1753763"/>
            <a:ext cx="1776837" cy="1272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焦晃饰演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2" descr="data:image/jpeg;base64,/9j/4AAQSkZJRgABAQEASABIAAD/2wBDAAgGBgcGBQgHBwcJCQgKDBQNDAsLDBkSEw8UHRofHh0aHBwgJC4nICIsIxwcKDcpLDAxNDQ0Hyc5PTgyPC4zNDL/2wBDAQkJCQwLDBgNDRgyIRwhMjIyMjIyMjIyMjIyMjIyMjIyMjIyMjIyMjIyMjIyMjIyMjIyMjIyMjIyMjIyMjIyMjL/wAARCAEsAhwDASIAAhEBAxEB/8QAHAAAAQUBAQEAAAAAAAAAAAAAAQACAwQFBgcI/8QAPxAAAQQBAwIEAwYFAwIFBQAAAQACAxEhBBIxBUETIlFhBnGBFCMykaGxQlLB0fAHFTNi4RYkJUPxNFNjcrL/xAAZAQADAQEBAAAAAAAAAAAAAAAAAQIDBAX/xAAjEQEBAAICAgIDAQEBAAAAAAAAAQIRAyESMQRBIjJRE2FC/9oADAMBAAIRAxEAPwDxubuq6vTxAXSpEUVjAaUilxyknDCsJcBK0rVAkQhWEQUrQKKCSRCkEkhhAEi0kkkjJIJIhAJIBJEIBKRj3MNtcW/JM7qSJtvFcoDvfhhjdP0kzk7nvdV3dnutCAb9WKaC1tuBPe+/1Uek0/2bpWnhb5raKrufX8yrmka10ztpwAL/AM+SOW6w024ZurzG3IFO2qrlRN/5Gt9QTamaA2xQyb+a4NPQSxtftsgDspWsJ/EU1jvKAni/ZazSUrW7eRhBzWjJs2gCHNrtzhNNcAc91t9IOFA17IbTY9kmkdgfmkOeOE52DgDeCT9Edx4yPqnCqoXfPKR3E85vhaTpJuxjpNzhZHAtLbYva0/VIucThLaXCwl9g1zbOQPmCq0jS07vT2Vl2eRRVSTduJDnfIrPkViieWOxQBOVG9xrDbTpTn8NhQ72hpA9aK5cq1kDG2xkc/JQvrHccqZ7SW4KhuhkX2WdVCJvPZQS0XXYU24HNcqGRnlz6qPo1WQbucZ7KN5zt5UkgHHZR4qjysr2c6RubQvjCo6poDePxm6/z6q+45APKq6lpcOMgY+iviuqjObjLkrdbgSCfN8mj/uiWmeSYhoBHkbXbBH9ChqHbGR9/MSffI/sp4I3RObggsLnk/Jt/uf0XoY9uC9M2Rl6x4aLa3y2fnX90/p7y7VSTOaCIWFw9BWf3pRZiiZnIbvcfX0H5uCsQR7Om6jbiw1hJ7laRnVbSxmWYS5PMjj7ev5qwY3STavIIYHG/TsP2KsQQiCTaf4IQ72J7f0TWioi67MzzgHsAL/cpSbJneAHt3HHmDiB3Cidt+zsc6s/nkq7KAwkjLfCJv50f7qg5wzEBgBxH7plszUxg6finbv6LLyCVtasb9MS04BDvzH/AGWUR4pI/j5af5h6fNXh/CqFI8JdkirSCQNpJcIABJIpIBdkOEUEwNoJJIBXSVpIEIDe1ERF1lZkop5W9K0ElZ0sALiVmGcQmlXXQj0ULoqT2Fful81KWZS2J7NHaNKTYkGJWgxJSbMpbEtgwJKTakWIIxJP20ltQZiKfsS2oBiNYTtqO1AAKfSC9TGKu3AKKsK/0iDxuraVnrIET2HpEcdMY3A2RNbnsn6JoG6sW7ClhHiTygtw0ih7DhLSt2n33FL5M6jp+P7W2tp4pPsbrzz2SYBRKLaBpcddhzS7cAG8qUNcTyAot53CmlP3SHgJwCGZ8xJ+SmbGx2VWImJ7D9Ums1Vk2w/IFXjdX0mxbGnaBduHplLwht8r8dgoQJ2/iI4+Sd5uNvzI5W81r0jR/hv3Yqki2UEYFfNAOcGgZxzlIl1d+U9wjvDeBk85SDXBuCo3CQ+Yl/ypNIfRIDiQjf8Aw0jw/ac0qb3EWSP0U4fJtz+XdQPf2cD9FlyXpWMVjK17j5uEwt9MpPayyAQLTfM0Vm1yXbUXOoWaxyKUDngWXEqUjfg8/ulsGQQlezQsAcd1Aj5oTiuTd9rUm4Mqqoeijnyy/XhToVSldd2MKI8WeVI9pJHZRvGPks7NGY8bgNqheMUTwPyVkG2E+iqPaXNA9cm+yMSvpnSx+NqGNAvND/Poj4gDow5xMZDib/lon9f6hWnQ7YZXDmtjPmcfsqM9s8R38LB379h/T8138eV1tx54qDX+I/YcOwCB68n9SArZcPA0+nafK5+SPQHJ/wA9FSjDqBB88l07073+f7KVwDpNNAy2AkNJGPLi1s57GhC/xZNX5La6EyNvkC21+gVbVStYNGWDyR7yQO9kD+ivRPDYdVO0DzExs+Qv/Pos98bS3TMzYJP0AH9f2T9Ej1Eg8TUxi6jkDR/+pr+v7rOYamDjzsIcPfupnW46i7O+PcD72K/ZCmmXd70fmQikjkdWlcLwG7R+6zJCA4FmO4PotHVgs0zxVEOohZZVYek5Hylrn7m4DgCR6Hv+qjJRQ7qyBJJJAA/JLsiUOQgEkkkgAUkuUkwSSSSA6V8ncqtI6yoHaqzkppmBWYh7sqF5TnSClE54SBIIbrS3BMDyim7glYQDu6KbYSsJA5IIWErCAPKX0Q3BKwgxtFNsJWgHJIWjYpAOHC1vh87eq6d+B5sn0ABtZAOFodJG7UmjXlq74shEvYr1XQxgQPlBNuF/L0UcLS1wB5Vnp9jokb/5gHZ9yo2U511V2r+VPxjo+OlFBmT2RaLIICAAftPLa/NTMAqxwuLx27Nk0EEU0Ck4vIIJ+qcPM3A5HoiIzguwrmFLyJrm1wSpWvxn6IBtAV+icMnzLWSxFMMn6C6RD2ubbSQfTgolrfYGsobGuzkLSSkcaA3I7tpCFEVm7RDD/wDCJCpr9Q0A2CSD6KF2pYCaOfcK14YyCRhRyxt28ivmllMtHLFR08dni1A97QD81I+GNx7KA6YAkscR/VcmXlWs0BAPICjeLJqiniF4b+Jv1CaQ9oN8lZ2KQjBvPpRUvLbCBDifM0ZTSA1wLSVBo5AALBx3VZzjRzQU0tC6+qquNjaOeFJ0wAOLs2oXixXY+ilhFsOc1aMrQyNpJF1aLNltXfWwAHug5vl4Q3W4f5yi8EWo1/DU9U8ljWcV6KnqGNqOInMjgT+wVmRwMlDm8qKVodIHNNnJH9F08d+nPyTpRZCXzOjbja1ufcj+wchu3TNmraIwXDd+gWoI2xSuea2uaHm/TaP+6ytQ0MEUdcxWfckLr105E+ncZvAhqmNaXO/P/wCPzRrdI12BujJzxm/7o6Fv3tEfw2R8xn9FEY9zS538Y2gH+VNCi5pa6U1RG0G/UjKY0NZ4Zonc4E/TlWJB5HTXnebHrX+BVXXua3nnKmqN1YLoR/1eb5rHPK19WS2Joxix8sLKcbNnkq8PSMjUkklokCEE7kJqASHdFAoBJJBJMEgkQlaASSSSAmu8pbj6pqXCkHbj6pWgknoDaV4Tc/REcJAbtK0kkaA2laCSQG6R3FCrRpAK0bTUkgdaVlBJAO3J1piIKDPtT6WTZO114BtVgnxmpGmrANoD2trmjoulawiiyMA/RRxm4rbZoGlW6TP9r+GtM+qcIWH9KViG44Gk9uU/k3eMdHxwfKGMAvA7JM1hOA4N+iqP3PeZCaB7KRsBdVAhtLlwrqyXP9wEeC4Wi3qrHAc2R3FKi7SP3WQMjsCpmaYuAs+YdwKWu9JkrUh1LZBnBHZWRXPJKzYY/C9M5wrQcT3NFaSywrEuw7hXdAjNX8lJHxbuEx484oWnropUTpCH4JzwU9m95vP1T3xtrH5osdXdEll7O+uiEVc+uUDEHdhV3wi54J4OOVG6aldxiUL4gHHJBJ9FFJCA3F2jLqWtfz+Sgk1jefyKwyxjSWgWujNkmvdAyXgtKB1LHH8XPqi6Rhbf6rK4fxflDaya4ItV5WFt1i8qcOaKp3zQkc1wom1jlgcrPkceLvHZRGi2xwVLPERI4sOR2VIOIfyfdY6VU8VBtfQqvPIXlzb/ADVhx2c/y5/z/OFUjp75XOHek8vRAC1oA5PAQneI49xs/NSuY0DdSqat24hgF1lZq+lWgXWeD7q3DC0uDT2jP0sEhRsiG9m/Ie4ACuVc0rTM98vG4nPrYJ/Zdfx8XLzXpW1grTgFtbmn8rAH6LJ6gwbsDJibn0vH9D+S2tVG/dDCSDvedoPpTQD+5WVqa+1S0LubY0H0aCLPti115RzUmuEcM0w5fGyNpHa6v9Aq4dcksu64mDwwPSu36fqlJO58Bc2mwMcXXWXP4b/dQxNB6adu6i8Y9TkJI+0b2ktbH/LuJ+Z/wKBgLwX35RWffupXPkLWNi80pcXOpWG9P1DYnxsjJDsgA/IrO5Se60mGV9Rl6qQPFjBogj6rMd7K7rYZoXBssb2OIrI5VIlbYa10yyl32CSSStJJpFHlOKagEgigeEwSSSSASFIpIAJJd0kBIEaSwioAIWnUlSYAJd0UuyLQSSXKKQBEcpUigEjVIgYRpAMKSLkAgySR7kJUkCRASSAtAEDCsRacOIPjwtHqXKABOCQelfB/UI39Jk0zSXGFu0mqv5LdLS+LZxYFrj/hQOg6eHgZklz8qXbRCw4+wyp5e5I6uD7Oh0zGAYBIHJU9C8D5If8At4/F2UrG0KuzSmf8b2mGOyT2UT2dxisq01tmqx+5Qfs/lCq47hSqIfR2kKZjuARyjNE2SgKB7KqXOjdtcs/1X7Xw4t8vrwjZoblXjmvIIU+8FnOVrjntNxSbxjKa51OweVGZQGlQiQOdz7p5ZwtLDjWL+qjdYaawmOksgcoOl8t4DQpvIfiqz6feb3Z7AKhPpXWSMew7rULjIdrGn5pw0j6/sVO7fR6kc9tljdg5PI9EWat1HBBHIK3pNAwWS0F1cqCfpzHAUwBxR43RdMg6wjO4G+yJ1ePf3U8vTQy7u1Xl0zoyeKHZY5bVpKNRbSSKcRaqP8uriLaAk8pB4tGTe0X3/omzD/y7Zb4cKvtlY2KMY5zpHRE4ZZ+nZOhZQIBy43aZKQzVTOZRqPJ90+A7IGuHNZSo2leQDWMqk5m6RxPHJPsrG/c6+SmyN2QPvkkNv25P9FHuqUd5fq7ByGu2gdvKVq6FviQbRZaCGj2sVf5G1ktG2dp/msX6WKWzpWNGmkZlriGWP5cgldXxe65ub0qdVkA1pksERMLRXvj/AD5LGLHP1Bi5eDtF97skn5BafVzt1GW8jcc8k2f7LO1cgh0s8x/5Z3bG+obWf0pdWXtyxmTSxyAxMd921x2/9R7lOZc/3MTaYw1frXdV2wmZwbxtyfmtnSRMiBe6qHJXPny66jo4+HfdO0Oj8Cy4AVyStBmqiaQALA7qgZXalpLbEY4HqlEBvrhct99uyddRo6vT6TqOldHIy9w7ctPqvPtdpH6LVyQP5acH1HYr0PTMoggrB+NNAIHaeccutp+XIXTwZWXX05/k8cyx8vtyNJIkILtjzgKCcmlAJIpJFMAkkhfsgCgihaQJJLulkphLSKcBSIFqNq0YjSkoIVlIaMpGlIGpEJDSKkQE/akAgaNqkKTyMIEJpBHuhSKYNKISKISMKCITqRpI9GgZRpOCPZGz0aAVPA15f5Yw/wByMBRhSh7y0M3EN9LwkenafD0r5YqLg4seNxA9uy7WEeVxXAfDD9jImtN7pC13zwvQYAfCNnI/ZRn3pvw/qMXlskqnquvaTRvdHmaYcsjz+Z7KDq80senEUDh4smGjuVl9N6G/STbtTJuDwbNdz3WM5L5eMdXh1tDP8dauWcxaXQ/xBozZJJoD81bHXJXaqSDUvfDqI3bXRvZtcHdxR9DhcqyGXT9QbA6RsEjZmnxHg7WlrrBNchWANRq+rlr5mzP8YnewU0W6yR6DutNy49sN5Su3h1jv4nAgVkClYkDXsFEE1ysuSH7KNzKLCMtvj5Kzp9SDGAbusYUW2dV0Sb7Pa4xuo8Kdjr9yVWEm9+VagbT/AGKnC/w8ujZ3hreVWOoawcnKm6g3YwEKhpoHTHcTi0ZW+WhNa2utLn0WqzHp/Ey8mhwFHExsfP0Rm1QiaXWAP8wtMLJO03d9LzWsY003CkFHPf8AJc9L1LUubdshZ3c7JVH/AMTMjk8P7W5zrrDRQWmHNL1IjLHU7dU7cAcWPVQ2K9hysZvxIxzy172OANbQQD/ZXotbDqB907JN7Dyi5z6GJ0rtxxxxlVZ2gtLVZcaDieVSlJBsjNLHKtIr6iIllNGRn5Kg9rjpJGONlpwtCSXFLPeSyCR5Gb8oWNoKJrB010jydzxkqEtc+FjGYB7+ie4CRrWE/dxNz6EqVrHua0toDsKUUSJIomMFmy6qsoTR3GARk2UWNcMkEAqLVSBraxjslb0pQe0Ndngc+y09NI4tDnHylrmntZsc/IBZRd4kcl3eM+gyT+wV/RX4MwBp7Sdv05/MBdXxZquXnu4r9RBMUVii5jfNd8D1/NYmvc6bVNGaYxoH1yVt63zaJsZDrJIZ2oE2B+WPqst218734onHyGFfPlpPDjvsyDT7Wk+vCOt3l0enj4I3O91chj3Gzx2UIiZqNS6QPw00KPouTbrkWtNp9sAaP2UZZWoHZXNOKYQqkn/1YvuVFq8WxoITKePdZfx22unxWMhzV0XTmFkW6uVyHx1rmvli0wNuvefl2XXxz0y58vxrizwgUfqgV2PKIIFFJMG8Id0SiQmDTykUUEgSSSSYIoXSKSAt1lHFocpBZLFLukgDlB7OwlXdDuj2QCKACSQQVI8JpTiE0900Go8Jd0Twq+gafmiEEWqTh44T+yYE4JLhIhDlHskZ3HCIOEAjSQb/AMMzXr4dOCQ4yiTnmuV6awF7auvQrzH4Qg8f4j0+MRtdIfoP+69NDtmaJPoFnne3Twzo12kYCX7d0nZ1ZSdFHO0C82MKYvl2h7y2NvbuVG98Ljv3+buQpmvTebQzdKgnJ8TTMfux7lW/9q0plMz4qlIAc/1H0CrfanNILDde9JO1epkFNF1zS0mXHPrabMrTpdLpaAcSQMeigZptPE4MZL5N17aRj008rg55ofqrLNGIiLJLlPeX0u2T7RxaRkkpLbAGAfUqzs27QDZCmaA1tphcC+z9AqxwmKcsrVTqLS5o+Szuml0mqkZdUMLV1pabrJAFhZWiqHW7zgE5Wec1nFzvFb1DXsO3NhZM09yUX7/QBdE6Nj2nbzdhVxHBu2vjaMVVdgpy47sY5MXTaZ2ukc2chrWiwwnkrnOnT6mHq0McOm+0PGpZKdPQPibbNZXoX2eGZgDQG13uj+ayJ/hnTSatmoAc1wducC22uN2tMMLj6Zck83DOkdLL4j4mNeSSdoqySTfzz+gW8+OfQxNc11EZLTnPsr+m+GGaed0pkMoYbDS3BPKtyaNkhDnN33wXLPOWnhx6VNH1UTHw3vzWQ7kf3CvzHF3ysbVaSISAtaQfUc2tfSbXx7AQSALa7t8llu7001pnyyVI68hP00LtW1xAxe2+wCm1enYXU62tv1TPtDjD9j0LCR/G8YA+qX32VROZE2XwmgbGG3k5z/dNfrGukLY3WAc7RynO08cMYbK++5beL/qqscr97vDYS3tWApCR80zgaaR81Tka917iVYPi7sgcqs6y8tJvv6V7pCg1tRva0WXce9f4VYEjWzRtJ+5e0scPaqv9AfqoJHFkrHDG3NelZ/oEXf8AFGbrY8ivUkUuriunNyTZ0sjnO1BJIdG447DsVmeC1r95uwtIkuftGba4G/dZurf4cbCf4is+a7yaceOoOq1wg07o2f8AI4U3290ukRtdE0nlZzYjNKSbyVp9OYY37M4U66bxuRwtDcBZs4A1kYHK2Y2OEFg8hZgj8bqsbfTJUZ4+lStXW9Qj6V0kzymseUXyvLtdq5Ndq5NRKbc8/kPRbPxZ1R2s6idOx33MGAB3K502vQ48NSV5vyOTyvjPRJJdkls5yQ7Jd0kA1K7TqQIQAPCGQikgAUkRhA9kwSSSSAtjhECkgMJLJZIUnUhWUAu6KVZRpA2CBRIQIQCQKcRhNKaAtJJJMBykAkcIjKRw4J1BNATwElTZI1hKk4JKADsnBKkgkHY/ADW/bdbIR5hG1o9rJ/su/Y0Uccrz74CePtusj7mNpH0J/uvQWfmo+3Tx/qsNjDmigFG/T3kKVhIArCk3tIAHK2mGOUVbYoOgLRZjBPySa0jhtV6BX6FkoGgFP+Ouz81YWD+En3Rp1WcKV7g08AYUDnk4Bwi9HCLrPCQbd36eiDcjCe4NbE7+Y8KZNnaoSuJ3OP1VBoO4kDurupG1gIPzpUncAAZXPnu1rjemhpZRQz3Vh8DJWgYB9VlQvIkocVyPVacRc+MEE3/VaYXfScprtCYpYnWx3Hb1SGsLMOJHsrNh342+Yd014pt5I9PVXrXpO0DpRI3fu8oHAKoSaprqDdxdfcKxPHGSa07jfa1D4O1mIHZ9HLLLK2qx9Im6XUGXcWNAd3Jvan/ZZmxBltIAzi1ZZppyAYz4fsXWPyKD/HhBEse73YVFwkPe2PNo5JHUZIjnh1hWItJMxoa6RrWjswK0RHI3cRm6yOFXlic0+V7wP5QstTe6FWWGMOz5j6kqPftFBlAdzgKGdz3S2H/MFuQnxtIZYolLRIXPJNW3ngKF+G+ysPIFXWFARebFH2VaK1E+vFs8FOdexjT3eSa+YpNd5QRfJwldlv8AlV/8qsbpnZtIPJ4jz6lrQPlSoa9l6druzX0fyVzJaSQebTJWb9FKK7Wot3V4zTOidtctLRgmTjk2s1rQ3As+4Wv0ljnyWRgJ/emjbP3WlzzSwJNT9j0uu17uQPDZ81r6/VBsW0c8ABcd8S6nZFp9C05H3knz7LXGTLOT+M+XLxwtc69znvc9xtxNkptpHlJdzywPySSSTAcYSRQQCSKSSAbWEkSkcoAJUkUkyIoIoVaVNdCKARWa7CpLuih3SApI9kuyDAoUigU0kUwp5TSmRqSXdIKkgnBCkQpqocE5ABOpJWxCchSckZBJLuikbqfgMf8ArGoP/wCA/wD9Beig0MC15f8ACGo8D4hhb/8Aea6P8xY/UL09ucKb7dHF6Stu+6lujz9FCHVwlvPfhXLprraR05aHHa5xHYd08OtuRRKrukDW2qk+v2isA+gyi8uvY8F572A0TymOIrCpQF0jfFcbPYeistvgqJfLs7NJG3VDlP1HljF4O3KdC3zJuqJ2tArNrWY/htO93TI1Etu2cWqpP3hB4Cs6hmQ7k2GhQPaA7BXHl7dCeKKxY/wK5A1wIbWAs2HUbaPAFLQZqyymOArt7q8LIi7XdoIvHHCIBGOc4wmRaiNwogG+6ttLDm104zyZXpF4LaBOEi1ox/VTEDJBv3UDyA75K7jJEymvdgjaT+qpzPptAE0pnvNuAulTldmqNLDkvTTGK78uttj1VdziAWHg8HtanmaeQaKovlq2mrH6rksaKc8Z8UObyOwRjcHt5oqV8jH4vz/qoCdkhd68hTokWpsMPHzCr2QK7AcKbUyAt2iiScKsCCK7FG0WA43Kx1EtIpOZVglAmsDAHCFktGB6XSWz0kdhhpVppRH05wJ8z/KFOSNpH6qiIDPrPN+FuGhLc2qNPpenYdMSWgn3Uss32dwbHhxxhTwBscBY3kBV4YvG1PiPy1o/VVfSj3tbptO7Vap2Q0kX2Xn2t1TtZrJJ3E+c4HoOwW98UdWdLL9iid5G/wDIfX2XMrs4cPGbrg+RyeV8YB5SSSXRI5iQStJAJBFJABJIpdkAO6VIoZtALCCJCR5QQJJJINcARISCKyWAKPdJIoMkUgkgToCl3tFGk0mEYTSpEwoTTDyikQlSrZEnAYQTgkcpzQnBBoTwElAjSVJ8cbpJGsY0uc40AElGogYXXaP4F1c+nEssojJztCmZ8BaovzKC35KvDL+Dycv0qf7L1bSTnhkzSfla9bDqefyXMQ/AscRDpZHOIXQC2bQ67GL9VnyYZYzdb8GUtsWRJnm0x0+XCsD9UzdRv+iqTzEZvHqs/Lp1yHT6ugRZv3VAOM0m1ov3TZCXHPmcTgLQ0ul2AF34u6y7yq/UaGnYBE0egUgGVBHJsdtJo8hTsfYz7lb4sbFrTigVDrhVkYoX9aP9lJHJtzai1bw8O54zS6Msp/npE35MmVxzR9FE5lyFoIvv7KWQe93hOZGCXSE47+3ZcVm63prItjA3bkhNmAHmaMN4Vlz2hueaCz9TMG3VBp5yi6gho1ojnDQas5Wvp9Y40DjvlcZJN4mvjq6Lxj6rqPDeGBzCcZwjjyu9wZyNkSbhjlRuJuycLPgnIdzlWnahobn6i10ee4z8dIJZnNm27bYeCmSODlJI4ONcKBzhlY5XdXIq6n8FA1eFQ1IJ2gVto7vX2pW9TI0kNOb4VOZ5qxwstnVaJ4ieWk3jBKUzrJIxWR6qGV3lu0Hu8RgFkeptZ0IJHi+LCaHX5u6Mgq67KIGhRsJVFOccOTmE5HqmE2RjCLcHlBSjIdsZpLQtuSryU2XLQFKzUafTPG+RrCPUpfa99dtlke2Jw9e6zOqdRi6VoSQQZCfI31Kg1/Wy2IjSM3uP8ROAuR1LNXqpjLO8vee5K6scZe6w5OXxmoqSPdJK978ucbJ90y1bbopDyFZh0ULjteSCum54xxeNrLSWjqelyRDdH5mqiInudtDTaqZSwrLEY5S+ivxdNke2zhTf7S3kyJecHjWVSS1j0fcPK9Qz9JnhYXAWB6Imco8az0qRIINFDsrSCSOEsIAJJEI0gG0geU6kkBbajSICSyaaApJZSQCCcgCnIEpqKKCY0RymFPKaQnIimUjSVIgJkFJwCIaVtdI+GOpdYp2nh2xn+N2AlrZxkNGU/avQtP8A6ZkRgzasl/cNGAjP/pyQ249Qb9wr/wAs/wCK288rK7r4I+HvFP8AuOpb5R/xg/un6L/TyV2oB1M48MchoyV3MGjj6foGaeIU1goLTh4bbuwrUGpnDBTMAKtpurBsmyT81DqXON5WHrC5jg8HhbZZXG9E7Nz2ysxlUJ4rcRVlR9DkfJCN7rsYVrUDbKL54UfJnlx7afHy1movJDavssrUyFgOQFsyNaQW0sjqGkIiPuPVeRyWx6eFN6fE+U+NVjstqMjbxYUOkibHpmNAqgB+imG0mrrK0xx1E29hIBt83HIKrid0T9snBPKteGbrkHg+iZJC2Vu3kjGeVeuhtJHqxiyCotVq2k4GSqckD49xjdYGPqs+d0oBu1nlnZNHJPaxJq2t8t3lRSdUiY0tc/8ANZLhNK6qPyCX2W3AOaR6LLyt9Kq3J1mMnDyaVOfXOlYSwF2FI3p57MJ9QVYj0OwYFD5dkatFv8ZGiMg1sbnm3OOAOy7aJ5axtk5CytNoGRvD/CG71WiLZQPrhayau4jvXYzMxvGD7ItkDo6ceU/dYBO7P6KrIxzbczGctvlOz7OJT5eCTQoEqF8lDke6Bk3j1pV5HHPNLO3SjZJc9gPVUpjuJIx7WlI8uFk1hRttzL5tZW7KoC6yR3+aUYprtxvNBNe3w5R2HdSgfT0SpIZWBxs3g4URFn2U8rxdAZpRcHKE1CcA5TmYCDwLsJbg0Z4SKJPKS3ceTQWH8RQCHXtc3hzLWhp5zqdc2j5G8e6HxRDcMMo/hdR+q6uCRhy230xdNqHhoo8K2HhzbLVkwHa8tWjFlvKrPHTLGjZBxanj2yNpzT80GttvupGMpGOItWB5YqOfmqbmN3EgC/krbnWFSlOwp6Gz/E2two2vLio927hTwgKpijyW4G91cFObVBUHziIDkn0CLNQ88ikvHR7VOpdL3gyxCj3A7rIj0k0rtrWFdZGHP9aKtRaRgddZWuPlUXW3LR9D1D2k4CDuhaprbABXZGFrfYJpYBgKrMoJI4KbRzwGnxkV3UC9AkgZI0h7QQfUKhP0LSSjyt2O9QiWlcXHUgeV0UnwxJkxyj6hVnfDusDqAafe09lpTCJQATlmsE0p1ZSTABOQCPdIEkEQEAKTOkVJp9HqNXJs08T5HHs0WtXonw/qusahoa0sgB88h4A9l6Lppek/DkbIYYw6TvXP1WuHHcmdcf03/TvqusAfqNunbX8WSuh0/wDpdp20ZtY9x9AKXZ6Dq+m1rAYntv0V+7XZh8bH3Scpov8AT/pGleHOjMhH8+V00Onh0sQjiY1jQKoClOOFBOHOaewWs48cPUAhwLuUns3twqUTdsvmcSFoNe0sxwrl8oFO3sPKqamUmxavTYBKzJbN0oy6FUZQHXnKxuoN8jit10fKyeosIjcK5C5850Im+H5i+CgctWzMfEaHdwub+GnFviAngrfZIfEIPBTn5YaGN1dmvvyn6KDUx+K26+isuFxub3HsoqHhkABeTnjq6r1MLubMYaY2qB/dIyNbyQChRMZA+Sgm0B1VNE2wEVZSlqtRaZqozy9v5qwxzHEkEZ5orzzqs3U+ja0s8YOZ23NsFb/RpdTr+kR64UC4G2t9QaVzL+pupdOk8KOiQANxs/NQyaAPJ9DxhZrtRPE1pkLm3xY5U0XVnM/E0H3CqeF9q1foH9NAaSG2mfYtmaVl/WW1/wAZ91Rl6u4uPlAvjPCnLHGejnl9rLYAMlvyKcYmgURzyst3V3NAJpR/7w9zbDbo5wp3iNVsBrGkIEHHmtYZ66HOJI49EB8Qwvbg3WFPlBptuI43WBhAPDuGn3PosSPrEcotvmCvwSmZwcRwPzR5Qj9QDG8Pa2geUHtNbgCRXdPmO4Ej81O2Fo049aGCos7VtkahnlHp6qLQtD97a4dhW9RFTKNDKrdKsauWuKtZ67FQa6La4UOFEf8Ajv8ARXteMuPuqAOOUrBUTwfEs9k15qwnOJ78qN5ykztNscqrrn7NJI7vVKwTQWd1R/3LI/53hPCbyTldRP0eO5G4wtHrse/pco9BaZ0aGm7qUnXXBnS5r7il18c+2GTiOJGlakTfKFlPxXzWzpxcbD7K84ylSxggWp64TA0UU8HhTDA0ARaoTPt2FcmNAqkzLz7q8f6jKnRMvsVZdUTLABPYJ0MZLbASgidqdQTwxnYqtEfpoCLdILcePZXIdMHGyFYjgNC6VimxtIVY4ka2NrQ0DlTsbXKjhF+bt2UwBcVpIVANBOUHhgGMkKbbtZ7qFsZcSnZs50eNK97WvZkHn2Tm6V4FlhCsR74wAHEBSsmla8G7Hoe6cwhb2qCGgMBO8IYsDhX3acahjpGANc3JF/sq/hZzdp3GHt5kEkgnLlXDUikimRDhLlIKWGF80zYmC3ONBGh6RiyaANrqegfDum1DBqdfLTBkMBr81XfoYNI1sYFydyVIxzqAs16K8cdXtNrqNT1rT6bTDSdOia1oFWBQ/wC6w3FxcXuJLj3KiYVo9O6c/qE4bkRNIL3fyha23LqJU9PLqm6lp0u7xOwC9H6Nr5dRpGDVR+HNXBK5jqHUtH0aL7LoY2ySt/8AcwRn1Kw2df1g1kcrpTta69o4WvHn4XVKz7esx7nc4Sk/Cq3TNbHrtFHPGQQ4cqzIbBXb77NmykterEMuKVXU2DYUcMporKXWQXZzhZ8vsrbn7mqm/LsJ5EjGTkUs/qEYLCVrbGkZwqOvYNqzynQjA6E4s1s0fFldC4HHzXNaU+F1n0BXS2Nvqo471oJyKaHc3hQloDj75V7RRiZoY7LapVNRGYnuj5LDz6hcnyuPV8vp3fHz3NK5u6A5P5KQAlhHdINt1370pWjscrkwjorD+IOnN6lo3UPvawfQqL4Ee8dJ1OhmBEmn1BG09g4X+9rYnBBIrB5WWITB1KLXQkhzSPEaP4wr3q7LPC5TcdF1HSxT6FzHMBLRbfmq03QtN9lPhhzJQOQU53VtM7TnzEEkCi0+q0HTN2OGM91tMcct6YXLLHUc70zow1UBl1Bc07iAB6DuqUnSmR9bg0r3OLZQXN9wOQum0E7Bcbv4SQaKErIvtsEjq3AlrL9SOFleKeM7XOXLd2w+r9DibpHuhjaXsyK7+yLemRQaBjQ0A1ZPutzqE8Gnglle8CJrbJPyXNSfEWg1GlaYprOwW0A3foVny8WMtPHPLUilB0+J8EhIBJkOe6zIYGQCdlCg8nPZTdL6xrJnS6caBzjuJa5rqoHsVsdP6IIZX6jWy+JI87hGPwN/us8OL0e7WZ0TossrfGnBi0+4loPLlvt0sUO1sdkXSsufeSAGDgcKGRwJscKrjJF4zSJ8YB21glXSQ2K6GFUffigDjCsTu2Q5pTNTa2XrjTTxZ91V6Wfv5HAdk3Xz5ocqfpkYEbnHkrP/ANCodfIC6qrufms4GibVvWyDxHAKhuoqaWROd6fRRE90nHKYSltmJN4Wbqz4/U4oRwwWfmr7nbGFx4AtUOjMOp1kuoPc0Frw47u2fJenTaGMMiCzPieXbo2s/mctuJu2Ncx8US3LDH7Ersk10wyvTmpD27Lc6eQ6BiwpFtdKzpR7J5emc9rtEEo0Go0g7A5WalaZ1kqOCO3IE7i5XNHCHuzwtJOkXtYFRadx9R2VnSQFsQs2Tm6Uc8P4GgkW4cLQjAbQ5CvGJJrMXfCie7c/b2Vl5AZgfmoYmF7j7KxUzKDQAFYiYbsnCjijOa5VpkcjWjGFchIZARXontbRBGVI5hd+IYUgADa20U9CmgbspZBrb3BtWGsBqvyQa1wcbGCrkCOOR7X7m8iqUr5oXkOe2nEZymOaWn58Jhge4kmkU3mICKQRpcSwwkikAgEBfzXS/C/SJNRJLq3MIZE3BI5KXwv8Ly9ZnEsoLdO05PqvTdXooOmdBljhYGtayqC34uK5d/SbdvNNR59Q4+hQY1SEU+/VWNLo5NVPHDELe80PRL3SLRaSXVztiiaS4miawPcrf1eoj6ToxotMa1BH3jwOfdSSvi+HdL4MO12rkbUnP5/Jc497pJHPe4uc42SVprxgV5m8knKpSEXg0r8uQVnTDJWdDsfgrq/gSu0b3Ux+W3xa792W2vEtFqXafUMkactdYXr/AE3XDXdOimFZaF2/Hz3NVPqmasGiQqEUvY8lXdW41wsoAiX6oy9hqXbFRfiXkq6xu5mSqOpDWvwcp0l2M23JVfWNaYyfZTRNJjHoo9RGC0glF9ByepGzqEb+1roo3VEDWaWNr4DvaWg3fK6DRaKSWFpcKFLHCd2KsWemvG45VfV2Znv7XRWrDpWQMO3mlnPAc97T3Kvl4/LDVVhl43aCNor3CcMEZTY/K8tJyFJkLyZNXT0Zd9q+pbbTXcLPga1ziHGj6rUl/CDXCzJ4zG/e0YKL70046DoJI5L22w8hLqMko07DCZGuIuw79Fb0+paWAOF16qUMgJztrnIWn+fXVLLVu8o5/SyTM1TjvkaCNxvi/wC6m1On/wB3a06ieSPY8OjLSRtI7rZ8CKR/LfWyLSfp9Pp2W54Ndgp/yz1rZeOLnJtJqtS0iUlzry5zrCi03SIdOD4nnJNkDAK19RqRlrOBxSqg7znuFncMZd3trMJFjTuZC0CKNrAM0AphLuomxfb1VRh9vYqeM15iOcAI8vqJs0kkaHRkOFgnhBtEAnvwmPks5/L0TmR7ifZZ32SRoLpOOFW6lO1sfKtOcImuI7Bc31HUHUarwmnHdTldQ0LN2plJPF4W04/ZdGRYBpVdHpg2MFwwOyq9R1ZfJsBwFM67oqpNIXvJvuoHO7JF3dRk2LWbPKiSmjlAooKTan1Wbw9LsBy5X+g6Yx6RpIy7KxdVeq1zIm5s0uv0sQiia0DgUuzix1iw5LvJYOGLiuvy+J1Jwv8ACKXYyOwVwnU37+oTO/6qW8rPL0z5OaWz0nOnWK7LltdKNaZGXpnPbRsAVwopX+hTnmxfsoWML38YUT2qomtJcMXZWzo4fLxSxNVKdLRAS0vXJY9oe0bbyR6LWRltvvH/AJmPJwtBm0kEA2snSTN1eo3sd5K4WxG0A8rTGChMBt4yjFGdlj0yk8bnhWWsxn0VyEUMZcQBilcduDUzTMBN2rAGSPorkCINNI4Jqk5wc4gDhSRw7fN2VaBgZQBBzQQIOGk8V9cqb7sXYxdJpaxx8oJ9EyKOB2olbGBgnJHZbUWigiiazYDXcoaHRt08d1b3clWi1VjjL7U8EAoI8ogJELzlABlXem6F+v1senY2y4qDT6eSeQRxtLnHsF6Z8HfDX2PbqJwDKR3HC048LndFa6ro3TY+n6CKFjQKaLKZ8Snb0SavSlqtGFlfEUEuo6b4ELd0kjg0BencfHDUTHnGm0U2t1LIIW29xoE8D5rqh9j+GtCR5ZNa9oDhf7eyc92l+HOm7Yz4mslre28g/wBlymonl1UplneXvPJJXJqYd32Cm1EmokdLK8ueTyTajTd4FYRJWV/pmSGmrN1HJWjLltrNmN2FN7CGMkOwvRPgfWiTTS6dz7cw2AfRebk0VvfC+uOm6tFTiA/ynK04cvHNOX9em6oWCsx7NsgNK+527kqFzA4rsymxT2P8npSz9SQXXavAUKVOdjZHUObU5eiW9O77poGVfj0Xist/5KPp2kO0FwoDi1q0A1aYzo2FrNJGxwpgoFaUFCFteig1rbshS6c/dBTjJMrpR8pPgurmllV5lqyn7p3yWVi08vZIJfLKHVjupbtoCL2hzHN7JsbgYx6hebz4eOe/67OHLc0D22wtVVzfLRy1XAbtRlnalzVvLpnOg2m2FMBcTW4K+6Brruwqs+mdXkdTkt2emnl/UYke0YUEr3vPN/VTR6d7wLx8077NJXARcstKlkUhGbt1IuDW4Az7K0+F2N2E0Qdz3WZ+SBjdx491PhtN9VI2OqDUJzsaB27po2rtjuUkAm/VX2MDWUee6h0sQa1zj34TtRMIoiSVMn2TO6rq/CY4N5WZ0+AucZXck91HqpDqdQADkmlpHbpoQ0dgsv2pmavUCGIgVfssNznOdam1Mxkec4VZTldpypEphNomyUxzgEkieVBqJgyM0UnyUFQneXYVY47p26i30TTmbVumdw3AXUDytVDpWm+z6RgIpxyVfJXfjNRy77RSuqNx9lwUzt80jvVxXca5+zRyu9GlcG7OVURmjdRW500D7ED7rDK6HprR9iYnl6Z/aV2WkV2UsMVMCQaC9W447ArgKcIMqy+q6Vz9OSBxlYDV2up0++B1dxS4x7Sx7mEUQVrfSW50DVMaTG8gHsuqjINLzeKRzJQ5pohdT0rr7D91qhRwGkKsLoq6MNG8Vdqy0dioogDT2m2lXI4w54BOOStpCSN2sFg57hSFzQL70kYmgiya5tSDbWBa00DImvcCSMKTbeOEx8mzBx8kY2h2bKAdt54VrQ6cumuhtb7cquGi6As3S29NEI4gKonJCcnZxIGnBSLVJSC10Hz+PmtLpvSZ+oy7WNpnd1KTofSJOp6kY+6aclel9N6bFpImsjaBS87DjuVVaqdD+GoNEGkst/crsoIQxgoUoNNFQBV5mAvR4+OYTpBzQs/rWoj0uhdNJdty0t5BWlXdc98XOI6TQNW8WnlfxpuD1Wol1U7ppnlz3dyoXCvyRcEwk1RXBbu7NCSc9qQa4prydx9EAcqQe93lys6c5NK9IcLPmOUgruNlTaSbwdRHIP4HAqs4otwiXVKvYdFMNVpI5W/xNBUr+cLB+EtS+bpLQ6yWkhdAwOlIaAu/G7iYhc53HJU2l0W54fJjvSvRaQMaHOHm91IBTqVeJxZjADcInhJn4UTwtIFHVNsHCj0xoUp9V+EqpAaessv2UtTGozjsssrSmyw0OyzHFPL2QC6OUxp2yEdjkI57qhqtc3T6+CJ7qEvlBPr2XL8jHeO2vDlrJptymkDKDJKz9EXUD7Lg1HbBxWTikTG1wzlIUcp4II+SqYhEIWDsk6Kh6KYjn0UbzXfATuM0NqzoheVDIAAQBfpSnkBdjhRSGnA8V29VhlI0iN33bQMEqsIzNJTuApJpCPKO6JcIY6BslIHSPaKAOAFjdR1QLSAcccqbVaoRtOcrE1EplcGjuVlnl1qD0fpG290x7cJavUE2LscIOkEcQaFSkfZWfqaFuic+0zlDlK67JIpXVqtM8AqZzjSpz2UT2qekcj7Cf07TfatYLFtbkqs8k4XTdH0XgacFw8zsldXFhuseTJfYwNYm91JIduAohzldNjBn9bk8Ppkn/VhcWePddN8Sz/dxwg8myuYJtHpnld005GV0PSQDoR81zx4yuj6DT9EQc0U0r8bBYICuRtAUTABjupnA0CFWM0VqUgbC1cf1qEQ60ubgPFrrXktZa5jrxJMJI9VVJis/Epm4Kjj5UwUUNzo3XJNHI2GU7onHJJ4XdaGePVRtnj/A4YXlbfmum6H8QnRsEEwJjBAaQePmtePP6pO72WMjjFJ25jAaCrRTsmO6OUPA52lJ7yLIIorp2Bc9r5aJ7q2xvavKqWmaC8mqPdXwbodkoFrQ6dss24gbWrVHBUOkhEMAoUSp/qtsZ0ZHhBHslZ9VQcp0XpsfT9FHGB5qyV0EEeLpUmkBzQK5Wvp2AAA+iz48JOiTxCmhWGhRtFcKUcLagcLnfi/HS2+7wuiK5r4xd/6fE3/rWfJ+tNwZHmTHXynucN+Ex9n5LgNVeclRjGU6Tmgo2SVbcG1IOcbBtUZzZKuPwwlUJTZQFY5KIOU0m05gJIASKu7+B5HOglYBYDl6BptOGN3EC1xvwB018AmmmBBdVA+i7zsvR4Z+O0yGOOFCD5lK4KKqctclLTPw8pIMOE5BK2pHlVCPEi0dQPKs4CpVlnO1LLtuyQ5BpZoFq9K/bpSLslUiAGoyKmEEmlx/xfIWTwAGnNNj5rrnEgrifitwOvjvJDeFhyehG70fqo1unaXV4zRT2/1Wp4oHJXnvTZXR63TkOIuRocAasWvQ9Z0zUQNMkI8aI5r+If3XDePL3Hbx8svVHxSDyKRE/AtZR1PlySK5BSGobYyM+6y8+2+o1xMeCUjIG5JBKyPtOL7fNEasCw4p/wCg8V+SYZ/TCqSzjN8/NVZNSHOJvnhQP1DG3ZulGWW1SaXGuA87zkcD0VPU6vab5Kqza4EWcBZWo1bpHclZ3LQtSz6kyOJPF8KBj6JJ5KivNlNJKx3tFqR79xIJUdoWUjfdKg7CYXUkTjKjc60aOC51ilA9t3fopQAAc5KYLe8MZkk0qxnZ26h/TtF9p1IcR5GfuuqZGI2DCi6dofBiaB6KzqBtHK9Hjw8cduPK7qnIbcmE7Wl18BFx8yo9U1I0+kd6kUie0305jq2oOo1ryDgYCzid2VI8lzy71UZynWRrjhdF8N+aKZp7ZXO8lb3w26tRI31anCb9U7KmaPuwmlpJ+ifkNVwjXtJYbC5vrzKhhNfxFdS8gR+9LmviAf8Ak2UP/cTojBYMKasKJmAFKswICeBhMGSpBwgNDpvVZ+nzNDJCIt1ub6ruNNrouoaYTROOe3ovNSVo9H6o/Qapp5jOHA9lphnr2T07SsAYe5VvTNEuoYyxkqjotTFqdM2WFwLTjC2OlRAOfJXal1ybDSwKARLcWlVo9l0aMOCjgpd0uEgxnx1KCOy2NMd0QKpTxDeSBSvaQfcBTh7C2BgJya3hOVUiPC5T40cRBp29iSur5C47403btPZNZUcn6G452XGkx/CkNAKCQlcFNBJiyOVWBtxU0poZVa6fSQTSfgWfMeQrzj5CCqL2kuocnhIIA0uIA5PC634f+HiS3UaluKw09lH0PoB3ibUiu4aey7GNgjYBwAtePj3e01rdKjbG8NbgVS1zwFjaBwEzSthd+HoQ1yhH4lK9Qjn3TyNaZwnJrDhOPKISGYWFQZ5p/kr82Gkqnp2297iFnnN01ed3n2mqHooQdx9kZnfjNKKJ2KSpE8i6XCfEjg7qvyC7x34l531t+7rkrTyAufl9HFLTuLdRG7h28V+a9pb5oW/JeKR22Zrjk7hQ+q9Z1/XNF0nSRu1DyXuaKY3JOFfxtd7F6u1TreiEukcQ0bxwaXnUvWnabWmCWM02huac/Ol3nTPiODrv2uFsRjkiFtYTZcPVef8AxXovD1TdXGKa40fZcvyuOe434s7Y2W6gu0zXBzjZu+1e6I1h2C325xzmqGFldG1XiaURk5arz2B3YLzblrp2Tetw6TU3gFwHf/PyVZ05xwaNpPj9CojGe4U2jspHlwGTj9FEU8t9UtthTSR1aVJ4QKAbwE1zqCc5RuCBDHuUbnp7m2m7AMkoP0j3OK2OiaB00vjuBIGG/wB1n6eB2olZGBlxpdTH1PQdIlZpnskc1oovbwCur43H5ZbvplzZ6mmqzT+FEszVOsmlsyamDU6LxtPIHxkYIXPSu3WV382sZqObDtEuZ69q98gjBwF0Gom8KBzyey4nVzGad7ieeFhPRZ36Vzg32Q90sjCR4QkGjNra6AQ3X16hZDWrT6K4DqsTfXCZV17QSOES3LQOER5XEIgEkLVISMOyxwue68Gu0bTdVIF0zsx8LA6zEDoJTdU8IyDmAPThPtNA5HungYWVhi1PvHCai40EBG4pR2SmPOVJFaA6f4a6u7R6lunld9y/As4aV6x01u3RsOPN5r9V4Zp2Ok1EbG1uLhV/Ne2dHmP2SOGT8bGgfNdnx8u9E0kUqSrC65DDhEDCFFOASoRTM7paR5DywlTSAGPKrt8uobXqi9UNBuOU7FJqcikBwsT4l0X2vpL3sFyReYLZccqk+QjXCHGySM7r9kspvE3lb3c9lASO6v8AVYWwdT1ETL2tfi1mnJcvOpon07lVJDTrVl+KVaYYCQSN3SYaCXHgLqelfDjIYvH1NOc4AhpHCyvhljZOrxBwBABIXeal1CgBQWvHhL3U1muYWkCsDurDXbqA7JnJynMHmWsC9pCRqGV6roVz+j/5Wn3W+unD0Ia9Q/xKZ3KjKdhpo+FIVHFwE8ogQT/hVezHA8hWJuFU1bi2EAcEqcvexFCU+TPdRwZR1uIhSWmFQhZfZHy+XK8w6xNfxHMF6bKT4Z+S8l6mT/4ilN/xLHm6kORZcdhEgOQcLa6k5/U9PHrgbc5tEelLFdkC/RaPRJ3+LJETbDmvdZY+rFM6DWajpOvZrtP/AMjMFp/iHcLsJTpPjDoz5NOAzUtFvYRRtc11WJjZHFoqxav9I1L9Bo9FPAGtkfJtca5COP8AKXGlcvG7jnGMk6T1DwZA4UayOVuNlD2h3r6Lf+L+maWXSmcx1Jtu24XHaCV+0tJsBefzYeOTv48umlbfW0LF0VXfjIRa8mrpY+2icxNpMLWtHdGy1tgpr3mktQIym7bRGSngI8UxCW5S24UpGUHDClUV3NpN2+qmIVnpsLJupQxvFtLuFWM3dDKrsEA6V046yQD7RINsQPI91gzbnu3ON2tvr8rpOqPjJ8kQDWtHAWTJkD5L0fGYzxjz8srld1ofD2qLJ36Rx8kowfdXZgWvIPYrC0RLddAQa84XQ68VqXfK1V7x7PHpz3XdSY4fCByVyxza1OtyudrHA8DhZblKb3Qb7o1Zrsk38KcBlPSTiNoyrXRXX1eA3/EqchwVa6QK10B77wiCu8e0CR1jshCd99lJKT4tdtqZFhbxKXYDGb5WVr4d2mkOLaN1Hg0tuMAtyqGoaHb2ngtNp2BwANkniynBAgbiE6lhYYjNlBxwnDhMk4KWghebU8P4Qqp5VqP8IR9htfD8P2jrOnaWbmg7iD6BenRzuic1wG0jhef/AAhC1+ve83uYyxldqLLQ4kk+66eDrsq6fT6hs8YLTZHKnKwtBI5uo2g+X0W5/Cu3DLcMRyl/nKA7pKg/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4" descr="data:image/jpeg;base64,/9j/4AAQSkZJRgABAQEASABIAAD/2wBDAAgGBgcGBQgHBwcJCQgKDBQNDAsLDBkSEw8UHRofHh0aHBwgJC4nICIsIxwcKDcpLDAxNDQ0Hyc5PTgyPC4zNDL/2wBDAQkJCQwLDBgNDRgyIRwhMjIyMjIyMjIyMjIyMjIyMjIyMjIyMjIyMjIyMjIyMjIyMjIyMjIyMjIyMjIyMjIyMjL/wAARCAEsAhwDASIAAhEBAxEB/8QAHAAAAQUBAQEAAAAAAAAAAAAAAQACAwQFBgcI/8QAPxAAAQQBAwIEAwYFAwIFBQAAAQACAxEhBBIxBUETIlFhBnGBFCMykaGxQlLB0fAHFTNi4RYkJUPxNFNjcrL/xAAZAQADAQEBAAAAAAAAAAAAAAAAAQIDBAX/xAAjEQEBAAICAgIDAQEBAAAAAAAAAQIRAyESMQRBIjJRE2FC/9oADAMBAAIRAxEAPwDxubuq6vTxAXSpEUVjAaUilxyknDCsJcBK0rVAkQhWEQUrQKKCSRCkEkhhAEi0kkkjJIJIhAJIBJEIBKRj3MNtcW/JM7qSJtvFcoDvfhhjdP0kzk7nvdV3dnutCAb9WKaC1tuBPe+/1Uek0/2bpWnhb5raKrufX8yrmka10ztpwAL/AM+SOW6w024ZurzG3IFO2qrlRN/5Gt9QTamaA2xQyb+a4NPQSxtftsgDspWsJ/EU1jvKAni/ZazSUrW7eRhBzWjJs2gCHNrtzhNNcAc91t9IOFA17IbTY9kmkdgfmkOeOE52DgDeCT9Edx4yPqnCqoXfPKR3E85vhaTpJuxjpNzhZHAtLbYva0/VIucThLaXCwl9g1zbOQPmCq0jS07vT2Vl2eRRVSTduJDnfIrPkViieWOxQBOVG9xrDbTpTn8NhQ72hpA9aK5cq1kDG2xkc/JQvrHccqZ7SW4KhuhkX2WdVCJvPZQS0XXYU24HNcqGRnlz6qPo1WQbucZ7KN5zt5UkgHHZR4qjysr2c6RubQvjCo6poDePxm6/z6q+45APKq6lpcOMgY+iviuqjObjLkrdbgSCfN8mj/uiWmeSYhoBHkbXbBH9ChqHbGR9/MSffI/sp4I3RObggsLnk/Jt/uf0XoY9uC9M2Rl6x4aLa3y2fnX90/p7y7VSTOaCIWFw9BWf3pRZiiZnIbvcfX0H5uCsQR7Om6jbiw1hJ7laRnVbSxmWYS5PMjj7ev5qwY3STavIIYHG/TsP2KsQQiCTaf4IQ72J7f0TWioi67MzzgHsAL/cpSbJneAHt3HHmDiB3Cidt+zsc6s/nkq7KAwkjLfCJv50f7qg5wzEBgBxH7plszUxg6finbv6LLyCVtasb9MS04BDvzH/AGWUR4pI/j5af5h6fNXh/CqFI8JdkirSCQNpJcIABJIpIBdkOEUEwNoJJIBXSVpIEIDe1ERF1lZkop5W9K0ElZ0sALiVmGcQmlXXQj0ULoqT2Fful81KWZS2J7NHaNKTYkGJWgxJSbMpbEtgwJKTakWIIxJP20ltQZiKfsS2oBiNYTtqO1AAKfSC9TGKu3AKKsK/0iDxuraVnrIET2HpEcdMY3A2RNbnsn6JoG6sW7ClhHiTygtw0ih7DhLSt2n33FL5M6jp+P7W2tp4pPsbrzz2SYBRKLaBpcddhzS7cAG8qUNcTyAot53CmlP3SHgJwCGZ8xJ+SmbGx2VWImJ7D9Ums1Vk2w/IFXjdX0mxbGnaBduHplLwht8r8dgoQJ2/iI4+Sd5uNvzI5W81r0jR/hv3Yqki2UEYFfNAOcGgZxzlIl1d+U9wjvDeBk85SDXBuCo3CQ+Yl/ypNIfRIDiQjf8Aw0jw/ac0qb3EWSP0U4fJtz+XdQPf2cD9FlyXpWMVjK17j5uEwt9MpPayyAQLTfM0Vm1yXbUXOoWaxyKUDngWXEqUjfg8/ulsGQQlezQsAcd1Aj5oTiuTd9rUm4Mqqoeijnyy/XhToVSldd2MKI8WeVI9pJHZRvGPks7NGY8bgNqheMUTwPyVkG2E+iqPaXNA9cm+yMSvpnSx+NqGNAvND/Poj4gDow5xMZDib/lon9f6hWnQ7YZXDmtjPmcfsqM9s8R38LB379h/T8138eV1tx54qDX+I/YcOwCB68n9SArZcPA0+nafK5+SPQHJ/wA9FSjDqBB88l07073+f7KVwDpNNAy2AkNJGPLi1s57GhC/xZNX5La6EyNvkC21+gVbVStYNGWDyR7yQO9kD+ivRPDYdVO0DzExs+Qv/Pos98bS3TMzYJP0AH9f2T9Ej1Eg8TUxi6jkDR/+pr+v7rOYamDjzsIcPfupnW46i7O+PcD72K/ZCmmXd70fmQikjkdWlcLwG7R+6zJCA4FmO4PotHVgs0zxVEOohZZVYek5Hylrn7m4DgCR6Hv+qjJRQ7qyBJJJAA/JLsiUOQgEkkkgAUkuUkwSSSSA6V8ncqtI6yoHaqzkppmBWYh7sqF5TnSClE54SBIIbrS3BMDyim7glYQDu6KbYSsJA5IIWErCAPKX0Q3BKwgxtFNsJWgHJIWjYpAOHC1vh87eq6d+B5sn0ABtZAOFodJG7UmjXlq74shEvYr1XQxgQPlBNuF/L0UcLS1wB5Vnp9jokb/5gHZ9yo2U511V2r+VPxjo+OlFBmT2RaLIICAAftPLa/NTMAqxwuLx27Nk0EEU0Ck4vIIJ+qcPM3A5HoiIzguwrmFLyJrm1wSpWvxn6IBtAV+icMnzLWSxFMMn6C6RD2ubbSQfTgolrfYGsobGuzkLSSkcaA3I7tpCFEVm7RDD/wDCJCpr9Q0A2CSD6KF2pYCaOfcK14YyCRhRyxt28ivmllMtHLFR08dni1A97QD81I+GNx7KA6YAkscR/VcmXlWs0BAPICjeLJqiniF4b+Jv1CaQ9oN8lZ2KQjBvPpRUvLbCBDifM0ZTSA1wLSVBo5AALBx3VZzjRzQU0tC6+qquNjaOeFJ0wAOLs2oXixXY+ilhFsOc1aMrQyNpJF1aLNltXfWwAHug5vl4Q3W4f5yi8EWo1/DU9U8ljWcV6KnqGNqOInMjgT+wVmRwMlDm8qKVodIHNNnJH9F08d+nPyTpRZCXzOjbja1ufcj+wchu3TNmraIwXDd+gWoI2xSuea2uaHm/TaP+6ytQ0MEUdcxWfckLr105E+ncZvAhqmNaXO/P/wCPzRrdI12BujJzxm/7o6Fv3tEfw2R8xn9FEY9zS538Y2gH+VNCi5pa6U1RG0G/UjKY0NZ4Zonc4E/TlWJB5HTXnebHrX+BVXXua3nnKmqN1YLoR/1eb5rHPK19WS2Joxix8sLKcbNnkq8PSMjUkklokCEE7kJqASHdFAoBJJBJMEgkQlaASSSSAmu8pbj6pqXCkHbj6pWgknoDaV4Tc/REcJAbtK0kkaA2laCSQG6R3FCrRpAK0bTUkgdaVlBJAO3J1piIKDPtT6WTZO114BtVgnxmpGmrANoD2trmjoulawiiyMA/RRxm4rbZoGlW6TP9r+GtM+qcIWH9KViG44Gk9uU/k3eMdHxwfKGMAvA7JM1hOA4N+iqP3PeZCaB7KRsBdVAhtLlwrqyXP9wEeC4Wi3qrHAc2R3FKi7SP3WQMjsCpmaYuAs+YdwKWu9JkrUh1LZBnBHZWRXPJKzYY/C9M5wrQcT3NFaSywrEuw7hXdAjNX8lJHxbuEx484oWnropUTpCH4JzwU9m95vP1T3xtrH5osdXdEll7O+uiEVc+uUDEHdhV3wi54J4OOVG6aldxiUL4gHHJBJ9FFJCA3F2jLqWtfz+Sgk1jefyKwyxjSWgWujNkmvdAyXgtKB1LHH8XPqi6Rhbf6rK4fxflDaya4ItV5WFt1i8qcOaKp3zQkc1wom1jlgcrPkceLvHZRGi2xwVLPERI4sOR2VIOIfyfdY6VU8VBtfQqvPIXlzb/ADVhx2c/y5/z/OFUjp75XOHek8vRAC1oA5PAQneI49xs/NSuY0DdSqat24hgF1lZq+lWgXWeD7q3DC0uDT2jP0sEhRsiG9m/Ie4ACuVc0rTM98vG4nPrYJ/Zdfx8XLzXpW1grTgFtbmn8rAH6LJ6gwbsDJibn0vH9D+S2tVG/dDCSDvedoPpTQD+5WVqa+1S0LubY0H0aCLPti115RzUmuEcM0w5fGyNpHa6v9Aq4dcksu64mDwwPSu36fqlJO58Bc2mwMcXXWXP4b/dQxNB6adu6i8Y9TkJI+0b2ktbH/LuJ+Z/wKBgLwX35RWffupXPkLWNi80pcXOpWG9P1DYnxsjJDsgA/IrO5Se60mGV9Rl6qQPFjBogj6rMd7K7rYZoXBssb2OIrI5VIlbYa10yyl32CSSStJJpFHlOKagEgigeEwSSSSASFIpIAJJd0kBIEaSwioAIWnUlSYAJd0UuyLQSSXKKQBEcpUigEjVIgYRpAMKSLkAgySR7kJUkCRASSAtAEDCsRacOIPjwtHqXKABOCQelfB/UI39Jk0zSXGFu0mqv5LdLS+LZxYFrj/hQOg6eHgZklz8qXbRCw4+wyp5e5I6uD7Oh0zGAYBIHJU9C8D5If8At4/F2UrG0KuzSmf8b2mGOyT2UT2dxisq01tmqx+5Qfs/lCq47hSqIfR2kKZjuARyjNE2SgKB7KqXOjdtcs/1X7Xw4t8vrwjZoblXjmvIIU+8FnOVrjntNxSbxjKa51OweVGZQGlQiQOdz7p5ZwtLDjWL+qjdYaawmOksgcoOl8t4DQpvIfiqz6feb3Z7AKhPpXWSMew7rULjIdrGn5pw0j6/sVO7fR6kc9tljdg5PI9EWat1HBBHIK3pNAwWS0F1cqCfpzHAUwBxR43RdMg6wjO4G+yJ1ePf3U8vTQy7u1Xl0zoyeKHZY5bVpKNRbSSKcRaqP8uriLaAk8pB4tGTe0X3/omzD/y7Zb4cKvtlY2KMY5zpHRE4ZZ+nZOhZQIBy43aZKQzVTOZRqPJ90+A7IGuHNZSo2leQDWMqk5m6RxPHJPsrG/c6+SmyN2QPvkkNv25P9FHuqUd5fq7ByGu2gdvKVq6FviQbRZaCGj2sVf5G1ktG2dp/msX6WKWzpWNGmkZlriGWP5cgldXxe65ub0qdVkA1pksERMLRXvj/AD5LGLHP1Bi5eDtF97skn5BafVzt1GW8jcc8k2f7LO1cgh0s8x/5Z3bG+obWf0pdWXtyxmTSxyAxMd921x2/9R7lOZc/3MTaYw1frXdV2wmZwbxtyfmtnSRMiBe6qHJXPny66jo4+HfdO0Oj8Cy4AVyStBmqiaQALA7qgZXalpLbEY4HqlEBvrhct99uyddRo6vT6TqOldHIy9w7ctPqvPtdpH6LVyQP5acH1HYr0PTMoggrB+NNAIHaeccutp+XIXTwZWXX05/k8cyx8vtyNJIkILtjzgKCcmlAJIpJFMAkkhfsgCgihaQJJLulkphLSKcBSIFqNq0YjSkoIVlIaMpGlIGpEJDSKkQE/akAgaNqkKTyMIEJpBHuhSKYNKISKISMKCITqRpI9GgZRpOCPZGz0aAVPA15f5Yw/wByMBRhSh7y0M3EN9LwkenafD0r5YqLg4seNxA9uy7WEeVxXAfDD9jImtN7pC13zwvQYAfCNnI/ZRn3pvw/qMXlskqnquvaTRvdHmaYcsjz+Z7KDq80senEUDh4smGjuVl9N6G/STbtTJuDwbNdz3WM5L5eMdXh1tDP8dauWcxaXQ/xBozZJJoD81bHXJXaqSDUvfDqI3bXRvZtcHdxR9DhcqyGXT9QbA6RsEjZmnxHg7WlrrBNchWANRq+rlr5mzP8YnewU0W6yR6DutNy49sN5Su3h1jv4nAgVkClYkDXsFEE1ysuSH7KNzKLCMtvj5Kzp9SDGAbusYUW2dV0Sb7Pa4xuo8Kdjr9yVWEm9+VagbT/AGKnC/w8ujZ3hreVWOoawcnKm6g3YwEKhpoHTHcTi0ZW+WhNa2utLn0WqzHp/Ey8mhwFHExsfP0Rm1QiaXWAP8wtMLJO03d9LzWsY003CkFHPf8AJc9L1LUubdshZ3c7JVH/AMTMjk8P7W5zrrDRQWmHNL1IjLHU7dU7cAcWPVQ2K9hysZvxIxzy172OANbQQD/ZXotbDqB907JN7Dyi5z6GJ0rtxxxxlVZ2gtLVZcaDieVSlJBsjNLHKtIr6iIllNGRn5Kg9rjpJGONlpwtCSXFLPeSyCR5Gb8oWNoKJrB010jydzxkqEtc+FjGYB7+ie4CRrWE/dxNz6EqVrHua0toDsKUUSJIomMFmy6qsoTR3GARk2UWNcMkEAqLVSBraxjslb0pQe0Ndngc+y09NI4tDnHylrmntZsc/IBZRd4kcl3eM+gyT+wV/RX4MwBp7Sdv05/MBdXxZquXnu4r9RBMUVii5jfNd8D1/NYmvc6bVNGaYxoH1yVt63zaJsZDrJIZ2oE2B+WPqst218734onHyGFfPlpPDjvsyDT7Wk+vCOt3l0enj4I3O91chj3Gzx2UIiZqNS6QPw00KPouTbrkWtNp9sAaP2UZZWoHZXNOKYQqkn/1YvuVFq8WxoITKePdZfx22unxWMhzV0XTmFkW6uVyHx1rmvli0wNuvefl2XXxz0y58vxrizwgUfqgV2PKIIFFJMG8Id0SiQmDTykUUEgSSSSYIoXSKSAt1lHFocpBZLFLukgDlB7OwlXdDuj2QCKACSQQVI8JpTiE0900Go8Jd0Twq+gafmiEEWqTh44T+yYE4JLhIhDlHskZ3HCIOEAjSQb/AMMzXr4dOCQ4yiTnmuV6awF7auvQrzH4Qg8f4j0+MRtdIfoP+69NDtmaJPoFnne3Twzo12kYCX7d0nZ1ZSdFHO0C82MKYvl2h7y2NvbuVG98Ljv3+buQpmvTebQzdKgnJ8TTMfux7lW/9q0plMz4qlIAc/1H0CrfanNILDde9JO1epkFNF1zS0mXHPrabMrTpdLpaAcSQMeigZptPE4MZL5N17aRj008rg55ofqrLNGIiLJLlPeX0u2T7RxaRkkpLbAGAfUqzs27QDZCmaA1tphcC+z9AqxwmKcsrVTqLS5o+Szuml0mqkZdUMLV1pabrJAFhZWiqHW7zgE5Wec1nFzvFb1DXsO3NhZM09yUX7/QBdE6Nj2nbzdhVxHBu2vjaMVVdgpy47sY5MXTaZ2ukc2chrWiwwnkrnOnT6mHq0McOm+0PGpZKdPQPibbNZXoX2eGZgDQG13uj+ayJ/hnTSatmoAc1wducC22uN2tMMLj6Zck83DOkdLL4j4mNeSSdoqySTfzz+gW8+OfQxNc11EZLTnPsr+m+GGaed0pkMoYbDS3BPKtyaNkhDnN33wXLPOWnhx6VNH1UTHw3vzWQ7kf3CvzHF3ysbVaSISAtaQfUc2tfSbXx7AQSALa7t8llu7001pnyyVI68hP00LtW1xAxe2+wCm1enYXU62tv1TPtDjD9j0LCR/G8YA+qX32VROZE2XwmgbGG3k5z/dNfrGukLY3WAc7RynO08cMYbK++5beL/qqscr97vDYS3tWApCR80zgaaR81Tka917iVYPi7sgcqs6y8tJvv6V7pCg1tRva0WXce9f4VYEjWzRtJ+5e0scPaqv9AfqoJHFkrHDG3NelZ/oEXf8AFGbrY8ivUkUuriunNyTZ0sjnO1BJIdG447DsVmeC1r95uwtIkuftGba4G/dZurf4cbCf4is+a7yaceOoOq1wg07o2f8AI4U3290ukRtdE0nlZzYjNKSbyVp9OYY37M4U66bxuRwtDcBZs4A1kYHK2Y2OEFg8hZgj8bqsbfTJUZ4+lStXW9Qj6V0kzymseUXyvLtdq5Ndq5NRKbc8/kPRbPxZ1R2s6idOx33MGAB3K502vQ48NSV5vyOTyvjPRJJdkls5yQ7Jd0kA1K7TqQIQAPCGQikgAUkRhA9kwSSSSAtjhECkgMJLJZIUnUhWUAu6KVZRpA2CBRIQIQCQKcRhNKaAtJJJMBykAkcIjKRw4J1BNATwElTZI1hKk4JKADsnBKkgkHY/ADW/bdbIR5hG1o9rJ/su/Y0Uccrz74CePtusj7mNpH0J/uvQWfmo+3Tx/qsNjDmigFG/T3kKVhIArCk3tIAHK2mGOUVbYoOgLRZjBPySa0jhtV6BX6FkoGgFP+Ouz81YWD+En3Rp1WcKV7g08AYUDnk4Bwi9HCLrPCQbd36eiDcjCe4NbE7+Y8KZNnaoSuJ3OP1VBoO4kDurupG1gIPzpUncAAZXPnu1rjemhpZRQz3Vh8DJWgYB9VlQvIkocVyPVacRc+MEE3/VaYXfScprtCYpYnWx3Hb1SGsLMOJHsrNh342+Yd014pt5I9PVXrXpO0DpRI3fu8oHAKoSaprqDdxdfcKxPHGSa07jfa1D4O1mIHZ9HLLLK2qx9Im6XUGXcWNAd3Jvan/ZZmxBltIAzi1ZZppyAYz4fsXWPyKD/HhBEse73YVFwkPe2PNo5JHUZIjnh1hWItJMxoa6RrWjswK0RHI3cRm6yOFXlic0+V7wP5QstTe6FWWGMOz5j6kqPftFBlAdzgKGdz3S2H/MFuQnxtIZYolLRIXPJNW3ngKF+G+ysPIFXWFARebFH2VaK1E+vFs8FOdexjT3eSa+YpNd5QRfJwldlv8AlV/8qsbpnZtIPJ4jz6lrQPlSoa9l6druzX0fyVzJaSQebTJWb9FKK7Wot3V4zTOidtctLRgmTjk2s1rQ3As+4Wv0ljnyWRgJ/emjbP3WlzzSwJNT9j0uu17uQPDZ81r6/VBsW0c8ABcd8S6nZFp9C05H3knz7LXGTLOT+M+XLxwtc69znvc9xtxNkptpHlJdzywPySSSTAcYSRQQCSKSSAbWEkSkcoAJUkUkyIoIoVaVNdCKARWa7CpLuih3SApI9kuyDAoUigU0kUwp5TSmRqSXdIKkgnBCkQpqocE5ABOpJWxCchSckZBJLuikbqfgMf8ArGoP/wCA/wD9Beig0MC15f8ACGo8D4hhb/8Aea6P8xY/UL09ucKb7dHF6Stu+6lujz9FCHVwlvPfhXLprraR05aHHa5xHYd08OtuRRKrukDW2qk+v2isA+gyi8uvY8F572A0TymOIrCpQF0jfFcbPYeistvgqJfLs7NJG3VDlP1HljF4O3KdC3zJuqJ2tArNrWY/htO93TI1Etu2cWqpP3hB4Cs6hmQ7k2GhQPaA7BXHl7dCeKKxY/wK5A1wIbWAs2HUbaPAFLQZqyymOArt7q8LIi7XdoIvHHCIBGOc4wmRaiNwogG+6ttLDm104zyZXpF4LaBOEi1ox/VTEDJBv3UDyA75K7jJEymvdgjaT+qpzPptAE0pnvNuAulTldmqNLDkvTTGK78uttj1VdziAWHg8HtanmaeQaKovlq2mrH6rksaKc8Z8UObyOwRjcHt5oqV8jH4vz/qoCdkhd68hTokWpsMPHzCr2QK7AcKbUyAt2iiScKsCCK7FG0WA43Kx1EtIpOZVglAmsDAHCFktGB6XSWz0kdhhpVppRH05wJ8z/KFOSNpH6qiIDPrPN+FuGhLc2qNPpenYdMSWgn3Uss32dwbHhxxhTwBscBY3kBV4YvG1PiPy1o/VVfSj3tbptO7Vap2Q0kX2Xn2t1TtZrJJ3E+c4HoOwW98UdWdLL9iid5G/wDIfX2XMrs4cPGbrg+RyeV8YB5SSSXRI5iQStJAJBFJABJIpdkAO6VIoZtALCCJCR5QQJJJINcARISCKyWAKPdJIoMkUgkgToCl3tFGk0mEYTSpEwoTTDyikQlSrZEnAYQTgkcpzQnBBoTwElAjSVJ8cbpJGsY0uc40AElGogYXXaP4F1c+nEssojJztCmZ8BaovzKC35KvDL+Dycv0qf7L1bSTnhkzSfla9bDqefyXMQ/AscRDpZHOIXQC2bQ67GL9VnyYZYzdb8GUtsWRJnm0x0+XCsD9UzdRv+iqTzEZvHqs/Lp1yHT6ugRZv3VAOM0m1ov3TZCXHPmcTgLQ0ul2AF34u6y7yq/UaGnYBE0egUgGVBHJsdtJo8hTsfYz7lb4sbFrTigVDrhVkYoX9aP9lJHJtzai1bw8O54zS6Msp/npE35MmVxzR9FE5lyFoIvv7KWQe93hOZGCXSE47+3ZcVm63prItjA3bkhNmAHmaMN4Vlz2hueaCz9TMG3VBp5yi6gho1ojnDQas5Wvp9Y40DjvlcZJN4mvjq6Lxj6rqPDeGBzCcZwjjyu9wZyNkSbhjlRuJuycLPgnIdzlWnahobn6i10ee4z8dIJZnNm27bYeCmSODlJI4ONcKBzhlY5XdXIq6n8FA1eFQ1IJ2gVto7vX2pW9TI0kNOb4VOZ5qxwstnVaJ4ieWk3jBKUzrJIxWR6qGV3lu0Hu8RgFkeptZ0IJHi+LCaHX5u6Mgq67KIGhRsJVFOccOTmE5HqmE2RjCLcHlBSjIdsZpLQtuSryU2XLQFKzUafTPG+RrCPUpfa99dtlke2Jw9e6zOqdRi6VoSQQZCfI31Kg1/Wy2IjSM3uP8ROAuR1LNXqpjLO8vee5K6scZe6w5OXxmoqSPdJK978ucbJ90y1bbopDyFZh0ULjteSCum54xxeNrLSWjqelyRDdH5mqiInudtDTaqZSwrLEY5S+ivxdNke2zhTf7S3kyJecHjWVSS1j0fcPK9Qz9JnhYXAWB6Imco8az0qRIINFDsrSCSOEsIAJJEI0gG0geU6kkBbajSICSyaaApJZSQCCcgCnIEpqKKCY0RymFPKaQnIimUjSVIgJkFJwCIaVtdI+GOpdYp2nh2xn+N2AlrZxkNGU/avQtP8A6ZkRgzasl/cNGAjP/pyQ249Qb9wr/wAs/wCK288rK7r4I+HvFP8AuOpb5R/xg/un6L/TyV2oB1M48MchoyV3MGjj6foGaeIU1goLTh4bbuwrUGpnDBTMAKtpurBsmyT81DqXON5WHrC5jg8HhbZZXG9E7Nz2ysxlUJ4rcRVlR9DkfJCN7rsYVrUDbKL54UfJnlx7afHy1movJDavssrUyFgOQFsyNaQW0sjqGkIiPuPVeRyWx6eFN6fE+U+NVjstqMjbxYUOkibHpmNAqgB+imG0mrrK0xx1E29hIBt83HIKrid0T9snBPKteGbrkHg+iZJC2Vu3kjGeVeuhtJHqxiyCotVq2k4GSqckD49xjdYGPqs+d0oBu1nlnZNHJPaxJq2t8t3lRSdUiY0tc/8ANZLhNK6qPyCX2W3AOaR6LLyt9Kq3J1mMnDyaVOfXOlYSwF2FI3p57MJ9QVYj0OwYFD5dkatFv8ZGiMg1sbnm3OOAOy7aJ5axtk5CytNoGRvD/CG71WiLZQPrhayau4jvXYzMxvGD7ItkDo6ceU/dYBO7P6KrIxzbczGctvlOz7OJT5eCTQoEqF8lDke6Bk3j1pV5HHPNLO3SjZJc9gPVUpjuJIx7WlI8uFk1hRttzL5tZW7KoC6yR3+aUYprtxvNBNe3w5R2HdSgfT0SpIZWBxs3g4URFn2U8rxdAZpRcHKE1CcA5TmYCDwLsJbg0Z4SKJPKS3ceTQWH8RQCHXtc3hzLWhp5zqdc2j5G8e6HxRDcMMo/hdR+q6uCRhy230xdNqHhoo8K2HhzbLVkwHa8tWjFlvKrPHTLGjZBxanj2yNpzT80GttvupGMpGOItWB5YqOfmqbmN3EgC/krbnWFSlOwp6Gz/E2two2vLio927hTwgKpijyW4G91cFObVBUHziIDkn0CLNQ88ikvHR7VOpdL3gyxCj3A7rIj0k0rtrWFdZGHP9aKtRaRgddZWuPlUXW3LR9D1D2k4CDuhaprbABXZGFrfYJpYBgKrMoJI4KbRzwGnxkV3UC9AkgZI0h7QQfUKhP0LSSjyt2O9QiWlcXHUgeV0UnwxJkxyj6hVnfDusDqAafe09lpTCJQATlmsE0p1ZSTABOQCPdIEkEQEAKTOkVJp9HqNXJs08T5HHs0WtXonw/qusahoa0sgB88h4A9l6Lppek/DkbIYYw6TvXP1WuHHcmdcf03/TvqusAfqNunbX8WSuh0/wDpdp20ZtY9x9AKXZ6Dq+m1rAYntv0V+7XZh8bH3Scpov8AT/pGleHOjMhH8+V00Onh0sQjiY1jQKoClOOFBOHOaewWs48cPUAhwLuUns3twqUTdsvmcSFoNe0sxwrl8oFO3sPKqamUmxavTYBKzJbN0oy6FUZQHXnKxuoN8jit10fKyeosIjcK5C5850Im+H5i+CgctWzMfEaHdwub+GnFviAngrfZIfEIPBTn5YaGN1dmvvyn6KDUx+K26+isuFxub3HsoqHhkABeTnjq6r1MLubMYaY2qB/dIyNbyQChRMZA+Sgm0B1VNE2wEVZSlqtRaZqozy9v5qwxzHEkEZ5orzzqs3U+ja0s8YOZ23NsFb/RpdTr+kR64UC4G2t9QaVzL+pupdOk8KOiQANxs/NQyaAPJ9DxhZrtRPE1pkLm3xY5U0XVnM/E0H3CqeF9q1foH9NAaSG2mfYtmaVl/WW1/wAZ91Rl6u4uPlAvjPCnLHGejnl9rLYAMlvyKcYmgURzyst3V3NAJpR/7w9zbDbo5wp3iNVsBrGkIEHHmtYZ66HOJI49EB8Qwvbg3WFPlBptuI43WBhAPDuGn3PosSPrEcotvmCvwSmZwcRwPzR5Qj9QDG8Pa2geUHtNbgCRXdPmO4Ej81O2Fo049aGCos7VtkahnlHp6qLQtD97a4dhW9RFTKNDKrdKsauWuKtZ67FQa6La4UOFEf8Ajv8ARXteMuPuqAOOUrBUTwfEs9k15qwnOJ78qN5ykztNscqrrn7NJI7vVKwTQWd1R/3LI/53hPCbyTldRP0eO5G4wtHrse/pco9BaZ0aGm7qUnXXBnS5r7il18c+2GTiOJGlakTfKFlPxXzWzpxcbD7K84ylSxggWp64TA0UU8HhTDA0ARaoTPt2FcmNAqkzLz7q8f6jKnRMvsVZdUTLABPYJ0MZLbASgidqdQTwxnYqtEfpoCLdILcePZXIdMHGyFYjgNC6VimxtIVY4ka2NrQ0DlTsbXKjhF+bt2UwBcVpIVANBOUHhgGMkKbbtZ7qFsZcSnZs50eNK97WvZkHn2Tm6V4FlhCsR74wAHEBSsmla8G7Hoe6cwhb2qCGgMBO8IYsDhX3acahjpGANc3JF/sq/hZzdp3GHt5kEkgnLlXDUikimRDhLlIKWGF80zYmC3ONBGh6RiyaANrqegfDum1DBqdfLTBkMBr81XfoYNI1sYFydyVIxzqAs16K8cdXtNrqNT1rT6bTDSdOia1oFWBQ/wC6w3FxcXuJLj3KiYVo9O6c/qE4bkRNIL3fyha23LqJU9PLqm6lp0u7xOwC9H6Nr5dRpGDVR+HNXBK5jqHUtH0aL7LoY2ySt/8AcwRn1Kw2df1g1kcrpTta69o4WvHn4XVKz7esx7nc4Sk/Cq3TNbHrtFHPGQQ4cqzIbBXb77NmykterEMuKVXU2DYUcMporKXWQXZzhZ8vsrbn7mqm/LsJ5EjGTkUs/qEYLCVrbGkZwqOvYNqzynQjA6E4s1s0fFldC4HHzXNaU+F1n0BXS2Nvqo471oJyKaHc3hQloDj75V7RRiZoY7LapVNRGYnuj5LDz6hcnyuPV8vp3fHz3NK5u6A5P5KQAlhHdINt1370pWjscrkwjorD+IOnN6lo3UPvawfQqL4Ee8dJ1OhmBEmn1BG09g4X+9rYnBBIrB5WWITB1KLXQkhzSPEaP4wr3q7LPC5TcdF1HSxT6FzHMBLRbfmq03QtN9lPhhzJQOQU53VtM7TnzEEkCi0+q0HTN2OGM91tMcct6YXLLHUc70zow1UBl1Bc07iAB6DuqUnSmR9bg0r3OLZQXN9wOQum0E7Bcbv4SQaKErIvtsEjq3AlrL9SOFleKeM7XOXLd2w+r9DibpHuhjaXsyK7+yLemRQaBjQ0A1ZPutzqE8Gnglle8CJrbJPyXNSfEWg1GlaYprOwW0A3foVny8WMtPHPLUilB0+J8EhIBJkOe6zIYGQCdlCg8nPZTdL6xrJnS6caBzjuJa5rqoHsVsdP6IIZX6jWy+JI87hGPwN/us8OL0e7WZ0TossrfGnBi0+4loPLlvt0sUO1sdkXSsufeSAGDgcKGRwJscKrjJF4zSJ8YB21glXSQ2K6GFUffigDjCsTu2Q5pTNTa2XrjTTxZ91V6Wfv5HAdk3Xz5ocqfpkYEbnHkrP/ANCodfIC6qrufms4GibVvWyDxHAKhuoqaWROd6fRRE90nHKYSltmJN4Wbqz4/U4oRwwWfmr7nbGFx4AtUOjMOp1kuoPc0Frw47u2fJenTaGMMiCzPieXbo2s/mctuJu2Ncx8US3LDH7Ersk10wyvTmpD27Lc6eQ6BiwpFtdKzpR7J5emc9rtEEo0Go0g7A5WalaZ1kqOCO3IE7i5XNHCHuzwtJOkXtYFRadx9R2VnSQFsQs2Tm6Uc8P4GgkW4cLQjAbQ5CvGJJrMXfCie7c/b2Vl5AZgfmoYmF7j7KxUzKDQAFYiYbsnCjijOa5VpkcjWjGFchIZARXontbRBGVI5hd+IYUgADa20U9CmgbspZBrb3BtWGsBqvyQa1wcbGCrkCOOR7X7m8iqUr5oXkOe2nEZymOaWn58Jhge4kmkU3mICKQRpcSwwkikAgEBfzXS/C/SJNRJLq3MIZE3BI5KXwv8Ly9ZnEsoLdO05PqvTdXooOmdBljhYGtayqC34uK5d/SbdvNNR59Q4+hQY1SEU+/VWNLo5NVPHDELe80PRL3SLRaSXVztiiaS4miawPcrf1eoj6ToxotMa1BH3jwOfdSSvi+HdL4MO12rkbUnP5/Jc497pJHPe4uc42SVprxgV5m8knKpSEXg0r8uQVnTDJWdDsfgrq/gSu0b3Ux+W3xa792W2vEtFqXafUMkactdYXr/AE3XDXdOimFZaF2/Hz3NVPqmasGiQqEUvY8lXdW41wsoAiX6oy9hqXbFRfiXkq6xu5mSqOpDWvwcp0l2M23JVfWNaYyfZTRNJjHoo9RGC0glF9ByepGzqEb+1roo3VEDWaWNr4DvaWg3fK6DRaKSWFpcKFLHCd2KsWemvG45VfV2Znv7XRWrDpWQMO3mlnPAc97T3Kvl4/LDVVhl43aCNor3CcMEZTY/K8tJyFJkLyZNXT0Zd9q+pbbTXcLPga1ziHGj6rUl/CDXCzJ4zG/e0YKL70046DoJI5L22w8hLqMko07DCZGuIuw79Fb0+paWAOF16qUMgJztrnIWn+fXVLLVu8o5/SyTM1TjvkaCNxvi/wC6m1On/wB3a06ieSPY8OjLSRtI7rZ8CKR/LfWyLSfp9Pp2W54Ndgp/yz1rZeOLnJtJqtS0iUlzry5zrCi03SIdOD4nnJNkDAK19RqRlrOBxSqg7znuFncMZd3trMJFjTuZC0CKNrAM0AphLuomxfb1VRh9vYqeM15iOcAI8vqJs0kkaHRkOFgnhBtEAnvwmPks5/L0TmR7ifZZ32SRoLpOOFW6lO1sfKtOcImuI7Bc31HUHUarwmnHdTldQ0LN2plJPF4W04/ZdGRYBpVdHpg2MFwwOyq9R1ZfJsBwFM67oqpNIXvJvuoHO7JF3dRk2LWbPKiSmjlAooKTan1Wbw9LsBy5X+g6Yx6RpIy7KxdVeq1zIm5s0uv0sQiia0DgUuzix1iw5LvJYOGLiuvy+J1Jwv8ACKXYyOwVwnU37+oTO/6qW8rPL0z5OaWz0nOnWK7LltdKNaZGXpnPbRsAVwopX+hTnmxfsoWML38YUT2qomtJcMXZWzo4fLxSxNVKdLRAS0vXJY9oe0bbyR6LWRltvvH/AJmPJwtBm0kEA2snSTN1eo3sd5K4WxG0A8rTGChMBt4yjFGdlj0yk8bnhWWsxn0VyEUMZcQBilcduDUzTMBN2rAGSPorkCINNI4Jqk5wc4gDhSRw7fN2VaBgZQBBzQQIOGk8V9cqb7sXYxdJpaxx8oJ9EyKOB2olbGBgnJHZbUWigiiazYDXcoaHRt08d1b3clWi1VjjL7U8EAoI8ogJELzlABlXem6F+v1senY2y4qDT6eSeQRxtLnHsF6Z8HfDX2PbqJwDKR3HC048LndFa6ro3TY+n6CKFjQKaLKZ8Snb0SavSlqtGFlfEUEuo6b4ELd0kjg0BencfHDUTHnGm0U2t1LIIW29xoE8D5rqh9j+GtCR5ZNa9oDhf7eyc92l+HOm7Yz4mslre28g/wBlymonl1UplneXvPJJXJqYd32Cm1EmokdLK8ueTyTajTd4FYRJWV/pmSGmrN1HJWjLltrNmN2FN7CGMkOwvRPgfWiTTS6dz7cw2AfRebk0VvfC+uOm6tFTiA/ynK04cvHNOX9em6oWCsx7NsgNK+527kqFzA4rsymxT2P8npSz9SQXXavAUKVOdjZHUObU5eiW9O77poGVfj0Xist/5KPp2kO0FwoDi1q0A1aYzo2FrNJGxwpgoFaUFCFteig1rbshS6c/dBTjJMrpR8pPgurmllV5lqyn7p3yWVi08vZIJfLKHVjupbtoCL2hzHN7JsbgYx6hebz4eOe/67OHLc0D22wtVVzfLRy1XAbtRlnalzVvLpnOg2m2FMBcTW4K+6Brruwqs+mdXkdTkt2emnl/UYke0YUEr3vPN/VTR6d7wLx8077NJXARcstKlkUhGbt1IuDW4Az7K0+F2N2E0Qdz3WZ+SBjdx491PhtN9VI2OqDUJzsaB27po2rtjuUkAm/VX2MDWUee6h0sQa1zj34TtRMIoiSVMn2TO6rq/CY4N5WZ0+AucZXck91HqpDqdQADkmlpHbpoQ0dgsv2pmavUCGIgVfssNznOdam1Mxkec4VZTldpypEphNomyUxzgEkieVBqJgyM0UnyUFQneXYVY47p26i30TTmbVumdw3AXUDytVDpWm+z6RgIpxyVfJXfjNRy77RSuqNx9lwUzt80jvVxXca5+zRyu9GlcG7OVURmjdRW500D7ED7rDK6HprR9iYnl6Z/aV2WkV2UsMVMCQaC9W447ArgKcIMqy+q6Vz9OSBxlYDV2up0++B1dxS4x7Sx7mEUQVrfSW50DVMaTG8gHsuqjINLzeKRzJQ5pohdT0rr7D91qhRwGkKsLoq6MNG8Vdqy0dioogDT2m2lXI4w54BOOStpCSN2sFg57hSFzQL70kYmgiya5tSDbWBa00DImvcCSMKTbeOEx8mzBx8kY2h2bKAdt54VrQ6cumuhtb7cquGi6As3S29NEI4gKonJCcnZxIGnBSLVJSC10Hz+PmtLpvSZ+oy7WNpnd1KTofSJOp6kY+6aclel9N6bFpImsjaBS87DjuVVaqdD+GoNEGkst/crsoIQxgoUoNNFQBV5mAvR4+OYTpBzQs/rWoj0uhdNJdty0t5BWlXdc98XOI6TQNW8WnlfxpuD1Wol1U7ppnlz3dyoXCvyRcEwk1RXBbu7NCSc9qQa4prydx9EAcqQe93lys6c5NK9IcLPmOUgruNlTaSbwdRHIP4HAqs4otwiXVKvYdFMNVpI5W/xNBUr+cLB+EtS+bpLQ6yWkhdAwOlIaAu/G7iYhc53HJU2l0W54fJjvSvRaQMaHOHm91IBTqVeJxZjADcInhJn4UTwtIFHVNsHCj0xoUp9V+EqpAaessv2UtTGozjsssrSmyw0OyzHFPL2QC6OUxp2yEdjkI57qhqtc3T6+CJ7qEvlBPr2XL8jHeO2vDlrJptymkDKDJKz9EXUD7Lg1HbBxWTikTG1wzlIUcp4II+SqYhEIWDsk6Kh6KYjn0UbzXfATuM0NqzoheVDIAAQBfpSnkBdjhRSGnA8V29VhlI0iN33bQMEqsIzNJTuApJpCPKO6JcIY6BslIHSPaKAOAFjdR1QLSAcccqbVaoRtOcrE1EplcGjuVlnl1qD0fpG290x7cJavUE2LscIOkEcQaFSkfZWfqaFuic+0zlDlK67JIpXVqtM8AqZzjSpz2UT2qekcj7Cf07TfatYLFtbkqs8k4XTdH0XgacFw8zsldXFhuseTJfYwNYm91JIduAohzldNjBn9bk8Ppkn/VhcWePddN8Sz/dxwg8myuYJtHpnld005GV0PSQDoR81zx4yuj6DT9EQc0U0r8bBYICuRtAUTABjupnA0CFWM0VqUgbC1cf1qEQ60ubgPFrrXktZa5jrxJMJI9VVJis/Epm4Kjj5UwUUNzo3XJNHI2GU7onHJJ4XdaGePVRtnj/A4YXlbfmum6H8QnRsEEwJjBAaQePmtePP6pO72WMjjFJ25jAaCrRTsmO6OUPA52lJ7yLIIorp2Bc9r5aJ7q2xvavKqWmaC8mqPdXwbodkoFrQ6dss24gbWrVHBUOkhEMAoUSp/qtsZ0ZHhBHslZ9VQcp0XpsfT9FHGB5qyV0EEeLpUmkBzQK5Wvp2AAA+iz48JOiTxCmhWGhRtFcKUcLagcLnfi/HS2+7wuiK5r4xd/6fE3/rWfJ+tNwZHmTHXynucN+Ex9n5LgNVeclRjGU6Tmgo2SVbcG1IOcbBtUZzZKuPwwlUJTZQFY5KIOU0m05gJIASKu7+B5HOglYBYDl6BptOGN3EC1xvwB018AmmmBBdVA+i7zsvR4Z+O0yGOOFCD5lK4KKqctclLTPw8pIMOE5BK2pHlVCPEi0dQPKs4CpVlnO1LLtuyQ5BpZoFq9K/bpSLslUiAGoyKmEEmlx/xfIWTwAGnNNj5rrnEgrifitwOvjvJDeFhyehG70fqo1unaXV4zRT2/1Wp4oHJXnvTZXR63TkOIuRocAasWvQ9Z0zUQNMkI8aI5r+If3XDePL3Hbx8svVHxSDyKRE/AtZR1PlySK5BSGobYyM+6y8+2+o1xMeCUjIG5JBKyPtOL7fNEasCw4p/wCg8V+SYZ/TCqSzjN8/NVZNSHOJvnhQP1DG3ZulGWW1SaXGuA87zkcD0VPU6vab5Kqza4EWcBZWo1bpHclZ3LQtSz6kyOJPF8KBj6JJ5KivNlNJKx3tFqR79xIJUdoWUjfdKg7CYXUkTjKjc60aOC51ilA9t3fopQAAc5KYLe8MZkk0qxnZ26h/TtF9p1IcR5GfuuqZGI2DCi6dofBiaB6KzqBtHK9Hjw8cduPK7qnIbcmE7Wl18BFx8yo9U1I0+kd6kUie0305jq2oOo1ryDgYCzid2VI8lzy71UZynWRrjhdF8N+aKZp7ZXO8lb3w26tRI31anCb9U7KmaPuwmlpJ+ifkNVwjXtJYbC5vrzKhhNfxFdS8gR+9LmviAf8Ak2UP/cTojBYMKasKJmAFKswICeBhMGSpBwgNDpvVZ+nzNDJCIt1ub6ruNNrouoaYTROOe3ovNSVo9H6o/Qapp5jOHA9lphnr2T07SsAYe5VvTNEuoYyxkqjotTFqdM2WFwLTjC2OlRAOfJXal1ybDSwKARLcWlVo9l0aMOCjgpd0uEgxnx1KCOy2NMd0QKpTxDeSBSvaQfcBTh7C2BgJya3hOVUiPC5T40cRBp29iSur5C47403btPZNZUcn6G452XGkx/CkNAKCQlcFNBJiyOVWBtxU0poZVa6fSQTSfgWfMeQrzj5CCqL2kuocnhIIA0uIA5PC634f+HiS3UaluKw09lH0PoB3ibUiu4aey7GNgjYBwAtePj3e01rdKjbG8NbgVS1zwFjaBwEzSthd+HoQ1yhH4lK9Qjn3TyNaZwnJrDhOPKISGYWFQZ5p/kr82Gkqnp2297iFnnN01ed3n2mqHooQdx9kZnfjNKKJ2KSpE8i6XCfEjg7qvyC7x34l531t+7rkrTyAufl9HFLTuLdRG7h28V+a9pb5oW/JeKR22Zrjk7hQ+q9Z1/XNF0nSRu1DyXuaKY3JOFfxtd7F6u1TreiEukcQ0bxwaXnUvWnabWmCWM02huac/Ol3nTPiODrv2uFsRjkiFtYTZcPVef8AxXovD1TdXGKa40fZcvyuOe434s7Y2W6gu0zXBzjZu+1e6I1h2C325xzmqGFldG1XiaURk5arz2B3YLzblrp2Tetw6TU3gFwHf/PyVZ05xwaNpPj9CojGe4U2jspHlwGTj9FEU8t9UtthTSR1aVJ4QKAbwE1zqCc5RuCBDHuUbnp7m2m7AMkoP0j3OK2OiaB00vjuBIGG/wB1n6eB2olZGBlxpdTH1PQdIlZpnskc1oovbwCur43H5ZbvplzZ6mmqzT+FEszVOsmlsyamDU6LxtPIHxkYIXPSu3WV382sZqObDtEuZ69q98gjBwF0Gom8KBzyey4nVzGad7ieeFhPRZ36Vzg32Q90sjCR4QkGjNra6AQ3X16hZDWrT6K4DqsTfXCZV17QSOES3LQOER5XEIgEkLVISMOyxwue68Gu0bTdVIF0zsx8LA6zEDoJTdU8IyDmAPThPtNA5HungYWVhi1PvHCai40EBG4pR2SmPOVJFaA6f4a6u7R6lunld9y/As4aV6x01u3RsOPN5r9V4Zp2Ok1EbG1uLhV/Ne2dHmP2SOGT8bGgfNdnx8u9E0kUqSrC65DDhEDCFFOASoRTM7paR5DywlTSAGPKrt8uobXqi9UNBuOU7FJqcikBwsT4l0X2vpL3sFyReYLZccqk+QjXCHGySM7r9kspvE3lb3c9lASO6v8AVYWwdT1ETL2tfi1mnJcvOpon07lVJDTrVl+KVaYYCQSN3SYaCXHgLqelfDjIYvH1NOc4AhpHCyvhljZOrxBwBABIXeal1CgBQWvHhL3U1muYWkCsDurDXbqA7JnJynMHmWsC9pCRqGV6roVz+j/5Wn3W+unD0Ia9Q/xKZ3KjKdhpo+FIVHFwE8ogQT/hVezHA8hWJuFU1bi2EAcEqcvexFCU+TPdRwZR1uIhSWmFQhZfZHy+XK8w6xNfxHMF6bKT4Z+S8l6mT/4ilN/xLHm6kORZcdhEgOQcLa6k5/U9PHrgbc5tEelLFdkC/RaPRJ3+LJETbDmvdZY+rFM6DWajpOvZrtP/AMjMFp/iHcLsJTpPjDoz5NOAzUtFvYRRtc11WJjZHFoqxav9I1L9Bo9FPAGtkfJtca5COP8AKXGlcvG7jnGMk6T1DwZA4UayOVuNlD2h3r6Lf+L+maWXSmcx1Jtu24XHaCV+0tJsBefzYeOTv48umlbfW0LF0VXfjIRa8mrpY+2icxNpMLWtHdGy1tgpr3mktQIym7bRGSngI8UxCW5S24UpGUHDClUV3NpN2+qmIVnpsLJupQxvFtLuFWM3dDKrsEA6V046yQD7RINsQPI91gzbnu3ON2tvr8rpOqPjJ8kQDWtHAWTJkD5L0fGYzxjz8srld1ofD2qLJ36Rx8kowfdXZgWvIPYrC0RLddAQa84XQ68VqXfK1V7x7PHpz3XdSY4fCByVyxza1OtyudrHA8DhZblKb3Qb7o1Zrsk38KcBlPSTiNoyrXRXX1eA3/EqchwVa6QK10B77wiCu8e0CR1jshCd99lJKT4tdtqZFhbxKXYDGb5WVr4d2mkOLaN1Hg0tuMAtyqGoaHb2ngtNp2BwANkniynBAgbiE6lhYYjNlBxwnDhMk4KWghebU8P4Qqp5VqP8IR9htfD8P2jrOnaWbmg7iD6BenRzuic1wG0jhef/AAhC1+ve83uYyxldqLLQ4kk+66eDrsq6fT6hs8YLTZHKnKwtBI5uo2g+X0W5/Cu3DLcMRyl/nKA7pKg//9k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8" y="3212445"/>
            <a:ext cx="1776837" cy="987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620891" y="3212445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孟学树博士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金士杰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AutoShape 7" descr="data:image/jpeg;base64,/9j/4AAQSkZJRgABAQEASABIAAD/2wBDAAgGBgcGBQgHBwcJCQgKDBQNDAsLDBkSEw8UHRofHh0aHBwgJC4nICIsIxwcKDcpLDAxNDQ0Hyc5PTgyPC4zNDL/2wBDAQkJCQwLDBgNDRgyIRwhMjIyMjIyMjIyMjIyMjIyMjIyMjIyMjIyMjIyMjIyMjIyMjIyMjIyMjIyMjIyMjIyMjL/wAARCAFHAfMDASIAAhEBAxEB/8QAHAABAAEFAQEAAAAAAAAAAAAAAAECAwQFBgcI/8QAQRAAAQMCBAQDBQYFAwMEAwAAAQACAwQRBRIhMQZBUWETInEHMoGRoRQjQlKxwTNi0eHwFXKCJENTFpKy8Saiwv/EABkBAQEBAQEBAAAAAAAAAAAAAAABAgMEBf/EACIRAQEAAgIDAQADAQEAAAAAAAABAhEhMQMSQVEEIjJhE//aAAwDAQACEQMRAD8A94ubnVLnqh3KgLaJTVEWRKi6JyRPqbnqihEVNyl1ClNJC5S56oipS56oiIgiIopr1TXqiKgiKCVQuFhYnilPhdFJVVD8kUY1J0uegVyurafD6OWrqpBHDEMz3HkF4XxlxZU4rXPLnFkDCTHBfRo7/wA3VZdMMd9srirjqsxZ7o4BanbqGA6nuuKmrayZxc6YMdzAC1tTXyuJBeRfkCsUzOPvSX9Sppveum1L5NC+d1z9VLZ3DQvIC1jJJGgEPzNO4WREx0zhlDrH/PipaS2tlHVtaDmN/Uq8MTY2+WxWDJTFlP3Ddf8APQrWSFwuL6jki7rom4pmO9gdCArpljlGouD0XJCVzTrfdZcFY5hvmI9VYm43TmOgfmjeCxx1BburRp2SEvjGXNyA+n+bKmnq84s4gk/Iq6GtLs0bsp3c07Fa2t0wZmPaQ+EkOGtiPeWfR1xqGAPaM/Nt7Ot6qogSe9o/kSFg1MJieJA2xJuC3TZEnDYNkfTFviEvjJsJBu31Crma5paWgBw8zXNOlurf6K1TVTKuEtc252kj/cK7Y04bG5+aJ/uk8jyt0Wa1GXTVElQ3NCQ2rb7zNs47Lf4Lj01PO2opZjDUA2e3a/ZwXJvYWShzX5C0ZmO6f2Wa2SOsYJmDLUgWkaNL/wBVGu+3vWAcQwY3SgttHUM1fGT9R2W5HrdeD4Ri1RQzxVEMhbLGbi+1uh7L2PAsbgxqibNH5H287CdQVqcuOeOuW1RERyEueqIqp6pqiJoLlLnqiImhLnqospsoFz1S6KEVN0ueqhEE3KXUIgm56pcqEQTdLqEQTdLlRZEFQOiINkTQpREVKIiKAiIqCIpQQFKhSiCIiAiIgIiKAiIqCpfoB15KrRc5xXjTsOohS0rh9uqgWRa+4Obz6KLOa4r2hcROqZXUdPIPstO6xePxSjcjqBsvIMQqTJJz7N6d1veIayIzPjgJMMXkjPN3Vx9TdctI+5Lzz1ujteIx5XdTmefosqjwyarcGMZ8VcwzDn1tUGgeW/JeoYHgbKeFt2C47Lnlk1hhvmuVw7g2RwDn31XU0fDFPCz3Bmt0XUwUoaBYW+CyPCHZZn/XS2TpyFRw3A5nuLQVvCDAS5t2r0t8VwNFizU4cNQlpNPHq7ht8TS5rjp2WllppYDYgg+q9jq8OY4HQLkcWwkAOIaL+intUy8cvTio5SCL+X6LNiqSQM1ieRJ/fkrdTRGIm4KxRdg/fouuN25a030E4ebPufTksoxZ2FpGdhuLjmtBDPYgO1G91taWsydXx87bt+HNbWVhzg0c7X3yt3Dzy9e3I9FuIZI6un8OUaPNrflPT+iqnpo6yne1pBY/8XQrT0cklLP4EotlPhuBO45H4BTYzhmaXxO/jwu9787eXxsqzIYiKqEEjQOaNyFdqGmYNlYR4jRZxH0P6LHglZnEoa4se7K9pPuv/uVGo2jJBKyOWM+V/wBCeXoV0nDOOyYXXtlznwj/ABG23G1x3C4+B/2eXw5B9xKcp/lJ/ruFmxyObMBIQJWG++46qNSbmn0TS1UdZTtmieHMcNCFeXnXs9xotc7DZH3jIvHc6g8wvRfn8VqV5csfWiIiMiIiqiKFKAoUqFBKFFCtBFPJFBCIiAgREElFClAREQVDZEGyKi2pCW1RQERFQRERKbIiKCURFaCIigIiICIivAIiILc0rIIZJpHBscbS5zugC8e4mxmap+0YlK7I+cCKnb0jG5H0uu/4xqXSUcWFROAdWvtMRu2EavI+AsvGeK8UFfikjYyHQRtyxgcg3Qfuo64TXLla+TxJiAfKL6rBt4rwBpcq/VOs7Jt3WRhlN4tQ35KXpuTddbwvhrWDO4ald/SMDWCwWgwWmDIGjKumhjs0aLl3XbLiaZAIU2UW0U3VYQdlZe0lX91QRyWasYUsdwdlpa6jEjDcfRdBILLCnYCCs10lefYphfl2XK1NMY3nQ25L1Gtpg5pBG647FKABxsFrHJMsduUvlJvqOdlkwSkEG/pbdW5oyHFpGrTZWGktdb5WXaXbzWaroqSqcDoQ0kb8nfBX6ulZWtEkWjgLObzb3WhpalzHDVb2lqA9mlieh5I6Y2VTRzWZklHnbcOHUKJYhBVPO7H+8BztzWWWw1LyfdktYnr6qZKcyQOZYEsF2lTa60xX5vswz2c5nlf3HIq+2Qz0rZLgyQWFxrmb/wDX6K3E4CLzXFhYg823sfkrYvQ1o1+6fuL/AIefySrHQ4NibqGuhnZyeHNJO9tLfLRe74fVtraGKoa4OzDcG6+dQQx5s4BrnaH8p/ovV/ZxjAnojSPfYsuAz8tuSmN+M+XHc271E5ItvMIiICIiAiIicigqVCHKVCIiiWRTdBHNERAREQSERESKhsiDZEVRzRDuioIiKIIiIfRLIiCUREIIiIgiIrVERFAUXN7BSsPE5/s9BKWuDXvGSM/zO0/uiuF4mxRsM+JYgJc8UMIghHMPN7/IC/8AyC8cdI2V00h1I6+l/wBSF2nH2KhuFNp4CQDI50hP4jcgG/o36rhInWoWv5udm+QR2nTAlJkqHX1F10OBU3mY4+pWihbepB6XK7DBnQxsYHPaCOpWMm/HOXaYZHaMDkt4wWaFoqGZmUFrgb91uY5QW7rEdMqv20SwUA6I+S2qtrMibAKlwCxZa6OO+Z4HxWL/AK1SA28Zl/VZXTNe26xpG6HRG4nTyWAkab91WXskFmkfBStRq6pmhXN4lTggmy6qpaNdVpauK91lt59ilP4bhIBYEWK0rz57LtcQpA+N7bb3XF1sXhTEbWXXx1w8uP0adDr/APa2FJUlrg02DuXRasPuAQdQrsbwfTnrsurjOHURTRzMAJAvp0Kz4XuZlv5r/i6rmoJXWBDgHjv7y3NFVNnBB3/Ezv1CxXfG77ZklGwuMkeVwdqW/CyxZovGhDCR4g8tzyPL6WWeHZSMou3e/f8AqqZGgPHluHbW2P8AdTbdmumvgc8nwnhxaBlv1C3/AA5jL8Bxhk79Q42eb6XBHm+X+aLnqqme2QSR6W6/MH/OqvMkdJDcAkW0DhsRfT9k+svpaCVs0LXtOhbcK4uI9nmNurMKbQ1BHiQeVhvqW2uPp+i7ddHkymqIiKoIiICIiiChSoRRSihUERFAREQFNlCIJKhEQVjZFAOiIKeZROZRARERBEUhBClR1UoCIiugRERRERKgiIoIK02MTNzRh3uxNdLbuNj8CbrcvcGtJPJchxNVCDCMSne4NzBsDXf7unzCVrHt4rxpVxzSRtjJAN35TyF7AfLX4rTNt9iiG1mA/NRjkzZq+TL7oNm26bKQSYbWtaNtvkjsxY2PfI5sd8211mx0FaACxwPoVapC1skhd7u5PTZdJQ11KxoBjee+n7lc8rW8JL2owusr6OZgla7J1uvQMPrRPEDfVc5CKariL4Hg5dxbb4LOwoubMG/Rcrly7es06bxD3WvxCpdGywJ1WcAS29lrK+IuNjyUqYzlz1c2oqnANcQte7BKp5uJQ31K6ZkN7AA/BXxFTMuJJWNPdyktdNSuchwqsjAHiMdboVnwivgF7OPe62PhxPt4E7C7s7QqqOZ8bi2Rtirunp+MZuJZrMnBa7kTsomAe3MCCOyzJI4J2+ZgI7rENIISfDcQ3oSm0aasg30XGY5SZXZwOxXoNRGHA6LmMWpw4FtkxuqznNxwoOUlMxac458lcqo/DlcByKsg5hlPLovTK8djPhkDmA30OoPQrPjkdbxGG0oPm7rRRPMb7fhuthDLzG45pprHJ1dFWieO4NnbOB5LYhuZt2NB5kde4XHRSPY4TRHKQfM1b+jr8zASLft6rnY9GN2yK2AyMLo7jSywKapBsJWeVw97mCORW9DmTMAO/Jw/daivpY4ZHOdHIBzy7eoUl/VymnW8JV78PqY52E5mSNhcXf8AjJzNHf8AGF7Y03AcDcHn1C+e+HB9tllovELX1EVgba52eZtvWx+a9v4ZrBX8PUU4cHExhrrdW6LpjXm80nbbIiLTgIiFVRNUCKJUIpKhARTZQiiIiCVCImgRAiAgUjZQglFIGiIKeZROqICIiIKQoRBKIoQlSiIqoiImwRERBERQW5/4LvRec+0ed9NwzCxrh97VGR2vIZv3svRpyRETfQEH6ryT2q1UceD4fT6F7y92p1AB1+pSumPbx6U3kNze5WXG7yWJ3DR8LLBN82uyzmWaADyDf0UdEQQSTtmjYbPAsD3WxwzCqZrnfaomzO8PMGnXWx0+axaFwE5BtY2/VbalhfG8OaHZtTdS5a7bxwuXTl6XEarC6ltXTZgWOu5gccrm7ltvn9F61hIbUzU9RCSY5mtkby0IuuVp+GqStqTJJTuGc3cC42PwXouAYZHTNiEbcscLAxg6LldVuT17bZsAEQ01WsrICb6LevIHJYkrA4GwSxMa4/Ga5uEUHjEZpHuyRt5kn+i0tPQ4vWUz6mev+yNyOeWRRgmwvzO66zGcIgxCOITNfeIlzCDaxssCIfZI3QyOdILW8w3HRSajpd3Hh5kzibEaWQAVPjt/JNGCCOi6TCeL2Vdop2kOts43F/5T+xWDU8IE1TnU9YxsN7tD4nF7e3RbCk4XgbAyIB8rwbukItmP+clctVMMc5dulhna4AsfmB5hXr5li0WDSQNblDso7raCmygXBXLWnW5RrZmaGy5/Eo/KV1c7NCuexJmjlWXnmKxWnNtFqSbH0W9xdo8QlaR7QDdenHmPH5Owi4BV2N5BuNirMZ/Aearbp5ee/wAVpiVsYZho4AXtYjr2Wxp6gRvu0nJ3+oWijdZ2p3WVHUeaxA0WbHXHJ1VLVlryWatH4brYuyVUGUyENGx/E2/6hcnTVgY4X16are0lQ2Rgs+x6LlZY745bZOGukwjFYaoOH3MrHgkaOAOn7he08JPbB9tw9uTw4pfFhyj8DwD+t1401zXDJKCLc+xXo3BNYSyne55uy0Lzp5wBYft81vCuXmx4eijZFG2iLo8qURCgIiIBUIiCUUIgIiICKQoQEREE8lClQgrGyKBsiClEO6IgiJyQEREBSoUoaEREORERAREVURETSLVSC6nkANvKT+/7Lwf2s1QkxTDmC1mUlyAfzOJ/oveJxeCTS4LSLfBfNHHs7JuJazfNEGRC52yt1Urr4+3MnRtxsVlhxJ6bD6KxPGY2MB/Jf52Kuxm5HfVZddMrD2F8xGlzz7rt8LgbLC021FwuOwSNstScxsA03XcYMC1tidCL/t8li11w4jd0dMA5rQNXaXXT00Ip4Q0DXmVq8Jjb5pH200C3Gdtt7qM5Xd0tSkq1dXnsJN+SxngteANlKiHxhwNwsR9Ex97hZ42U2HRTSy2Na3CICb+E1ZDaCNlrMCyxopc4WTUa9sv1jOhaxuyxZgOiypJFhTyWClIwagCxXO4kNCt7UyDWxXO4jIS1yy6RwmL6uv3K0rhfQ7Ld4rvp1WnIB+S9GN1HkznLHc0tNx81escwf1IUvaCLckjGaIjctOhW4560kjK/loUzFrgd1JFsptuoezTUHZNLtlwgSWc1wa7us6CealN3sOXfMNlpoXlhsdit3QzOYzQZm82nUFZydMK3lJUsqYgM4c1wtbmPius4WrTT4i2F4Bjm8oJFsrhqPnsuKbRRVA8ajJY86lnL07FbCiq5YXXNxI0j6c1jqu95mn0TRVAq6KGoaLCRgdY7jsfRZC5vhDFG1+F2DrnNm9Cdx87/ADXSDULq8OU1RERELKFKhVNpRCoUUREQEREBERAREQEREE3RQiAd0Q7lAgIiKoIiKAiIroSiIpVEREBERVBERRUHbXUL5Z4yiczi/GY3eYx1D725C6+pyvmn2kU7qTj7Fm7iVwcbdHBp/VSt4dudrhYRO6taRp6qyx4Dhf8ARZVcc1HTa6tiDTccwSCsIO2sVl3bzhotfidiQLuDRddthAPhRggfw3D/APYLgeHpWMxaJzxoHtuegINz+i9CoonMEQF9ASfjY/uueXbrh02cGImFxhzEG2gSpx1tFEZppAxg3Lj9FYq6MSsD2kteNQQsaXD/ALQ9sUrA9u4zC9isXbckrb4Jxjh+LB8cEwc+P3muBa75HktpLO14uHLko+FoIMQbWwRuZO0EBwOljyIW/o6SfTxT5R3SVLjjGxjddo3V246qw0ZCd0JN9Fduevxcc+wKsul7ql8ix3uKVuYqpJe6wp5FW9xKxpnaLLcYNVLa5XN4hNe+q3VZJuFzlYSSUhXOYg3O6614hzkm2wuttVtsCd7rWzPkjYY4oySdzZdsbw82U5YpbsbXuFaY7JMDsNistsUuUZxa/VYszckhBW5XPKMjJa4ubFVMaXDIRqFQwh7W667K6CHG5NnALbEWnRXO4sdlfpZDG+zgb8+4VXh+I0jaQ62VNjkzC7XMN7LNax4dDRv8J4e06EdeS2pibUQiSNwEltP6H9PRc3RVIIym212/ut5hcgs5ttRt6Lk9OFd57O8SdFWvhObzAEt5jqfhovWBsvC8DnFLjsc0dxGQGGw6r2uhnE1NE/k5vNdMbw8/nx1kyVKhStOKFKKEBEuiAiIgIiICIiAiIgIiICIiAdygQ7lQglETmgIiICIiCUUKUBEREEREURERBeC+1nDXM4rlqvwzwNe4nYWOS3/xK96Xn/tKwqKppDVvhY+1NLDmJs4XsRb4tv8ABPjeF1XhFUXOke1wyizTa2m39r/FYbbXF9lsKuJ143OsSWgEDlystcTaT4rm71mYVb/U4WG4Dzl05r1KjJ+z08p3Iyu07W/ZeR0sr4alko/7bw8fDdeuwFv2Z29gczfTf9Cs5R08d4bNrmuyXcA0rKZ4DZQ90g00FguKr8ZMVVZuaw0AAusObH5Gfje0nq0/0Wdvbh/G9sd7eoNaxzczCHDsq7garz3COKTHKAX5mg2IXV0+Lw1LQWusfVTbz+Tw5YtnIb6qw82N0E4c1W3PuVGMYhzu6sucUe9WnP0RtS93VYc71dkfosKZ4N7qK19W7UrR1VtTdbWskGq0dVJurC3hrZ8pkaHGwvusuakfA64F+60OIy+I7wwdjcrIj4kliiEVQzxMotnbvbut+trjMp9XJ6bxnZiStPWhjHWaQTzVyrx0SMLYIy2+5K1TXudJmc65PNdccbHLyZY9RlQSBpIOxWSbEfzW0PVYJ3ur8Utxkcb/ABXRxZDKgxEA7crrLiqInyAuIB2PSywRYjK4ejlTlOmqy1MtNoKd0MmZjQ6M6tc0X+C3GHyFs7Hi+txa265qGeaFwyuIstzRYm1uXx4SWixL2cvgsWOuGWnW0rwC12YXcdz21XsHC1W2owiJgcC5otv30+n6LxWgliqYpBDI2Vpvl11HY913/Ale4TCF5sXEixHMf5dTDhryzcelX5IqQdVUuryJUIigc0REBERAREQEREBERAREQEREEInNFQUqFKgIiICIiApUIiRKIiAiIhsREVBarH4I58IqGyAHy89VtVi4jEZ8OqI9szCN0aj5jxmkkoKl0Jy/dPsB1BN7rRVHlnB6nVd5x5TNjq/GaGua6I5SD+U/3XD1BDnaDlf+6xZy773GM0ffanQgg6r1TAJnVWC0+Y5j4WQkney8oBId5tLL0PgSoM9NNAHXMRzFvZyzlGsK3cOHU1LK6UMzPdu46lXnx07wTI1uqzZacvZYDVaqajna7R1wuNun0fF55JqrM+GYfPdoj81txpcqmPBK2nkJp6g5OQk1WRFDO0ghq2kAksMxuFNnk83txF+mfIyINkILhuQr4eDqSrAFkz20sjzKpHKy5+ih7r81Ze+wsjSiWTRYFRLoVemkWtnfvqgwqqQknVc9iExaCG6uOwW3q5bAlafwzM4yHQDZWOeTUyRZIy5w1K1VQ7Vbivda4AstJMbuXbF5s1oaqoC+oKhVWsF005LjDnjsRsqibKmE627Kp7SDYqjJjfmbYnTspF2PLeuysxe7YdfmrrSHGz9QNj0UWKmvsbErLge+neHtBINj63WE8ZXW5LLic4wtI3aSCO26lalbemNPVubJE/7NUcnNOh7ELo8K4lqcIrmDEInWzAiRv47G4XKMo/HEclI7LIdQ0nQn15LNosWMd6XEIS+LZzHcj2Wdadp0+kMFxqjxqhjqaSdkgNg8A6hbQc14FglFiVLfEOGKwzFpBkpM2pHTuvS+FuPKTGJHUVXemr43eHJFLoc3Ralcc8Px2aKAb8lKrkIiICIiAiIgIiICIiAiIgIlkQQidUVoJdFKgIiIlEREURERJEoiIURERBERVRUyAPie07FpCqUHS6K8LxjDpsVxCPDXRx+OWTwQNuL52uub/AAry6peWS69F7TiTP8ATfbJSsP3hqajxIIy2xbnjs53ppZeScV0v2DiOvpQ0sbHO8BttgTcKOu2pDmuBtqOnNdDwZizMK4hpjMQIZx4MhtsDsfmAuWG26uue6wIsLC9+h5FTRMn0kynblu4Kg00d7WWo4Vx8Y5wtR1Zfmma3wqgHcSt0N/XQ/FbJ01nG/JcsnfHdS6jiGwCsPhDBYDRXDVW0Vt84PP6rnXWRZcLK04lS+ZvVY0kw5FRUveseSSwKpfLfRY77lpcSAwbuJsAkXa3M8k6LX1UrYoy+Rwa0DmrVbjlNCSymHjvGmYaAf1U4bwzi+PyNnqPuKc6h8os34N3K1MbemMspO2oJNbLm1bCDz0uq5YnFobFE91vyMJXqGF8JYdhkYzRfaZeb5RcD0GwW2kiEbLRtDW8g0WXTHxW9uN80+PnbEmlpdnY9p/mYQtI6zn7j4L6LxGlbKw5mtJ6OAK8q4kwqm87207I5Gk+ZjcpXWePTjll7OItayHUq+WXF/orMjcryFWVcOjismZvkv1CxGe98Qti9t4W27JBjQENdbq1VSAtIdyVJsyoZfbZXJrOj2TQrbZzdd1k0xF7Ae9oQVg0x0sTzWTAS0uF9b3Uajb0Z8J5Z+H3mHut3LSQV8LHSt8x0zC12n/Oq5tktiC0HkR+4XQYfUxk2u2xHTf/AOliu2K3BDiXD1a2opZXNYNpWHy379F1AxDDsfqy3EoX0GKsYA2rgFsw5EfmC2PDbo5cRihna18Ug8NzXagg2GvzW2r+CW/ZTPhcfiwML2upC65Dr2JYTtbYjsFcTKyXlmYFxRXYSyKm4ifG+llOWmxOE3jkPR/5D66Lv43tlY17HBzTzBXiFDVVeHU8sUrTJTPGWWKdlw4E6te3rppZdNhHEAwcOqKOYS4THY1NE7WWkGwew/iYq5ZY/j0tFZpaqCspo6mnkbJDK0PY9puHNKvKuQiIgIiICIiAiIgIigIJREQDqSoTmUWgREUEooU7qAiIgIiKwTol1CKCUUJdESiIqgoIuVKgory32hQupvaLwfiMYIL6gU7iN/euvOPaxB4HHVZa1ntY4fL+y9X9qH3buHKhoGePFobE8gTY/ovKfazL4vHteGkHw8rLDlYKOkcEdLBVkmx9FMoIkIOhuqHHQoN1wlxTLw1iDs+aSgnI8dg3aR+MDr26L1uDEqatpmz0k7JoSNHMNxbp2XgdrhZdDV1NE8vpaiWBx1Jjdlv69VnLDbeHk9XuLpnHZUeI61wSV5I3jTiCI5RXNcBzdC0n52XdcI4vV4zgU9RWyh9THUOYXNaG+WwI0HxXLLD1m674+X2uo3rnOINzZYs9XTwC8szQeg1KwqlskjjeR1ul1hGjzOAsXE7Ac1z9/wAdfX9V1XEDh5aSntf8cn9FgwUOLcQVPh5pJG31GzG+oXVYZwi6VzZaoeHHv4Y94+vRdnQ4fDSxNjiiaxg5ALrjhb24+TyTHpoMB4MocNLZZGCeobs97bhp7Dkusjhyi5urkcQACv5AvRMZHmyytqyY9FYlb5bLNLdFjzAWWmWoqIyW6D1XnfFdLle828rtV6bKNCOS4ziuidLQyPZHctBOnNaI8XeLSuHQqxK0+KVl1VhVSi1jfNZY9QPMDZcqq2y9/kVtIrOhaQN1q2HUgc9ltKY/cN7E2UIxKkZZc1tAbq6Tdh0OoSrbcu1RhzQtPXRFsWInAPbr1WUx2V9+uqwxdr2myyn3aL9kWNgxviNMd/N+E91dpagxyAO0/ZWYHFwDwbO94eqv1UWbw5Wj3t9Oalbldtw1iTG10DZHWLXt+V17ThDmuoI5GO98uce93HdfNmGVL2Sht7SN90r2/g3GRPQ+E8AEeZzdfiQf16LOPFPJ/aNzjvDNHjUZlMbRUgXDm6Zux6heduw+fDa4RVbfs1TGLwStv5tdtd721HNevxPa9rSLEclquIcCp8aofDeckzDeKbmx3I+i3Y5zJzHAde6jqZsHfZtK+89K2/8ACJN3xjtc3C9AHMLyF001DXtfUf8AT1lPMGStaNAd7jsb3+i9XoqplXRxTsdma9twVJTOTuMhFF0VYSii6lARFCCbqERAuiIgIiIHMoUO5RaBERSgiIoJREQEREBBuiIClQpQEUIglQpCgkWKI889rmdmD4VM2wLMQY435WF14jxnWtxHi3Eqxhu2WYkE+lv2Xt3tbexvDUB5ipBGu2hXz3UP8SZz+Zde5R1+LEt3PzW37LHfsVn1MjnR08dwWxQ5QQNdTfXvcrXvta1kSqbbeiuR7FUgDK3Xqq2izSiLTh94u+9m7iYcWgv5WmJ1u9iCfouD1dI0NBc4mwa0XJPIAL2n2bcC12EU8+IYu0ROq2MDKMjzNaNQXnkdfd5c1Msfaabwy9btlUuB1Vc4lrQyPm937Dmulw/BaahGaOPNJzkdv/ZbgRBoDQAGjayrEWiYeKYrn5ssmOyGyyGtsBorjWWVxrNV0k04qWtuq8o6KoNstfjeOYfw9hxrcRm8KPZjQLvkd0a3mVrSsx5YyNznua1oFy5xsAOpK4HiD2m4Jhj/AAKMPxOdps7wHBsY/wCZ0PoLrz/i3jjEuKnmJwNLhzT5KRrr5u8hHvemwXLZNuVuSDr8X9p+NVrw3D2Q4dEBrlHivd/ycLfILk6vGMVrXudU4nWSk7h0xt6WGislpB0VpwKgxy6zrkk9VEjrttrobKXg2Nlac7zb8lmgCBsFnUZJhIvrmB9LrAG1/mr9I853AnkCPgsrGXMCXuHUKmnu+Ajo8K9a+vJW4P8AuW5FGmJICHO02KyC4PhBOvdUSi0zgdAT9FNObDKdrojNpHZrs52BC2cdp6N4PvMGcLSR5oZmvGrQOqzo6kskYb+UH5g7qV0xXQ4tc17bNk3BXqns7xWOqf8AYnHLK65Y7mHDv0O1v6LyyeMMla0EZXbHqttgtZPhdZFXQA2jcM4HOyy1ZuPoaGWWmdZzC5moIA8w72/X5rZxPZJHnABa4eoK1WGYjBjFDHVRPDiQM4vYtcOXY22V9rX0UzpWE5HavYP/AJAdeo5rp8efTScWYLHVYfUVAa0zshcM7tDYagn9PktXwXxD4DGYdVF7dLtDm2se3ZdliRjdh08pDXM8B977FuUrmKXAYcawWgMpdDWRQDJI3dpFxr1Hbusty7xdq05mggg36KVxtDjdRgdYzDcVYWvP8OQe7IO3fsuvjlZKwPjcHNOtxqqzZpWiIjIiIgIiICIiAiIgHmoUncqFoSiIoCIigkKERUSiIoCIiAiIgIiIF7K25wbc81Wtbi+KQYXh81VO8NZGD8bKjy32xYzGYqPC2Pa6UEzPy8tLC/qV43URugkfFILPboR0K3fEOJSYrjs9bLmJlkzNBGw5NWrp2Prq57gBLKTZjTvI9xsAPn9FHT5piSXN/ksZ9s3qs2og8Golgu12RxaS3a4WFJqbKpVTo7MjP5m3VRGVhVWRwbGHfl0WbgmDzcQ8Q0ODw3DqqUMc4fhYNXu+DQVUekeyHgxkzRxTiEOZgJbQMcNNNHSkfMN+JXr5ZfUm56lKSkp6CjgpKWMRU8EbY4mD8LQLAK5bRbkZ2t5ApDdFVZENpsjRqpXIcZ8c03DUT6Ok8OoxZw0jvdsII95/7DcokZvFfF9DwtRB8tpq2Rt4KUGxd/M4/hb3+S8KxrGsQx/EXVuIzeJKRlY0aMjb0aOX781YrKupxGtlrKyofNUynM+R51PbtboNlYsbrWlW8qgtV8RucLWPwQwSE6ZW+puU0MYt9Vaew2usp9I9xsZHfAK0aC40leCO6yrDe366LFeCHDlyWwfSTNvllJPQhYU0crCTIzb8QWbBaG9lcj+7e13TRWgDmPQ81WCQ7qsjasJcB0IurZPgySD81lEDgWtHYFJgM7id+qja3MS9ma3LRUMN/MNDsVJN2kHporbXZX272RGXcEAFXTqwgc1jjnbkshhzRHqFK3Gdn8SmgfbVrtSOYGi3WGuZHMGy3dE8tJ7BaWjJFO258oeRt12W9wiN3iuZlLmt5DfZYdp09TpJncOinxGFodhdVla9lgPDJ0ALul9u+i7qnljqYGyxOzNcLjqP6LieE6uGsw6TDquPxabKAWTC4c13P0uFn4bJLw1jLMHqnvkpKol1JUO1138N38wHzFj1XSdPPlOW4xAthwzEIHuOR0L3MH/HUJh4FPHTA6FzGEjuRY/UKcfZmwWqkFrticQR/nS6uzSNjghkbbKR5e2gI/Qox8V4phFJjFGaasizsvma4aOYeoPIrlaWrxPhiuNPWxGaiebxztOjz0H5Xfy7Hku5abtBHNWaukgrKd8FREyWN4yuY/Y80sJlopaqKshEsDw9h6K8NQuRNNWcN1gkicZMPdc+I46xH8ruvQH5rqKWqZVwCVl/NrY8uyFi+iIiCIiAiIgIouiCTuVCc0WgUjZQilEoiKQEREoKVCboJ5oiICIiAiIUA7Lz32oMqHUGGwwuLRUVrYiXDy5nCzb/ABXoBXMccTMkwRuGGJskmISCBpI/hNtcyf8AEaqrHzjj9O+gr30UlvEpyY3uab5iDusXC5XU1W2ZjCZWtPh2NrPOgPwuuhrOF6iXDK3HYJWT4bFN4DXuJD733I/zdaOnZGGyuLwxzBo08z/ZRtiGKR7Z5ACRE3M8/GywnDW9rrOlcfsr8r7NfIGlg5gC91itFxa6qVWSGtF9crfmvVPYlgHiT1/Ec2U5L0lN1B0Mjv0b815W2Catq4KOmbnnnkbExnVxNgPRfSvBtHR4JwzTYZTztfFQZopZjYBz75nO9CSfgtSXbFdIRYkWVNj0Wvo+JMGxHE3YbR4jFPVBhlyR6gtBsbHY2uFtcpW2VrLfkmRXg3quC4647GFNkwrCZA6vc2007TcQA/hH8/6JJsU8ccdMwLPhuFubJiZFpJN203r1f0HLmvG5nvmldLJI6SR5u97zcuPMlXA10ji5xOpJcd7k9VVkYzXddJNG1lsBeb2srzYWM3FypMl+ygyXCul2q0slh0VOYKQQToFlTKCoMbTyVQ16Kq2m6aGO6LorEtLdtt+y2Frqm1imhzFZRGFxc1pDTuLbKwzzaHl2XWSQMlaQ4LQ1tA+lla4fwzfXkuWWOl2ogjLnW56D6K44ggscLFUQOyvbf8wH0V+Vl2B9lhqMdrC0O6WVl7XC/S91WHEOylVvByZiAdOaiqodQAdlmQxeYXWJAczdABbdbOG12k9lKsZNJHcvjJALtBfqFt+Has02KQPkJDmSAG45Db+i1JtGW66lxstjQn/rYph7zHhx721+qxY7Y16tJQnh2ppa+KLNQvaI5Y73EZdqR/tdfTodNl1Fdh0HEGCPpXyuYbB0U7RdzDu147jb5hRRU8OJYMIKhmeGWNzCDva9/otPwvXVVFLPhuIWM9G8xgg3zs3B9bEO+a3HC9s7Ca19fhFbh9a0Nq6cGGZve2/odx6rOt/+Pxvc0tEQ1B5ZSR+i1uMtOFYr/q0LG+AYQ2qI2Md7XtzIvf0W3pGNqMIc0uD2SNfYg7gk2PysqzWxpzemiP8AIP0VxYmFyCTDac66MA1WWjK3JEyWN0b2hzXAtII3B3XMHxeF8TjzOLsJnORpOpiPQn02PMCy6srGraSGvo5aSoYHRStynqOhHcIsX2kEAg3BF7hStNw9VTFlThtVf7TQvEZJ/Gwi7HfEXW5RKlFCIJRQlkBEsiCL6qU5lFoERFAClQiaEoiKAiIgXUqEQSouilAREQLLz/2nVMlDh8VbCSJIw+Np6ZmkL0Beee17XhVsYPnfO3Krtce3OcTROwv2TYZSsD888jJpyALuLiTr9PkvJAQyF7iDq5x1XtvGEAqvZbDOCQITTub6NsD+pXilYwMJgFrNOwUtdIxIYZZ3COGN8kjjbK1tyrjaSdo80TmEfn0t2PdZ3D+IT4XiUdTTkCVgvY7EbEHsf82XZ4rhWGYvPS41DUCKjqJ2trGO3BLgDblmvYEd7jQrv4/FLPauWWV500GD4WcCgh4kral0Lw4ihjjteQ2sXajQWNr9VrMR4onqZHsbK+OEuuWRk77arbccVpr6uhkLBC1tI6FsI2YGTPba3UgC64Z1O8PDWNLy85WgdeiuV9f8mWNmVxvx6x7IaanrOLDWxySySUtM8uBbZrA+zRfqSdvQr3Jz2saXOcNF5f7OsNg4bwBwcW/aZvvqqY6DQaN9Gj9ysLjfjMVNPHSUdUG0sjBJNK02JafdHxGvpbqn+ruprXTP4u9o7nGXDsCkAtdstWPqGfXzfJeXSVLBd2YkuJJceZPNYbqw1ZOQZaWPQAbvPfsFiyvL3b3HbZauUnQzxPmFgLDoqg7W91hQnUeqvglTexfz67pnVi6qB0RF7P2VQcrIcrg1G9lRcBurgI0VgytbzCtum6FNrtm5gqXO52WGJ3W3U+OSFNjNbICEeWSNLHtDgdCFgiY3QynkU4GNVYVIwukp/PHoco3CoY+8IaRZwFrFZ8dUWOACrnpmVTc7LNmHT8XZcssfxuVz9Q3K/MNlca7NFzHJVVEZDHNcDcaeiojvct+K5tKqUuLnNPJbWNpBDR+Gy1kQtM49Wk3W2sS8gaaWUrUV1dw1tjrnJF/osmKZ8L458vkeBmHQ7KzWR54IwQfMdT8FkgtzxwuFwW5XArLpHv8AwjXQYhgVNNC8Pbq025G2yxeJaVlJiVLiMUQ8V7sjj+Ygaf56rz/hXGqnhKWBk4fLh9Q64ewXseh/mH1F16XjM1PiOAQ19JI2aOOWOaNwO4zZT9HH5LUcbNWpmmiqcGge7zxvd4BB/G14Lcvwv9FkcONfBhsdFLI189HeCW38ux+IsfitJg0hqMLka3U07S8Nv+IE/uFtqeRlNxS+MeUV1MyZp/M9hyu+NsvyVZrZULDHEYSfcJt6LMWNLeBxmAJaD5x26rIabtujKUtqii6DT17G0WO0eJeYNkH2Wa21ibscfQ/qtytXj9O+owOsZHYStjL4z0cNQfosyhn+04fTT/8Akia7fbQIrIRERE2UXREEooRA5lFHNLq0SiIgIiKiUUIoJRQpQEREgIiICIigLi/aM0jCqeYhpayXzZhfRdouT9o1M+fgysdGy7o25/gEXHtrX0zR7P8AFcJmaCKeAmMOG7XAPb+tvgvnuod4kksmnmday904nxEs4LoquMG1fRshc7o5o/sV4dWRGGCF+UhsoL23HK5CjcW6W/2plhs22yzqud0dGYYyQ6VwmIB/LozT1v8AROFoIq/H20c0mRs8MjAed7XFu4IusKtmAmcA8aO8NjgNCBpf05r1+LPWHLjljfeVteKJvtMkdcTfxXvP/vDJP/6PyXN08l8QpbbGdg1/3BbBr4KtrGVtbHHDExtgM2uVuUbDoul4c4ENRbiLE5BQYJRvEhIJdJPa2VrbjcnRcrd8O2fN9m/4nrKinwylwyNrmtqR4tS8gi7eUY633d2t1XBYrMZnimiN8xs4ch1K3vEWOPr6iWvewRC3h08N7iJg5evMnmVzFOC4Gd5uXGzfRbs1059rr8sUTYme6wWA/dYxNyqpXalWwsUZEKvqxDsr19VuJVQVQVIKrvkHdaFTRkuTb0CpfIVaLze91QXXU2qpzyfVCfRUXubqbDoFnYBVBQpCip5qbhQliEEggK/HIQdNljqsGysGRWQNqYjKwDxBuPzLQOu2cG+oNyuhgfltzutTiUIhqXEDy7j0K55Y/WpV2ni8Uu19D6raQRNc+R3Vx/RauicWuAJ0cP0W1p3+ZxNrXBC51uM6OjfWPp6eL35HhrbdViTOMFQHuHuPDXehWywao8GvpZWuAfFM1wJ1GhWbxdhbKaodVRxhsVTEXDLycNDp6rNbldrwTFS4tg02H1cbJG58ha/ZwI0+oVuUYpwO2aKWKSqweQOFxq7U636O6OGhA1sVzHB2NOoK1kubyEWdrtpcH5j6r2gmDFsIIeA+OeIk31tcLUYz4u3M8EzRT4HmJa4l0sDnM0Dw5uYX+q3PhulpOHq3L95G9jSejXsLXD5gLyzDpcT4TfUz08c0uHxT5Zm5dG2vr9bL1CjxGkxDhSGella9rI2PBB93KR8lWLOHSNOZgNt1bDTA45dYidubf7KuOxaQBYBxA+aqt1RlIcHDRFa8IsdmYbdRyVYd1CIhzbhw6iywsGIGHNj/APHI+P8A9riFn3WJQs8Px2gWBmcR8UGYiIgIiIJsiXRBSdyoUncqEEgqVARUSiBEBERAUqFN1QRAUUBERAREQFh4rSitwqspTr40L2fMLMUEXvp2UHj0oNf7K2wZSZ6Kosxo52P9LrzziOlZHwpw7UtcC50Msen8sjt++q9UwWNklfXYQbBsb5pCR/KTY/JwXl2L09VU4TR0MbG5W1kkUGY294hxueQGuvZV03pz2EQySVc1QGF0VJA+d5H4co0+tliSEPkOe3l+Xdd0yrwnA8JOHUNqioMeaeqfD5KiQbs1N/DIuNuhWlwbhluL4gaana90s0rIaWJ7tGk3c5zzzDWjdd/TKYzhzvr3Kv8AAfCVRxhjgzNLMNpiH1M7ha3Ro5Zjb4bldZxlxHHjFVFheGnJhFD5Yw06SuGmb0HL4nmtpxVX0XB2ARcIYE7K4szVkwsHuzbk2/E7c9BYLzasnFLRHk9/lFtLDn6LWGOv7VjbBr5RXVgjZpEz9BuolIaABaw5BUwMMUOdw+8fr/ZWpXrFu24tPdco3ZUA3VYWRlRCwCuKiPRqqBuQFuJVxpDW358lbc+6POumytqWiTqoCkbqQFFOSlTZEBSN1HNAgqRBsquaKhVgKnmqx2QVsOgVGIxiWnY+17eVTewUyOL6R7ee4Uy6GtgeWsaNjvfotlG7yg33GX+i1j/LI3XTdZVLJcmNx0I0K411xrdYbNI2rjLXWeHAg25r0Nvg8Q8M1EBa5tVSh5yu3zbgfr8CvLIpjE9r26OY69102GY5LS1f2qMAC4L2XvnHMeqjbW0kgop7G/hnykHbXVes8C4y6ppJ8KncDOyMyR5dM8d+XcH6Ly+thhfWSiAfcvcXM/2n+i2OCYhVYfVMqqcn7RQjxMtic8f4h8roZTcei13h+Hj9KxgeXtaQ0G4dnO/+dFr8XwiXg6Krr8Pu/B6l338AH8Am1iP5SflcLPrZ4f8A1JQfZyfAxWOMxvAuLB9yD/nNdDKz7XwvPTygXfG6N19jrbZacrW1w+shrqRs8DmuY/Vpabg6LKuuCwyU8F49Fgc7ycKrnF2HSu1MZHvQk9twehXeDVGLFV1FgilEU2F1bhbl8Tu9xV1W2C2b/cUF0IoBUXQVIqdUQTdFI2RBSd0Q7ogIiK6E3UqlVBAREQEREEpdQiCUUIqJRLpdAVLnW+am6odqVB5xhOWl9peLwGwJOUD/AHtuP0Xn2N1BMngOALo5JL8tSSNPhYL0TiOGopeN6mtpQA6bD2FshsGxva/3nH0XLQYHg0kk8tRUy1rm3c+Vx8ONovq4kakX2HNer+NMZfbJny23jFyGG4RU4rWeHCABvJI42bG3mSeQC9Cwmqwfg3hOTHKeDxaudzqeiklHmqLbvA/Cy+vcDuFylZicOLk4VhBbR4SCDUTMblu0aFxPMnkOq1GNYt/qda3w2GKjp2CCkgv/AAoW6NHrbUnmSu3ly9uHHDD17Y8k81dVS1M8hkmleXyPdu5x1JK1NQ8VuIkD+DH/AJ9Vm1Mn2Whe+/nf5WhYUEXgUwufO/Un9Fxy/HWT6iV1yVgyuubLIldvqsMm7r9FwyvLelbVcZqQrTVei3SDIGiuM8oPcK0BmIBVwldEQ7U3VGU3Vd9E5qKgNtdV8tFTdTyQSoO6AFNVFCgQFERVcKpW0airm5vspYbKAbqoABBJ2RpGt9rKHmwASM3PwUGBpJE482n6KGvLS0j5pC6zi4ciQqgwWLRy29FysdJWWHB7Q++jtHdiugwajhr6JzYHltbDdz2OOkjBuQeRC5eF5a0g6jYhZuHV82G18NTEbSRu5bEcxbpa6w6Ruho7ICRc5gCdR1CzBPJTSx1tPfMwhzmjXM22oUYhLBXUdNXQFnifw52NGx5G3Qj6q1RTH7sE2DiRfqpWpy67D8Ra3DhDTOdJ/pc7MQoiXauhd7zB1sV6XTyRT00gafu5S2Zo7OIJ+oXjlBU/YHwOaxgEDi67vdfE734/gdfReg0krsJkpYHyuNA+Vj6aVwvZh1MZ7jcdQujllOG+4r4fHEfDk1G13hVbA2alnG8czdWkH6ehU8IY0cd4bpaqQZahrfDnb+WRujh8wtxDKHMB2dufVchwzfD+POKMJ1Mbnx10QI90SjW3YOafmjnPx2l1IUIjMSqQqlCAiIglQiIJGyKLogHcoh3KhBKKFKoKWqFIQFKpUjdBKJzRAREVBERAREQUu3VL3sY0ue4BrRcqs7rRcSYFU8QUgomYpLRU0gLZxDGM72m2gdy5jnukHlPGfG8eK4y6GlHiwteI42N/7juRcenT5qxw5hGPcZBlPPE2jwilmDql7mk+PI38Fj71umwv10Xe0fA2G4bxDDDhuHNjoRQvZPM92Zznl4y6n8VgdQsvjPH6fhDhgtowyOpkaYaVgFsp5vt+Ub+q9H/rueuLMxku3lfG9XT0tfJg9AWmOAgTlgtmeBbLpuALBctE0ueNVbJc95JJc4m5J3KvPkbS0r5jqQNPVbn/AFLdsWqd9rxFsQH3cIu4d1RO/M6+2uymnZ4NKXPP3kpzHsrEj73XK1qMeUqxzVcjrk2VtclVDmsiLZYzVlR7ALUgvtGl1BN1JKi62kL2U3UWVQ2UUspCbaqbq0QFClFkQpGyhEVJS9uii5QIKwVcGourPNXo9A70QWnuKqjOvwVrNqqmE6nsoMGMkPdrzKviWzhtoVj2IcdLAnS6nUkBcq3F8ERyZjcNO/ZXZIiRdpu3kQoDQWX5AalQyX7OTG5pLTrprp1Czptfo6x0JMMh8rtiFvIrviJY6/nB9L7/ALLStgjq4y5pBPX+qv0NVJh8pgmJ8Miwcdx37hRqXTu6SmmrsKLI2xvqqeXxadjxZsrbeZt+4vcct9tV0/CVRFimH/YJ3CalY8CEuNnFh92/QjbsQuWwTEnUtRP5XyUhha57WO8wI/E3uOqmlxL/AEPidtc1gZBUODpQ33SDzA+R7G6sqZTb1/Do56IimncXhosx7vxDv35fJaGk09r+I2I82E099ddHu/quric2eBsgINwCCOV1xlC23tpxAlpAODx3P82dacZ27zmiIjIiIgIiICIiAiIgkg9FGU9ERGU5SmU9ERGjKUynoiKhld0U5SERAseimx6IiQRld0+qWKIgmx5BLHoiIFj0QtKIggtKpLSNURWChw0LuVtfQL5u4z4ik4m4inrNRTxnwadjvwsB59ybkoi7YTustLEy57clYrf+oq4qMaNHnceqIt5cSEnKmZ+YlYch0KIueTUYrtCqURcxLNXBZkQ1v0RFudi4psiLSJtqp5lEQQdlKIigREWQKIiKpdopuiIhe6vsP3bz2RFFYnNXWe6fREQY+W97nmokblyW/EbIi5Xttmwuyhj+T9LKmppvDeWtOhJcy/4eo9ERRuMeMGbzxHw5m722KpNTLKSxwDnA21RE0lbbBMTqKKSNr3FrXOsx4Nyw9V32NUjanBTiDWCOWmI+0RM927gCHNv+F29uRRFGpeNvQfZ/ijsR4Zjjkdnlpj4OYjduhH0KxoBIz2x1ZcBkdg0YFuRD9f1RFZdxyy4yruAChaQURVgylMp6IiBYpld0REDK7ooynoiIFiiIg//Z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3346" y="4427984"/>
            <a:ext cx="1776836" cy="1164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矩形 12"/>
          <p:cNvSpPr/>
          <p:nvPr/>
        </p:nvSpPr>
        <p:spPr>
          <a:xfrm>
            <a:off x="635088" y="442798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博士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杨超越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058" name="Picture 10" descr="https://gimg2.baidu.com/image_search/src=http%3A%2F%2F5b0988e595225.cdn.sohucs.com%2Fimages%2F20171204%2Ff0eb0fee70dd40d6a8eef92df5712d38.jpeg&amp;refer=http%3A%2F%2F5b0988e595225.cdn.sohucs.com&amp;app=2002&amp;size=f9999,10000&amp;q=a80&amp;n=0&amp;g=0n&amp;fmt=jpeg?sec=1619749577&amp;t=bde764cd791c901d31c28475c5a116e6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9246" y="5868144"/>
            <a:ext cx="1780935" cy="120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矩形 14"/>
          <p:cNvSpPr/>
          <p:nvPr/>
        </p:nvSpPr>
        <p:spPr>
          <a:xfrm>
            <a:off x="613106" y="586814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徐静蕾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35088" y="730830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王志文饰演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2" descr="data:image/jpeg;base64,/9j/4AAQSkZJRgABAQEASABIAAD/2wBDAAgGBgcGBQgHBwcJCQgKDBQNDAsLDBkSEw8UHRofHh0aHBwgJC4nICIsIxwcKDcpLDAxNDQ0Hyc5PTgyPC4zNDL/2wBDAQkJCQwLDBgNDRgyIRwhMjIyMjIyMjIyMjIyMjIyMjIyMjIyMjIyMjIyMjIyMjIyMjIyMjIyMjIyMjIyMjIyMjL/wAARCAFNAfQDAREAAhEBAxEB/8QAHAAAAQUBAQEAAAAAAAAAAAAABAECAwUGAAcI/8QAQBAAAQMCBAQEAwYFAwQBBQAAAQACAwQRBRIhMQZBUWETInGBFDKRByNCUqGxFTNiwdEkQ3KC4fDxFjRTY3Oi/8QAGgEAAwEBAQEAAAAAAAAAAAAAAAECAwQFBv/EAC0RAQEAAgICAgIDAAEDBAMAAAABAhEDIRIxBEETUSIyYXEUQqEFIzNSgbHR/9oADAMBAAIRAxEAPwC8bWAndeg5BLKtpG+qmxWKF1QMx1UtoQTAndMVKJAeaDhbg7JHoiBpJAfMmzyFn5UIQlUNLDDo9idys86248ftctBLbLN0R1rcynoOzO5FK4hMwnmloHEjmrkZ2GOcAn4l4mZwTulYm4nAhTUWaEw8lNSJSM8fKgAqrZOBXkKknMHmCAs4RspNM/ZI1fL86qFTW7p0hUewU03SRB2qFTpX10r4YnFoubJxrK8wx6qq6mrdna+w2G6e9q2z0rpMtvDdnJsCdAltNoGaSZj8rm2N7anZGy2GfFVv1YzMDtYpbGy/wzEzOIjGGkgEEvAbr3RotxAaCujleCwWbu8OBH1S0PJPDSvLMz3E9mlEheQWrgfG/L5h2O6FSoWxEC+6048tXackzIyR/wB114c+NuqyuFMkDmHQWXo8UxyjHLZmd1t1pMMfpJAtNaTpxSsMwpaPZpS0NlYPMs850cRStBebryef+zowmoCqmBrVjnj0rG9t39mlmwvPdTxFm9QsXNAC0qBdPdrQg4PiOqk04CRwyr0p3eicFeD8duz40AOhWXJe18foBhzSGBKKpmJ7HojIopLbkqFyCoQfDRIX2Hk/mFKhv4caadC79V3SuXQ6LFxa+ZGxIcMVBefMp22iZmIA809gXFWZraoODoXukIyi6SosI6KV42Rs/CiocLfm1Rsrx2izh5DEeRfiRsw857k3CLkJxdrOngDGjRR7bSaTveG+UbpyG5rS7UpptSZQEFtxcGhGhsJNUhgJJVzEthjWB2xVeJ7cKgddUXEJ4qnMVncU5RaU5uAs6x0K5KBo4EWQfjQlSQRuqg8aCITLRzBqEbJYRDQKaEr9kjV8usiqEWOMk7aIOQW1oa1C5iidNZ1ijS/GAa6enDXNmfYAXNhcoTtg8brppZ2U2HUokDhzYbH1PZF2mVk6ilrow+SpcImg3JOzfS++ynWlbZ+qraaIvY+d73uN81gLqTBx4oWkNjkOQG9idu6AlGMNIIzz7a5srvonsk7MbpoiGhrw0m7jawITl0WmjwjFMMczxXxREX3Lcrm+2xCuWFYnxPDaDE3malaIgdQ+Nwy36EbpWbG9KCTCZomOc5hLG6FzRoo1Yr2bBA1zjYEgbkIlGmp4W4Fg4kNRUV1UaWigF3PFgSfU7C25XTPl3jxZXjmVUONf/HKKSSHCopq5jHlhnDrNce19/VVf/U8/1s58bc7rPPe2V/3dLNE3nnXRxf8AqO7/ACmkZfHs9Uwiy9LHOZzeLG42dUhVFo02KBosdsxWXJ6PGIZfmK8jmv8AN04ToJWHyIzn8Rj7bH7OJDmMY2vcrDjGb1+mjzWuFpUwW6HKdNkthLT66JHBTeSQQ15tTOPZOHXgXGb82PEdFhyXtph6RYd8g9EQVBinNPI4pbXULGw/y/ZOJsCSfzClsGw4m4C+YrWZI8RceLuH4yq8y8RMWKnfMjyPWljBit7eZVKS7wytZNI1rn2HPVVO1Yt3hklOWDKQixvMV9BNGLBLShrJYwNLIJzp2X7I0WjGysPy2RoOdNYWuiQbOi8wzHUoqbU/itiGqIlC+p7q5AiE+b8WqfiQaqGZp1VyBn6l80Li4C/otZGdysOpK6SZ2UghK4njntdQskdYtWeUjSdrmllLGAOWGWNV+LZajEmxjdTOK1phwbV8mOhi0nA2/BiGdjgfuVU4B+DE+PE2SG11N46nL48g+Coa9wsQs7jY5c+PS2i5KKxsSu1CRAnWEmqqLmKRrmgXTXMXOnZlPmGiejVBq5qrO+la3KdGGTY97cwi6Rcv0rjQOgL6rEcRd4V7vfIQLjoLfokj2xuOcVU3iSUlDVspaZoDbR2zHoXO5I6Hp5jj2LunqXsZM+UA5c5cSD6dfXdZ5LimdObWuL/0lKG6KrdmyEAg7X6oCRk4Bs5vp2RaE5qWA5WusCNRZGwJo5zC4OaW25xnYjqO6qUrFjT1DWSulp3mN+5N9x09U4XpqeHMTpa4y0VVNMXTARlxP4Nzf3VTVTdxd4twxBSUjTRRTOu+1zrmPr0SvHNdDyYPiypxClIwpkz44DYyRsfoT0Nt1nliqftmqevqsMLoGgSAkOs4XU2SLloiorMSxky1LZBE1lgY2aCycx2W9Jw0xU0Ejj/NbfXqu74PPcMvG3qs+XHc2saPBcTxCIS0tDNJDexlDbM+q9bLlwxut9uXQatoqihmMVQzK/pdPHPHLqUtX2Hj3KXL6VPaOUeYrxuTvN0T0CrflV8n9Rj7bb7NIr5nW5rn4/Yzex0zbAaK6mDXNzR90ggj8r/RMC26pUw+Im1K70RDfP3Fjs3EMg6LDP21w9JaD+WNE4KDxQ7oyEVHI22ULHwC8W3JVJ0mgpR94VFCjBsmR/iHqjdBzZnN2T2BUdY5trlPyC5wzEssgGbW61xpN5huKEtac23RbtJk0NNjIyl2YG3JOTarktYMbY6PdLSfJMMQEuxRo9p45yRoQEhtE6tHihoNzzS0W1tTTARqdEFqq1rX23K1xxK0L8WCCSVcxTtCa4A6KtF5JmVRc3VGlIJss3KyqM7EdNQnxhkad+SLSk7aukpC2MXGqwyrfEtSAxptonj22xyUNW8lxstpptMlXLFIbuBVbVMkHhkO1P6JXLS5sRBG/NzAWfkWdWtHHK2RpBJF1nnlLGOWU121dNfI1ctcOXsQ/QJJikr6nw3EA2KqNsYFirS7c3VKUvFOKyw0kNHTnLNVvEeYuy5W8zdFRndQBUcSswGBsLiJpQ2wEZzEDrpt7orKPKuJOMsRxhzvHLmxZrtDTYAchZZ2qk/bIS1b5HG2x37qLVaiK5A/eyQcGnNp1RsCGRBz+hsjZyJI4y++oDm6AdUqejyxr7b3AsnsaSNa4iwcffZOUrDpKiWF4BJbpYg7X9U9kjhxWohqGSxvLXsIIKJkVjYScd1L4oyZ5I3bksNwSR0PJa+fTPxV9bisFbV0s88cYlGXxC0WB7lTlZV4zRmHwxT8SzZm3jDC5oAvuo91Qagid4uI5GaAnToifZVV1WIPjFMwtaRCbgHnrsUt6p9PSsR+2aXEOGosIwnChQTBgY6YOBDAPyDkpueUu9jHDfVZfAoYMRgrX1kz5Koi7HPcSVt8XLwz2OWSzUACzHkO0svd5Mt47ceMMebi4a4jsF5Gdnk3ivrT5dd1pyX+JY+20+zirZACxx1vdc3Geft63T4jEWg5gtdJHtr48m4S0DIpg+S42QB8ewSphsUNqR/oiG+e+I3Z+IZz3Cwy9tcZ0MoW/dD0RBVfiltbIyEVIG6lcWsDfueeyqek32AlH3rvVRQz10yddALdAcHaoCeGUxvDgdlUoX1JjMrGtaHWWszoXVFi7mn591czpLykxEvN8wF+6fka6pK1xkAB8qqU9tNBIJKYEHWyKcVU5khqcwJtdIqvKSaZ8IIDrEbpwbDztd4hzXWuLKonE2WgJEzM+52RUy9rmkgjcAs63lmlnFh0TrEtBU2jqrCGiiiF2saPZZ3MeIh2Vjd9VM3TVlWcwK2nSsap5YiSn5NpUfgEi1keZ+UhWURJ+VRcj/IKjoALaKbkyy5B0MIYRYWWdrnyz2totAFG2Z8h0SDMYs1/i5hsqjbDJWwT/eWOipoouJK2NmLwtaGPe1lttRbXTp6pb7YZ1g+IeIKOAPp2zRyPsXlkejATyGl3eqnLIpi8+lqTK8kNDR0CytW6OMkm+n90tnJtP4FgBzOqXkvwTxU9nEEbpbOYVM2mIIJGnVTtp4HtgLC9+W99AehT2nxd4Lswe3knKLi4Zmh1m6EWKe0XHo2QNkYb6EbtP7q5WarlBDri1wkERk31PeyewJpJsp11b0S2Gp4bkYcXGUbxon9j+g4mfTDEwPxPsiX2NM7iI/1AFtQAikuMIw2P4KSed+Ty+XuiTfdVuxWxYlNR1P3Bvld9QiXXovbXYPjWB0kLqiuoH1NS7ZhGgK678y+Hix/Fuoq7jyR12wYXSRN5Atuue82d7X+PGKms4jixdrI6mipo37Z4xYp3lzs1R4yVfcJUAdM74aUOI1IBT47LdJ5JrtsZ6PEQ4GJxHVbWVmtMOpq7K3xCUpKTSUNO9mr0U4tW9ElAcZflopPREN89Ys/xMdqD/Wua3tvj6WdF/KHoqiarcU3OqMhFUCs2i4gNqceiuekK2U/eusRukIzhugnIDroBboB10BJG8tIsnsLGmqy0gEq9hf0VXqLHRVjQ1GHTmRzQDzWsEeg4XReJTAh51Cqq0Op8CidPnku7sdlOz0vmUEbIwA0DTklstKfFKMNJc1aY5Jyije03tyW0rKpom2GyC0lZM9kgDSbJ6OL+jqy2PzFZ5RtCz43HG7LmF1HgaaGp8dt73RZoEkbmNiltUdFStduFNotEijZbRoUbZ+VMdTtZyT2VyNLQp2i1zd0kjotgpCSTZAVNZTGW+iqKkrPVFLJRyukyEm3lsqab6ee8SsDXVk8rnPlETn5c2hItoT012RWX28mrJDNMZHObmfqWt/D2WNrSG08QLrnZRV4zdXUNGJGXyrO1044bgtmHF7W2aSRsp8mn41jT4O97sxaLdFNzXOMRHheQFrgLA3FwjzPwN/hp8xDRruEeZeBjcIc4XAt1T8k3A12DPYxwDb330T80XDSuqsMkLQ5rT0NxqrlY5YKCtgdCS0307K5WVgA35bppSxkgAjdAavhGZpxRhdpZtjdG+1RDM4Bte64LTPop+qf2pS11dijWgfO4Cw6J76T9r7HSyGWOlpz5WtAcB1Tv6FNpeHSynbO8AvdqAnIRlTSGJhzD3RcT2pagixAN0uiG4ZQRzRtEjCXyGzVnlu1rhMdbrUcLQVOB8V0rKhpYyUlliN2lXhvHKWo5JLHtDadjrXAXZa5tCo4WM2CWzTN0KAmakFTxA8toJP8AiUzfPlWS7F5z/wDkK5fttJ0uaUWhHorhWKrE+YSyOKsXus9rXEQPw49FpPSFXLfxXeqi0M+T9EyddAcUAqAXZAOB5oCRjrHQoC1w+ps8AnRXKGswfERFUxgm4utsclR6nh+JMigjcD5XBXVLumxaNzx3U2BcR1fiMukQSrtK0i26cKqSeAMctcazsRBtlcqdIy4NdcqjkQ1uNMpYHeax5aovprLFBQ4lJW4hdztL9Usbul9t9Q1DGwtF0sosUJvEfYLKgZG43WdK9j2ahQyqGYAXKNotClBEbugDodQEjE5LjVCpEboh0TaaUuPMiiw2V73eG22rhyTLL0+f+McRimpfCppnmK5u151d7eqWdZ4+2C+Y29LLJoucMo87gLD6LLOuniwtaSKkygAOA05BY3J244aWdPCAMoss7WkxWEDGtZyICndPSY2dvqgWGZBfYJlpNFC0u0AT2VgsUrHM8zL30VxjkqK/Dnlrsl4wAtJWeWPTzzFo3RSyNde5NjdaxyckUJbZ5HNUzc1xABOyAs8NndBNnY43ASyVj7NdVOfC5oOrnFxSPZ2Ey+HX+N+UXCKJ7WeFMOJY2ZJXjIDmN08e7ssrtuPi4KWGSd0HiwwjzOGwK1iKwuNYs7EpyWs8GAHRo3KjfkJNDsC4bhx1vgQ3bK4Zg5yiS2tdyYqqtdX4HXGlL25qd5AcNVdmmaWfH6+uxKlq6mfM6FzS1wFrWKkV7/h2LUddBE+GpjeXtBsHC+y69yzbKyxbjYISVp1QaZpSCl4jNsPl/wCJT+jfP8muIyn+sn9Vy/bf6XtPpEFcSqMS3SyOKxupCzql5G3/AE/stJ6RVQ9t5HeqjZs5dMnc0B19UEVBuuUAoKAeCEBLG8tde6cC5w+qyTNN9irxoet4LNFU0UbmuBaRb0W967XLteRRgEEOS2bQUb3eGADyStLSch1iNyggNWwlt7FVvRVXOdlFkpzT7pzC1XVzpchyFV/1GE+1fgyY7EIq2eUjWyj88y9JvFlimwugq4ZA/Va4WztPpsKKoqTZm3crS09tHRHyDNvbVZULBswuACop7WML7hZ1nXS6gpIoRwsmR0TMzgg5FjE0AI00kPc8NCNGhMwVaNmuNZIxgEvjOIjJGa26NJy9PmfiGpE2IyeGzw4A4+G3t1vzJ5rLK9iTUVlNGZJgOSi3pWM3dNlhlMI2NAG4XPl29Lix1FwGt20us9N9iIWA36paOUYLBuQD6FTobI8Fv4iVWhspuOoRotp4eQunpNqwjNgNU9M6kdF4wIIBuDZXizrzjiWiy1D7WI/daxhyTpiZoiHm3I81bmqI6g22KCGUY+8JzfhSq8O6aS1sZFtSUuxU1Ez7uU7aJWqx9DaEfDU/iB3mKBJNbHUc1ZWtdC6Rzae9ywbO9Vptn7B4hThpygXPIAJhYYfj1RhMMbfAdHMBZr280t6AH4KoxOskqq6Tww85iBq4pAmIGkjdDBT0sjG85Hi1/RF9Hj7ETU1XTmCqoXTRxgizwSACssd2brbOYy9PeOFsRfifDtJUyOBlLMr/AFGhXZhdxx5TVXLd1ZJW7pBRcTuth0v/ABKPpUeBMGaskP8AWVyxt9L+HSL2WkSp8R3SpxWs1cPVZ1TQxtvTD0Wn0hRyaSu15rOmzaoiIDkAt0B10AqAUIB7TZAF00uV41TlD0LhTEXlrKe+5sFtc9Yrx9t26ofTuDXexSxzmXpfi0OFVzXRC9lRWLLx2l9r6oTpJJD4kZuOSyz5ZIUnamqKUtcdF4HyvmZYZ6xrv4cJYEmiaI7OCwx+XnlXT4xUTeA1+tl6PBzZb7Z8mHQ2jEDhdtrr2uHPcebyY6qxEbGgEBdCBcMwbuVNA6nOZ4cLlRlStXENwxQgrzcJ+I0gcEvEeJzHZU/E5BDZhslpZzjmB1RogrrjmqNnuMab4vh6oZa5AzDWyWuk5PmrHSX1rr6uJPm5HpYcgscix9GYTCZakDossvTfim8m1posjeawr0ZBYB0F/eymqF07HD8V/UI0NiLOvqB9EeI2XKbAhPQ2cYiXjVOQrUrAWWFvdPSdpmus4kuNt9kk0YJfEIyHZVEVleLIMsLnhu5urjLP080qY/M833KuOQHYk3O6YEx3jY6x3CWXpWKN9/LY6IhUdTkMoztdxSsVjdQsR8aaOG5ylwueycnZb603BFLTUjYYQA4tuDzK0QANPBVta6Q5aluzBp7lLr7Pt0OG/ETgvvJI06ut5WBLuw7FhjFZR4JHD8JGJp3/AO6/UD2TtmImNrGV9RXSVEc04ztDrtFrBROTy9ncLitq7i98/D8eFwxMa3NdziNW9k99aS9Y+zWx4Op/OHOLnFwB2N1txemeftsWi5WiUoCQZ3is2w2Y/wBJRfSp7eDwa1Tj/UuWe230v4/5S00lS4l8xU5HFdHq9vqo0ppI9KX2Wv0hQytvK71WR6Zm46qkk2QbkB3JAKEAt0AoKAcCgJoj5gUQNvwWPFxOIX0BWfPn44WxrxzdenY+wR00UrORF1x/B5rc7jW+U6E4VI19O3IdV7H0wvte0MJkmzOOo0WHNlcceguyMrLL5r5PzsscvFrjgqqwtBJK87kzufbp45pmsUrGxtOuq7fjcNunTLJN1lZKmSaYhoO697g+Pb9OTl5o0OFRPIBcD1Xs8XFMY4M89tHHBdvNVUnw02aax6rPO6FrQ0tKABosLWexbo8o0RKNoW6uN1t9KlK6MWQoO9pakEfiuaU9A8VfIo8QR1WwN1IR4moeIsQa/B6qKNwDyw20ulcetlXzXiznTV0jnHW/0XPkU9DeHoCZXSW02WObq+Pju7a2BuupWLtENc0HYpUxLH2AIAtuiUaS+KXfhITtLRzQDyS9j0mADfwEhWinA3B/TVAcxwduR9VIo+nb5Lt+quIyqn4pb4mGuc0a81UZZTp5RUNu8j9FpHIEjbcgne+6IBMUZLrHQFv1U1eJjmtDGt5kol0Vi1psDnmw4VX+1fe6jd21mE12igoZ45fGiAkZGbkKpbEXGX00VI6Svjkry6OFkDfK08ytp3N1jekWFGoxbF3RtcGl4vJJ/wDbb27lR/aq9NBjGIU2G0DoKZgZE0Waebz1V5WSdCTbz+pq5KiUPlJNtgVj3Wu5IbV4q+WNkemVmlgETGROWdvS54Vwanx34mWXyBlmhvNOy76PCzTXcKQT8McURU4qj8LUuDDEToSeYVYfxqOTt7CIyDsui1jIkDT0RsaZXjA5cLn/AOBRf605HhdLrOfVc09t2gYLQrRCixK2bdTkcARfzG+qiqaZjbUt+y0+kM9J/Md6rK+z2zPJWlx3QHFAcgOQZUByAeCgHtO2qA2/AtQ2OvDiVzfK7x024Z29SxKRtRh9wQey4/h4Wcm2+XoFQTGlAAOhXvY3pz1sMFrGSMGoJXH8v0Iu5HL435OFvI6cfSoro5Jb5V3/AAvg5ct3V/lmKjlwN9S+8hJHRfT/AB/g4cccvJ8i30Jp+HY2fgXoSY4+nLcrfa0gw1sQ22VXIpRbYcoU2nK5gDKgHqs850q+l5TuBaFz1CaRwARDBhwzmy2noJxqEjRSMunDgN7LXTlMLLYbkKgosRmlykMnYzu4p24z2VrNY1jWHUA/hwilra61p6h0pY2MnkAN7Ljz57MtT06OL41zx8rdPJ8ahaMVkhiGjnWU2sfCzLS3w6EU0IAFiAufK7rv48fGDhUtgjNzrfZLS7lo+PEYnOs5jhbun4F+ZbUxppGDJJlO9iVPgc5ZU7YjnuCMtufVV4n57TiNws2yej2XwS4jzE9jsjSfI11MWXcZWkD+rZLxo/JDG1ETNBIMx2CXiVylWtOA6HM12+1uauM7QuIU7aqidGnCvbyjFKF9LUuBBAcbtutI5M8fGqwty++qfSRDmEuBZs1lys2iAxueGnoLpps6aKixukpYBA8OdAW+ZndXNe03dV+H1TY/ipg4thsbNU9b6VjbA1PVTBjnOccjnEho2JStEjRYFKaCGRzzlMmrinjdH4gMZrnVjrl/3TDoBzKu9o9KpkElTbLy5qfR+x9Lw/NVPZFAA57uScxKi3UuJ8F1TJGua4TakDX6p3HRTLaHEuKKrEK6CtdaKWEAsydQoy3auXTW0f2r41UEB0lFGQ3XM0+Y9Vp537rPx/Sypvtar2ECeOkk0uS1xCX5NHMaCxj7RxitJJC+mY3MCLh90/ydH4fbEwVMEZLgD9VPUPayZi9PkLXBwt2T2StrpopicjwfUovZwLE0+K29t1mrbTN0pPZafSGcfrI71WRs110Vk5AIgneyDKgOQChAKEBIEBc4BWGkrWuvpdZ8mPli0wuq9Ggxrx4xGDoUcHD49ryzWMUgczmuudI20HDkhbPlusubDcONwxuZoK8ifGxy5N2NN3RfADtwvb4eLHCMMsqX4Zo5Lo2zKIbck9pL4XZLZmyRhrSSqgUlXM4S/d/MCizo52s6KvOSz/KbLDLHR3Eldi4gjJDr6JTHsadh9Z8RYjUnot7NRNW18jC55DWjck2ssrZ7DLY39ofDWC545sRjkmbvFD5z6aLP8uP12fjXnOK/bNU1DnR4Vh2QbB8pufoFN56uY1l6ririrFnEvqpI2nkzyhYZc37rbHiyv0rvBr5JWyVddIbOBsZCVneTa/w1dNcZa05/OXvJJOpI9U9vTmpxzQWqw5r8eiyt8gubjXZaY3ceby4ePJEobc6dVjfbo+joacy3LjuU96TMd3sfFQ04GVzQba3S8qq8U0lbQhj88IurlZ5YaGwzDw7O0IKLRJRLp87SR5SDsUHQM9RK9rmNcb9lW4m7BmlmdqZHNvuEvKFOPKk+AtbK9zndSjygvHkssMqqmnk8B4DozyPJOJs0uw9r9Wga7pfZ/TI8XUMcdJ4ltQ7Q2VSo5JuMTTYZLWOJaDk6hFy0z4+Py7aGhwKKTLHPGGAtsXh2qXlt0Tgmtxn8SoX4fWPp9TlNgTzB2Tct66Np6dkTHukAdmb5eynKr45Ow4iORkVreIb2Cr6RrvSdkWerbG0XazcJKG10742Dyltxp3VSFculRHMHPJkaSOQVbjNY0eKQ0z9afMEbh+li7iBkUgdSQuY4bOG4T8tDW1fVVrqtxkmc57+5SuZzCq8QiWXM82HRZ3NePH+x7G0rGWya+iyu28xxiKV7L2Df0TmxfGIiAdMv6Ku0/wAaYYmO2FkbpXDEngPBNnH6o8y/FELmPafmJKfnU3iI2SSN3P2KryT4WD6fGZom5Huu3+oJ+ZeP7N+Jjdrl37qS0zytDkByA5AIgF9kG5BFQZ40QBFO8teCDZHsNbhE50BK2xg222GkuYCdbrbxVK0OHPEFQ1wPqpzw8ocvbZUlYHsC4vx+OTVYxytcuvHJllBLQHK9s6d4SPJJMgRswlacsRsrxJW0tOyUl5P1VZKkFOwyWcjwm2H5jssbnIrYbE48BwKm8bHcShiG4Y91iewG5WGfyIXdYLFvtmoKJppuGsJ8S2jZZ/K31DRqfcrO55X/AATDbAYtxJxTxM4nEMQeyE/7TPIwew/ussspvu7bY8OVVIo6GmF5pc7ugS88q1/HhPZv8Sp4DaCIe6PG0TPGdSI34tUO0DrN7JTj/avyUM+WSQ3c5xv1VzGRncr+2ropHyNp6kj+ZHewFrEaFFjv+Pn5cev0KF2YvSF7s0bmvZbuQnjdXSPlYdTJDE28j7bjSyzqZvQKWulgAjijL3ZvNpoB1sqmkZWzqEwurxWuxT4MT5CXEAiAZbaW1J1532stJjjXNnzcsrRV85wmqET545BoCwHzHvbolY0wzuX9obJUNe4St8u1x6qGs9jJx4dO2UO5e6NnZ2FE8cERkk5C5QSpq+I5aZ8bm0LpI35rODwNt05htnlz+P0sqLE/iIpJDE5gidldezgDa+hCdwsOc+OXS1cIJqQSR5S8C+ZpvmRPRiKScCMaWAGwCUpWKfi4h+FyEbhP7TnNYhOHoKdtJG2U2dlBc0I+1YY6xg6oDRNmc0ZHNc2w5dFNrs4JL7ZXFIXzY4wSZnAMsL9AFtjPTyubLed0GxDDXU8VMBfzMzIzxmi47do5YWDFA1ps2GLMT7J69J3un8P0ktTLLMPlJOZx6KcZunb0CxypNXX5I9Io/KO5VVMmwsdMMlySs7WsxI6DI4peSvD9ntzN1vb3S9qkhpvc63QPRGh+wBT0m5CGQTv2BTmJeQh2F1EbQXW113T8aXkU4dPYFpB90tGa6iqGXLmH2RpUqK0rNwfdLR7RuJI1aiQrkiyA7I0Wy+EOxS0rpAaW5PlQm4qpaucluyDdsgOQTkAmqDKEA4IBwQD2GzgnPYabCnEhui2xFbbD6otja3VdMvRRe0k+YAkFP6NcwV5jALXKLjKe1jT40Q4AlH44VzrQUWINlaDcfVKzRb2P+KYBup0aM1Q35I9DSN9HU14AY3K0/id/hT+WY+iVeJ8TcM8GxObiOIMlqwP5EfnkP/SNB7rHPmuXo9V5fxD9suOYw91NgMHwFPt4g80hHrsPZYWb/tVY42+mDqYqirmdU4rWvlmd8zpHlzj7lR5SdYt5w6/tUJrKembaniF+pSsyy91flhjOoGlrZ5jq8jsFUxibyWmMpZ5z5WOKuRnaJbhr2ayWHqnqlLCSNpod3AnsjR3JGK6njHkhzHqnpG17gFe6sglp3Ms6D71g6sJ8w+tj7qctadXxM7M9fsVNLkqIhe7fEBDvdZY5du75H8uOi6qB0NRJZ3zG4snnNVzcV3igijGe7rlxOpsp2v0shHC4AERu7AWVQGmhifIC+NjfQJ6LoPLlbIyCJoygjQdFGXSsMZvY2tzGlygm4GyWNVlAUEDa2lLJQSBuL7q9/plMde0hwimkpvh5GkQ5s2R2oB6jp7Jy5T7LLjxs7gr+HRx0kdO2oLYhceGwWB9VVyv2zx48Z9JY8OiikMlMDAwaZG/KfYpHrQ+Btml19tLlKFVPjQfW5YW/jeBZOeyznWkjKB1BKx5Ni9uU+o5ptcZL1C4jO2Kn8R/y6lKTdbbmHHlkqREH45TSO/HAXe9lv9x49vex+LRxGmgcSCBA0e6Mp1Dx+2LEhecQl2sLApfRNFTeFhvBsUjXASTsJJ7p49Y7FrLwMYfO7fks8q048diLF4s1hvysFn7bdQsdC99y4tY0C+pVzFFyhrvg4TreR3ZOSRFtDSOMrvuoQ0d0XRdnMFVazSxvsjzo8SkVZH/1AHon50eCJ7qu3mqXG3K6Nl4mNfWX8sv6ogtsStrcQibuSOaVObOGKSCwljuB2RtW0zK+hluJGFh5WQNwohp5gfDmb6I0J24Ye5urTmHYpHIaaSVptlcktl1o5SFAcUBxBQCIBUG5AcCgHgoCRnzApz2HonDOGRz0rHuc0E9V6eHFPFH29Awnh+nlYC4i6dwkPVaSLhunDBZw+iztPVRzYBGy+VyQCfwht9H2QWhlNSSU9rSXSs+zksaChw2rns548NnV259ljlySej2rsd434Y4SY5s1UKqsb/swkOcD0J2HvqufLluX9Q8q4j+1jiLiLPT4YP4fSHT7o+cju/f6LGz/AO92vHDK+ow7qWONxlrpzJI43Lb3ue6Vz+sem2PFjP7GPxHKMkEYY3qEphv2u8mvQQ+LUP3LiVpMdemVytFMwx9s0zgxvdV47TuJBPhlFa7fFcqkkRahkxuR92wRZBy0S8iCSvqZfNLLYJeVV4ow2Hclz3BTs5EjZPITHCABuSjyVMKOwirdR4rBM6xjcCxw7OFlO2mOFllahzWiLw2tGb9rKJNO63co6tAFQwHfKCVfJ7c/CbHCxzCANDzWW2+tlEEgdZrgW9xsqlRcf0flyMOY+p5p3IvGgonZ6wOOxO1llldt5NRcwwCYSA8gq42ed0rYmmnqnRagON1Sb3NjyS1l3NLgr2OzDJ57tjsR3StTpM0vk1de9ktjQ6QmGjbzc7mr9Rn7qmOtSx5F8l3kDsFMp3tAyvrMR+8qGiOKMWv2T3WuGsarcZqviGVFMwkeCwOdb9leEcvyeTf8ICOLgV1K8+XLT5Pey0t7chMRxD/SDUnMwW7I30amw2qhFJiMctsz2XZ6pQLjESZOFsLhadQy5Kr/ALYX2bgkGGCYHEqgNYNbDms7jN9tPK61E+JVNOah7MMblpxs9wsnbPoSX7U0ro2m8kjpDfZRarxRBwc9wBEduVkvJUxRZg5rnNcTlNrbJW1WpD3SZiwCO7TvqjdVZs5rnRvcYwMvLMEoclJbNHYsbmvclLseJ+WN2Vj4wP6gnui4QjGRMzB/iWG1inKnwmkTo3hzXB92O2Dhsn5JuFRzU7gzM6NpH9JTmUZ5YWImwsOrXuYeV09l40RE6ugN2Ozt7FA7g1uP1DGhslOS4c7IPyZVUycSgEQHXQHIBAgFCDKgHBAPabIC+wrG6iis1rvKOS3w+Rlj0ckrdYJx2ykAE8bj3C2ny8ddqnHb6a6n+0jDi0AtlHtdTfkca5wZVJJx5S1BDYWyOJ0Ay7qb8jH6V+Cz20OD0OJYk1s00BpYHDNeXRxHp/lL8+56ZZeOPqkxnjjhbhFjmCUV9c0fyoXB1j3dsFhly3L0juvLuIPtO4l4kzwUz/gaN2nhwXFx3duVldf9120x47WQEEER8SpkMr97d1NzyvUbzjxx9mT4g/LkhaI29glMP2eXJr+oNrZJ3mwLj1Wsx/TC579im0cMDQ6plA/puqmOvabkilxaOEZKSO39RG6rcTuhHyVNU+8spa09SptE7IGU8R1vI5RtfikzSOJa0CMAJWrmFpnw75ACb780rk0nHRIibm0GXTkp21mESNiaLjkUttJjDsrQNklaGU+JVTHMjBDsxDbuFzZOUXqNXir2MxExj8IAP0WmfthxVNTxl8Wa9wstN/LSdoblcXmwCqYl5KisxHM98dOwEM0c87eyVh43yOw+Ml4kcNtVnY12v8PAInJHyjMr44w5VLW1jPi8xYchIAeAn7ElgxobJHdpLmnW90tVZzYyHAjT0RqjcFQC79bac1UjPKnVr84ygWA0CqsormERue8m1tEpB9p6p8dLh0ks1hGzzONtwnJvo7nMe68zdjUr6mpmcNag3d6cgtY4bd22g5DJNMHtPyjS6ZCqmva+BkbGEOygElBhGQNy6XLjuQjeiGNMnw7Ip6i0UfytS2cjviYY2gwxkn8xUWxpIa6ollktI8hhGwSXMUdiQAXbdElSJAA52Y3J2ulVzEoAHJLavGHAfRFVJCgaJKPa0oV4nBumqNl4nCPZLatQhYntFxc2LW7dDaxRanwII3RtOU6HkQnKm8dQCAMcS0uDTqbFOWs/xpQ6Ros2a47sT2jwZpauYh1QHIBEB3NAcg3aoBwKAcNUA8IAiHXTmg8V7hGE1mJzNipIJJHuNvKNEpLl1G3nI9UwX7JZ204qsarIqWEC5AI09SdAn4691N+Rr+o+o4n4K4MaWYVT/H1rfxjUX/5n+yJZP6s7lll7YbiL7ROIuJc8PjfC0Z/2YfKLdzuVFv3VY8dZZjIo3B8r/EdvZTcsq6MePGd0+WsLm5WeRvQKZiq5zXQMB8ps0E91pIxuSTwooBmqXi3QK5j+2dyQSYqT93SMy909yI9hJI3us+eQ68r6qbT0c1zWN+6j9yp2uY79JRBI993+Yfsp8ttZxCGQNbHkNlNrfHjmjwGNGguk0mLr3S2rRQNUtnIdqEjKCg6RrgyRrjezXAlOFZ01eOSB2OVD2HM0vD225ggLe+3Jh1BFJUlrPUKGnkSeWSbyNJAO5TvRezJafwYQY2tcDuClra/6wVR1ULKcteyz7pzErnaMFbFH/LBNxY67p6Tct+wtTNTT0klO2Czz8p7pa0fla6lb8MSwG8bjcDokrfSy8Zngkm1wn0naKKosCNrpDJz3hzLWN0VOj8JYJK3J4rYx4bvM5t+Vtuq34JvNz/JuuPcVmLsbSUzaRtLVeGCSZqt7W5vRo5L0OPCY/TzM+TLL3WCxXC2wvNRGbQuPmG+U/wCFy/I4bjd4+m/DnMuqrg2IG13OPRcu28h4cGfJCSepTVojjK4fzAzsEtnOOkDRfmfVC5ie0kNyja90laOBJ3U2qkOA07o2rRwDgLpLkcdkjPadEHIddASNISq5TwLpA5oSVDrJCuAA0T2UhbE7IFhDHfcWT2m4lyd0/KDxZFdLySIDvVAcgON7oBEByDOsgihBnt3CAsKKaCF+eSEyW5E6JyyBrKH7QcTw2EQ4ZT01KPztjzO+pVZcl9eimO6Dr+J8axh2bEMRnm7OcbD0GyztaTAAZ4wbm7j1KjutZJET6h7za9h0Cfj+xciszOPlB9USF5JM0MIzTO9k/FNzDzYk5/kpmZR6KvTO7oV0RcS6d5v0CVpzE6NznG0TMo6kKblFY4WiY6Mudmdc+qi5OjHi0nbCxnLZLbSYOLraBC5Cg3UrkLySUcAlTLZGzcgOtdA0ucI4bmxGM1VVK2jw5vz1MosP+nqt+Lhy5O/U/bm5/k48XXurbGBSvqYZaOV0tOYGtY9wsTl8pP6K+TGYXTn4c7ljuooCbAjULP8A5bfQlj2C5vYnsiwvLSW2duX6KWsu4Zkyt2uL6gqoi40ujo/KGqk9mBz2NN22HVKqlECRr2A7WUnsjpQG2BQRGvsBZIJmvvGXdOaCLhroJqyopnOPjMh8QNH5b2K7fi4zbi+Xl1Iz8uJYVM91NiDapszXFrZ3Oz5Bfn2XTOWY9VxXjuU3ETqdrHZRJHPC4aOGoc1b9ZT/ABnLcbv9M/iVG6iqso1Y4XYeoXlc/HeLLT1uDOcmOwRueqwtb+PZpajZXF1insTE8BLavE8MultXieI7alC/E7KeakrCWTI4NQrE7KUHYe0EbhKnEoClWjw1LYKW2RsEAuUA4NN0DaQN02Qcjsh6JbPxYnqu14rkE5AcUB1ygOQCIMt0A4ICRt73QE7LX1QcENJFtlNi4mbcnVJSRsbnHUgBPRbK58MO7sx7KpP2m5InVksnlhbYdUbLtF4H4ppNegU7VMUrWyPbaBmUdSkuY2p4aFzTmkcCepSu60x49CAIohYWKlrJojpS7XYJWtJDSbqVG80A5o9ElQ8ApHDgLIU43SIuu50TgehcF8A/xGOPFMXbkpCc0NOdHTd+wXRw8Pld5enB8r5Xj/DBc4/wvjeNuNOJKalw5hAYx/lLB6c16PWtR5Xdu6z2L0ODYJQU2FxYo2qxNry9zW/KBbUfsufnks/108GWsv8AFfQvaCWOO+y4675RM0DJRlIt0IRs/Halqn4hSy/zc8R2OxVTtUxs9HMxOVgInjcW/wBQv+oT1FdpYsZa1o8rMva5RpNlFDGoi2z4X9ra3RpJIpZppC9jCxltnHVT0m7EtjdYucfZTVQ65BaN0zNlqWxMcS6zRqUROV6CcNUVW/i2mxkTZ6WoaYZGA2ytIsPa66+GasscHNdguP6KOGqjMVmRsGwG5vqT1K358ftjx3tQ4NWuhPglwySG9z+EpcHJ43VPmw3/ACi+q6RtXSmB72mU/JbkV083HOTHTLg5bx57+lGzBq0xVMskRiZTMD5HSaDXQWXkfhylu/p7H5cbqz7AWIWTXpwaSdCgaSMYSUlSCGxhLa5D/D2QrRDGjZaIY7eiNlYQA3QSRrdeRSVD8oRsHBoS+gW19kg7UIDkpSPbumqJQNd0lOskGGXe8NxCA4hAIgOKAQIDkGVAOBQEjUBM31Qe0zZGt31QJUoqLCwbqkrbi6aQb2CNjVpWwszebzFTtUwExwyuFmMyhTtpMalFEGOu83NuaO2kxntKJGRxgNaLjmjbSYopJi7clTarRgPZLZyO3Qo4d0G5tzskSUDQKbVyHhqRnBvZBnht+SA2fAPCP8cxH4ysYf4fTu1B/wBx/wCX06rfh4/O7vpxfK5/xzxnuvY5XPpInPMl2BtmxkCzfRehJ9PK/wBeU8ecXmmhkpoaoPqX6EDXL/hPPKYzr2McfL28dlqZTU+MXkyZs2Y9Vy3u9t/+GpwXFXV0bi5pE0dsxA0N9lnlHRx576aCKfxQLHzBZWOiU+Rudl3DM07iyJVS2IGQNYMrXOa3oRey0lV5/tzaZp/GNeYansrRNLSU8JDg1z3/AJn6qLUJ52t8PyjzdVIQOkIYG8wkDHPyNzE6pzsqocSrDLeNh8vPurnTLK7S8HYnNBjjacOJibd3oujiunLnEv2j1j5sQbAAwMY42sdXab9gt+fLqMOOdsjTgtbm5dVhG7QYfX55BDMd/lfffsV1cXN3qufk4vuNjT8QVdPgktHFRUlZMC10XxbMwAHK2zj2KrnwuWN8U8WcmUmXp53XVM9dX1FVVW+IlkLpLMDRm52A2Xj3e9V7eMknSC2qRnscWHshWN0Kje1wAuLqdVcyiUtsjat7MLUGUtPTRBGFp6ISc1pulsH5UbMjRrqkDwgaPsgyBIe4ewWKd6OdHAaKafstkDthl3vDcgO5oBCgEQHIDkBwQZw3QDx6oCRtrboCdrRfa6VVILiglkAyR272U6q5iNjwuVwvIbBGq0mIhlNTwdHFJpMXPqbAhgAS8lzEPJISN1O1aQlxLCkclJzQvRQkZQDdASBhI2S9Ge1huls5ElkjPa0oNIGFA0s8EwWfHMVgoYNHSHzO5MaN3eyrHG5XUZcuc48fKvdaKjw6GghoaF0zYabyhjSWBzuZPVenjjJNR4eWV5MvKsr9oWPxYXhpa2X752jI76HutN+M2JN3TwKondUTPle4lzzck81y27bSaCyDS6Ww03BuGV1Qa+oZGfgxA4SPOgzDVtupupv2vjl3tZUtSWyNJ0uLH/KysdWN0vYiCBzB2UNp2l8HM7rfkqg0RsNjp/6QixJkt09kgR3l1QNBJ3sYNd+iNJUtdVlxLWk+3IKpNJyqlnmy6XVM6t+C6J0tZVVhFmMbkv3O604vbLKKLiCudWYlKHNF2Py5uZtstc8vJljjoHCwu3IAAUKExy9DoDyT2GgwnFA5zYpnedvyvva/ZdfFy/Vc3Lx/cWeI4bRYr98A+CoAu4jXP7dUc3xcOXv7Vw/Kz4pr6UceAyVLnto6iOVzRctcCwgd+S5b8LKerK6587H7gSswPFKQeekkf3Z5gs78blnuK/6rHL1VUTURyAyNfHbkWkLO4WexOTd3tZ01T41wSNumyxyxdnHyb6E2BKhvvZSDsjRGeGQUUaSNZdByHZLFIyFqA62mqAUdCgacGkeiDPbtspoOAKns4eG6bI3QwVl6LwyoDtEESyAQhAJayDcgOQR2iDPYNUAZCxm7ilVSLGDwGWJbcpNJBjasMbZjQEvLTSYmuqnu5lTcq1mMRGQnqo2uE0J0RteiSHypDRhFmD1TM3mgJGhKqh7W3KKIma0bKVHtAQEjGXN7pGlbFqls9J2x30sT2CNl6ew8JcLSYHg3xEr3wV1SA6SRrQTGzk0E7Fehwcfjju+3jfL57y5anpc4rijcLoH1c5kkfk8otc+pXTJ+nM+deLMflx3FXyue4xtPlDtLLHky3dNMMddqAnTf9FC3UtM6vxCnpGGxmeGA9L81F6OTd09mxmCHh/hqlw+iaGtyZXEDV2m5Txm413rpiGMbJGLHUAarH/G/0Npa0x2jlO2xRo91aR1zXWsRfqjQ8k7KlrRfTVGhtFLVsH4gBzSp+QKfEmbNPukPasqKxzrgHU7lVImqqomyg66lNNVczy5wcU4zr0PA4f4ZwdG9wtLPeU9ddv0C345qbZZ15rWOLq2d193kpVMRtc92jQSedgl2BtNFUkZxTTOYNy2MkKpMr6heU/YiNrJT5JMju+lkzaHCcSynw6+aOMN+WQnb1XVxctnWTnz4p7jZ0VHBJhsjKV9MXyP8Rz2PvnHK66JZ7jD/AApoS1oD6mAD/lqU/IIJ6KiyfeyCYdMgIP1SyxmXuHMrPVVgwOgq6jw6bD3CUalwdYD1sufP4/FfeP8A5bYfI5MfTYYZ9nuFSwNFVE50rhezXkWWGXxuGfX/AJbT5nNftLU/ZNhz2F8VVPAehIcP1WV+LxW9dNZ8zknuRjcU4JmoZ/CpMQpqx35GGzv/AGpy+Fya3jdtsPn4W6ymmclhfC90Ukbo3t0c1w1C4ssbLqx6GOUym56R5dOqlRMqCdlvoEpTKGaeiNiFyoFKGpbB9tN0jdY9UEwS9F4bkByAQoBEAiDIgFBQRUGkaUARG7QKb7XiJY5Ta1xEA7KLW2KRumqTQ8dUKkKL3U1RJOQ7pwOePKAg+jA3VMJWt1U2hI1tjZComDdEjPDeyAnYwC3NSqJ2tvskG04AwRldivx9TG51NTG7bC4dJy9guj43H55bvqOL5vN4Y+E916iYYjIc0skjGuzed1y4916LydR599pHEkNJSuo8xE8vy62t3Tt8YMZuvCpHl0hJ3JuubbdJT00tU8tjbe256I0F9gWGx0mL0k8hLpBIN0XDo8L/ACeiccscMEgqWC4Y4AnsVONa5PO6WZwFgSbHcLKztthdwV4wfe+6Sk0LmPsxw16jRA0M+FzNu2V46apWjxRuoSRrI4pbPxMfSiNvzI2PEBKbEkA27pwqqKl93m2wTZ5EoaR1fiVNSMBJmeG6dL6/oqk7RXpvFTWUOHNhZoxrQxoHKwsujH9M8p1t5QaKonqsjInOLje4RcLbqMvKSNHR4YyjiGcNe4a2t5QfTmu7h+NMZ/JycvPbf4iBV1jPMZ52gGwsSAAumRjdezJ69jzeqEEp6vjF/qAoymH2qeX1Q0VbRPqGsjpIQ4mwcWaBZScO+ov/ANxun4Bj1Fh7ayLEKVsQZmaAMui1mcvTO4X3tQRYzW1VTHE61TKXWFhb/wACjPKeo0wx/bTV2EtdSkawyWF3xuuAUt7NZcN4U+liBfUOl8xf8tsxKm9Q9PRMNoxSUxqZyG3Fy5xtoufK7uo0k1N1kOIOIZcRnfT0khZTNNrtOr/+y6+HhmM3WGedtYrFJ3QvpvDFnMJJAK3s16Zy7GCkh4hw9r6gASt8rZ26H/uFzc3xsOad+3Vw/Jz4buemYxXBqrCJQ2doLH/JI3UOXi8/x8uG9+nucHycOade1eB2XNW5beyVplCQLluEbNxbYlANvrZBHWH/AIUBgQvReGWyA4hAIgGc0ByDIRdBO5oBwQZ7UARHqFNXiJYDZRW2IloUVtimsksoTVDmqarZDq4JgpFzqEbDgzVGzSsb2UmeBqgxDGkiyDSNZqkYqmp5Z5BHDG+SQ7NY0klIrZJutdhX2eY9Xta+WBlHGdc07rO9gFpjw55fTmz+Xhj67ei08VLw/hMWGRWAjHmy/M49T7r0uPjmE1HlcnJc8vKjIRK+FrjEWZh5W/iKu9Ied8SfZ1UYu6vxnFqttFlsII3PBaW9XO5eimyZZCZXGbecVXB76SMvtDUxg6ugqA8jvYa29k5xQXkoWjgZG9zIWmMEWcRzRljjjDx3au6GiZrKAfLqCTzWPJl9Ojjx729DbBHj/DMtI8j7yMsHY8isW2U28hhpZaGeaklaRJC4scCs7e2vHEwaS5LbSwmd0coOqaKtIa4ANDjolYexwe1zcwO6Sg0jgb80FtU1koA10vyVROSqksbps61P2cUBqeJXT5C5sERIPQnQfoqx9prQfaFI2KCOP8TzoO3Vb8fdZ8vU0ydBH4FCZiCXOGw6L0eHHrbzea96hMPnmrp7uGWJp5jVyvHK51nljMVhjNQ1lK2Jtrnf0WmV1NIx9szMA7UjRc2ToxNph/qGgdVOPtWXp6nxRjTI+DaaJrhnewNt7K5Nb2zt2xPDMxjxRkh9jbZTO2lvTZVGPOhmETad0o2ygXJTqXoXC9FLVU0dbWUjqSO12RyEZnd+wXPyZ/WLTGfdAcX40+pqH4fCctPFbxbH5nfl9Auj4/Fr+VZcue+ow9TUx4c108kgudA0dewXZdac83tTYeyo4krJWxyCKBpHiPJu5w6N7LnuVzup6beMxjbtjpcMpWRCzWsFmsbqVpJrqIt+6EqIX4y18U0ZbA5pDGn8J5FRy4Y54XCteLly48plGAmjdTzyRP8AnjcWO9tF81nhccrj+n0uOcyxmSMkKNL266R7Lc8kgXfmnoGWAKAUH0QTAheg8Q4FAIgEKAbdAcUAl0AvsgOCDSNKAnjNgovteIuM7XU1tiJYorbFKElnBFq4cOaQI0ZpAOxKYS5ElSHBuqSj2t10QIlDABqgevTSYDwdi+ODxIafwqYfNPMC1vt19lePHln6jHl+Thx+6mrBgXDlR4U9HVYpKDYOz+FCT6DUrsx+FJN5ODL52eV/j03vBmLVlZhr6uDAqPCsPYCTUg5RYbnXUrXHDDHqOTPkzyv8mhouJcErKczNxyjfl+ZzTYD6qrjlPUTLFTV4Tj2JVDqzCcYwunon6smigc97h3J/sl5U/aomwXjLDTNUYbxFT4nWM8srHtyuZzytabgE6HWx5J43/wCxX/FkyfFMW4GkdjMbY60sfnYWWtY2vZXjJMuiu7O2I4R4RZiuL56khsEJzOsbZ+2irOeIl8lhxjgMFBirZGUzGxT2DSwWs5RnN4+S8MtZaV/wTYo2saNANe65MvfbsxnS04dqTTVDqV58p1CVWg4r4W+Ne7EqBoM+W0rObwOY7rPKNMMpHnMknhuINwRpb+yzbI/FMzsrhryTlRZsRFe2V23VPcLsVFLJGADqEUdpHT5YzfTmjQihrqvxXnLayE5XfoThfD+J4wwyUsBdEHZTI7QJ7TJXrnDGAR4Fh5ij80r7Olk5uP8AhVIV1t5xxViTsUx6d1/u43eEwdAF18eOsXLnlvIY2NsGEZnEAltgCvSwmsHm595KyKoZTMDYRcjn0Rj/ABOzfsHUyl93OcS47kqcqrGK6WTXssLk1kSUpynOVGNPIdXYlLVxxwkktYNLq8svpOOP7XnB9C+prGhjHueTYWROuzy96euw0eH8NupnVcYqMRqHDwoeg/MeyzuVz6no9SexHFHGMWFximpwJa6RvlYDo0dXf4RxcW6M89TUYOqrZGNHjPzSuu6R3LMdSvRxx1HJld1hq+Sepn8We4DjZnp1sseS7rTCfbXcJ4UWUTJywsLjp1RhNRWd21MpgponSvDbdVU7R6DcPVjq3xRJqMxy33ARkJFXxnw7drsTpWedovMxvMdV53y/j+c88fcel8L5Pjfx5+mEuF5GnsFBFtd1Oj2XMAEaG3ZhyRob2jc4hMG+IUDbDhdzxSoDkA1AIgEQHckG73QChAPGiAnj2U1UouPkotb4imDVRW+Kdo0SXoo1GyDh2zSkbmfMdrhqdE7TtFxdSuH5eyDEUlK+pqGxRNu53XYDmT2CqS5XU9pzymOPlXq3B3CPDsdEzFXVceMTt1axukTHdLHUldXH8e43eTzOb5mWfWPTH8Scc8STYlPGytdSwNJYyGBoaGjaxXfjhJHD7vaLCK+Oup34jxLJnw6B4Ba1g8SqeNmA9OZKrLdmom9U/jH7S58fo48Nw+nNFQMZlMTDq7oNNgByUYYTDs7bkw1FiMdFVtbJcw3GdoNidevJO5TfZ+N+nquAce11VimH4dTU9PT0D3tjZEw+WOMXLjc6knmSleOSFu/Z+J8RUUdY2qhdUVLJZHugayTwY5gDY5iLHOLW7iydnQn+BeJPtLjxGgbh+HU4yPZaonlZlLh+VovcDuVGM1dq1RXBmO0Ie2nkd4UzjoC64dfpYLXKyxOtVsuKaWnkwovrHNjLbZHHk70WeHe59U8uu2UpabxYr2vcXuuHOWZar0sO8ZQ09OYKgSM3CJTyjQ4bUeLECdVVSp+IOCaLGXGpgf8ADVP4nt+V3qFncNrnJ4+1NT/ZhISwvxNlr+YMjP6XROGn/wBRPptMJ4awjDad0TKUPe9pa+WUZnEf29lrOKT2wy5Lbt47xHC/A8ZqsPcReN12H8zTqCFjlNXTaZ7ijfUySaF5t0Ck97avhPgx+JvbW4jG9lKDdsezpD37Jn6eozNpsMw5rnRthgZZoa1u3SwVzHfpNz0yHEmNPqYnOidLDTRN8rc1i8nYlb4YRz55b7jz5vmlF9yde63YVbYvNdtPTN2YwOd68l229SOL72rb2CD0DqJOQWWdaYwHcuPZc9rWCWtNhZCtDKOlM8zWDcmycKvdOGMMoODeFzitcAZXNzNBGpPIBLK3K+OP/wCU+puvPKvH67EcYlxF7yaiR3l/pHID0W+GOuoi/uj8MpJZpvHmJfK83c5xvdbyajK0Hi7ZjilRTs0Ejw23Ij+y1+mf2Hp8PdW4g3wWCVp8oA2awHc++qysaT03cZgw3DrPcAGiw13Rrd6HqM7W1k1a1lNG2zAb5j+yrWk7XnDlMykaWuPm3CjKdKlaUMbM0tIBFtisvSnlvGPDZwasFRTt/wBHOTl/od+U/wBl5Xy+Hxvlj6e18Pn/ACTwvtmOa4nYaTqgGF+U80DZviFA2W4RomL2Xa8gqAS6AQoBpQHckAiAVAddBnAoAiIqaqDY9gorbEXHuorfGiWtKmtYe1t9LJHCSi0fuiFTG6Peb8gqoxFxjyDW6mtIlsCgNDRSUmDcK1dfKHPrsQz0lK0DRjNM7if0XZ8Xjv8Ad5vzeS2zjip4b4iqsCrSI33jfo5p5rul+q4LP01XEtNh+O4T/EqJrWVYF5Gj8SvV10n7eXTVkzSIZJH+FGTaO+l+dlj5Xa7JYGdPLJfXI3o1G6NGDKBawQYzD66SneIrktOgIO3UeieGXeqnPHcaelq6epoBhlWcsLpPEhnAuYX2sdObTpce63usumUvjVTU0s1HMY5QA7q03a4dQeYWeri38t+huGY9iOESF+H1b6ckWLmgf3CLYVgifiPFcQkzVtfPUf8A7HXRjf0LGv4Wx6CeIUU0lpgRkGn0WfNhMsfKe404eS45eN9VpKmnzO22vcrhd2zaJpi8pNmjU/4WmKMqsIpHlxz7ch0CuRjaMEbzGchF/wBU7sT/AFG+bJvoQOSmeW+z6UWNYdRY7F4NVRslcAQyQDzt9CjKbXjdKnBeAaDDJTUVZE8oPla8aNHcdVjOOtby4xqRW0FPZkk4HYNKucdZ3kip4hxCGshjhpnh3nzG3Za4Y6RctsNxI50FNFEdDIS49wFrJ3tlnWaisTmurntnRVWSauTna37Lrcmgkj7BTbr2qK+V2d1lz5XdbYw6KPRQsQzeyZtxwRhtJ8ScUxQ5aKm1yn/cfyb/AHV6uumeVHcWcUz49VNY0hkDPKyMHQBXjjMekW77A4XQlzg5w1W+OOmeV22OH0mW2iq1EUOKsY/Ea8xvBlBdGLbtPPT0Wn0n7qvwb4ilBbFYRGzg8aH0KjS7V6+1U9r5gb9L6KkpW+CzRrQLdUtHskte2jjLi7w8uo7o0W1twlxH/GJ5aWaINmjbmDmnQi9vqsOTHXcaY3a+xPDafE8PmoqpmaGUfQ9R3CysmU1WuOVwsseJYvhM2D4pLRT/ADMN2uto9vIheNz8V48/F7vDyzlx8oALTbRYtUTgdbhMkXOxQkqRseF2vKKgiaBANKARAIgOugOvZBlQRRug08RubJVUo6HZZ1tjR0QBKhviLjbootaxIG2SNHPuB3VQqi1Ik9QmUGR/LZTWkSgG3UnYd0GueKWmGPD8PsCynphmA5Odqf3Xr4YePHjHhcmfnyZVjqlj4SHXuORSvQ6q8w7F5KeGKRpLo/xNJ0WkyRcA3EFFTyEVtILwyauFvldzCMsZe4Meuqzro7bLNWkZNkA6A2qGHuiexfS4jEhnEbMxD+S6MWNaCIw1tL4czxlvlJAvZw5hX1S7l2z0wMEr2XzBptp+6wy66bY9w+lY2edrZJWsYTq4nKFM7ujvUbeiwHEMWZE7DpcHhjhFohHUAOFuZJFyVpuTpl/rcxPdJAyORzTIwBshYbjONwDzXBnhcctPQw5JcdxHJHcsLL6HZVJMS3bR7GB7bNJzDdHl2LiMhjIcbncJ+SfELPTlzzbmlclTFJ4LKVgaLZjq4q5Not2BqKjNcN0CrRaqlq5rE+qYAiTO/QIDI8RTiqxaRt7siAjHtv8AqrxnTPO9qmngJnDC7yNOd56NCvHHtlll06aTxZHy2sHEldG2GgUzxfdY55ba4xABmcsWsicaCwRs08DLuudgqxibf0tWVU0jWsc4iNos1nILRGljh9K6aXM4E2WuGP7Z5Vs8OospGi1Ze2jo4ACFnlVR5licmXi2vIcQfinD9V0z1Gf7aSmojHTsc5os8m9uXqp32Z9b4dGI5HuDGkHc6IlFulBVYuDpAD6n/CPItVT1de95u95c/kFncmkj0bgPB3UNCaqYETTC502HRZZ3rSo2efkdlmpl+OOHRjOEOqKZl6ymBcwDd7ebf8LHn4vy4+P3HR8bm/FnP1Xj4dffb9149l3qvbll9OcwFBojGbk2QWkdxzQGOK7Hku5IBCgjSUAiDcgOQHIJ2iDKCgJozqEr6ODoiovprisITpoodOI+O2UXWda4pCByUqQT/Owd1UTUGa0bj1cq0Q1vyhTV7XfDGGDFcYZG92WKIGaQ/wBItp9bLX4/HeTkkY/J5fx8dqXiSsppsVk+ZwYd7bleznZt4mDNVTWysNtL7rHKdNJQdE4hk0B0t5wpw/SrB9JVNjY+GUZ4pNx07q8br2nKfpV1kBp5y06t3B7Kcpo4De0EXUmZHZsrCTYA6ogbGGrw6hwR7KYOlxKb+bM/QRt/Kwd+q6Z13tz3doHCJvDqHQH5ZRYX2uFON7Ve50ZicBOIBkTHh7x8ttSVHLO+mnHeu0MmH1VK5omifE8m4a8aO/7qdWdq3KsKCv8AhS50cYFRawkcPMzlp0WkqLGx4Rx97qj4Srfd7x5Hnn2PdTzYXObntfDl4XV9NsXudoBY+my4LL9u6Sez4gY9zqU4VGMlLmXHzD9kFokb887B3uiexlOnVBD3G613pnMQboowDop86vxBTUccmY2S8z8ANVT09DRz1LvliYXImdt0PGTdeZwwy1kjpD+JxJNud7rv48bk8/kz0hqpWscaaLSNps483HmPRa68eoy/t2ClfZu6WWWlSA3HMVz27bSJGABqna0kTfFfZuw3KeM2i1ZRQgAWC1kQMpovEkDdd1pjO0ZVtsIw/KGaLfWmN7aelpsgGim01rTsykLPKnHjeLuMnGGJMG0dU4uPe+y6pUajT1nEkFLEI6YCeTKA4/haf7qdaJmKqtnrZDJPIXO5cgB2CnapFdNWAHJF5nbXUXP9LmP7W3DOE/HYkx0vmsb6hLGX3RlfqPaKSEQU7GAWsFnbunD3EZrJAmo1vZM3lPG/DYwqtbX07LUlU46D/bfuR77heZ8vh1fOPW+FzeU8b7n/AJZOy4ncaSAEBEXNvsEaDFLseO5A2Q2sgGoBOSDdognFBuAQTuaDKEBKw6hAGwuGmqzsa40dDI0W1H1UWN8ch8MzHeUHMR0UXG1pOTGJy4NtfT1S8aucmJr4ZJJGuY0kdQFWONTnyYubhk72ACJ51vstJgxvKtKfCZNDOWxNHXdOccK82T0HhXD6SgwarrY2ZjJZoe7mB/a67/jceu3B8nkuXVZbi+WifUtELY2Oy3Ib+LuV0ZyemGP+MjKLiwN1lWsBvIhqWP5HRx6qPVOppmWJVWaEqGR3ix5XakbFFLWgDhYEKFIrIAimnMZDHHyfh7K8ctdJyx2PAD+duYI3WtkZytVgWJUJfFNWuljng1zMhbIezgCn7he2ndw0MRp3T1WM/ECqaXU8da0Qub3LT/ZT7PemKxLhfFaF0kklNOYWaCpERDD6k8u6jxu+mnlubqsZJNBKA9rmSDW/P2T8texZv09E4W4oFZloq0ltQBaOR2zx0PdZ8vHvuNeHks/jWskfa3Zcnt1ponm+9rhBJGeQ35jRKQ72R7hclzsrRuUZ56GOOzJ4zDIIy8ElocO4Kjj5PJVgaTRpPZUGV4yrfA4fMTT56h4YB2GpWnDN5M+W6wZSrqBh2GQxRu++kbofyjmf/P7L15/HDUePf5ZW1QE2UVoFncscqvBG06d1nWsGU9PJPYgEMG5KeOFpZZ6WEdN4bbALWYaZ72maLKgvsCozPMDa61wjLK7eg0dKIoxcAJ2o9J5KxkBYAL3cAUTC2dl5LNjtAeVllWkrxnGQ1nEeLOH4quR36rrx6jG3dAy1EcQ8x16cyoyy17XjNhnPnqdjkj/UrK7rSagiGlLbBotc2uUeIub03g3CPhYvEe3zEXTzuppE7bQmzQB0WKwReTKbq/ojxPlcA5LQlNxbDIMdwOehkIHiDyH8rh8p+qxzwllxvqtuPO4ZTKe48JqoZKOplp525ZYnFjx0IXj54XDK417uGcyks+0BNwoXtEWm+6YYu663juJ0QCEoBpKAS6AVAcUGTVAcgjgSgytJCAla8oCcOJG6ncXBcUz2+WPTukqWXpYw4iymaPEZnd3QfQpnEcjtGQtACey3+hLcYrHi7pgwb2CexqrrDBBWTwxSzOknmcGsYTzKc76TZqPYhQ0lJh0VM6zYYmWt1tuu/Dc6jhz1fbw7iWqhq+IKuSnaGQh2RgHQKsrunj1NKjdSrcDS+HM9zH+W2yNS9HbZBHzxjUE7Kv8AC8gz2kXBWWUXAcotslSRHUhSZSNExRlPIS1bYZbZ5QW17mlsjDZw5g2V6QLEjp3CQve4nmTr6XR2qa0uaTiLFaPK2OumDALeG51226W2T3+ysl9GYnVnEmeM8NafxBoADD+dvQdQjKSwY3VB0j3GdsLjlmafmbyISnfVGX7em4TVmsoml5+9Z5X9+64efj8Mv+Xfwcnnis4nWFuiyaUQXXaHX3sgBJC5zvmsoym2k6N85cXOeXO2uUpjJOjMe11jqdQnonnnFMz6zGqShGohbmI/qJ/wF1fHx25flZa6/TP4nMJ6+UtILWkMb6N0/wAr0Mr3p52M6V7z+iiq0EecztFhlW2MF0dI6Y5nCzB+qeOFy7oyz0uGANblGgHJbyaZb2a6Q5g29gi0a2np4nTzNY3UuNhoiTZ26ej4Phgw+ja/LeQ2Hoto57atnF5aMx32CrUTf9CyDPI3o1OdQlk2vgpKUzTyCOFm7ieXZZXHd6aTLp4ziFa7EMWrJ4GhrJZnuDndCei02JJ7Nio2tOd7i953JN0vGfY8hjA0bBVqFs10viTtjadLi5S2cnT2XB4TDh8Id82UXWGV7XFg5ykwjz57qoSKU3AI5FOEnpajI6xOinLE5WA+0nBRFiEeLwt+6qhkltyeBv7j9l53zOPqZz6et8Hl3Lx3/mMCW9F570NEsUBhl2PHcgOOyAS/ZAcgEQCoBEByDKEEcEGe1ATs/qNglZD2JZKxrbMHuVKpf067TqULkL4gYLjZB7kOZUSOIAJsgt7ekfZVhD8Tx99fI1zoqJnlvtndoPoLlb8M3lthzdTT0rjLEIcEwKaocR4uUxwNvu86X9t1141y3HdeDuJe4uJuTqSja9EBCeIs0Gq47+dujlOU+zxptDNnzxu3GqWF37FxgiVotsqyglBzN5WWdWEIylIkgAcO6AfEcj+yeNGU6GsIFwea3lY1PTuyOIJ0d+hVlvsU3KXEWJ1tdSvQ2jjd4hDhdhFiD0VYxGWjJIjTVbTcnIQy/UfhKetUb6a/BavwnNeD5H6OH90uXj/Jj17Vw8nhn/jVMIvodF5U69vUqZj75m9AiiInXzKVOaLnVEMpAJsn6S81qTfEcVxeT5GPcI+5HlA+q9P4uGsfKvK+Vyby8YyrtdSdeau/tnJpBMQ0W5lZ536a4wtLTCR2Z+rR+qzk2vLpbMc1rQGgAcguiWMrClwt3RaJEbAXyW5o9i9dtnwthBkropJGDTVazHxm2Vu69Gjow+IX9VHnql47VOJl8U+RugaFvh3NssuqyuK8SwUo8Knd4034i3Ye/NVuQatZeuxarxBw8eUlo2YNGj2U27V4xUYbJnknb+R26y48t2xrlNaWrXaALRnpFNUZTkZq49OSVyVjj+1lw5RfF4tAxwu0HM5L6O3t7HB5Y2t0WNOHPdYoCBzrFMI3C+26cIzOb6ixT0EeJ00WL4PUYfKQPEb92T+F41afrosuTjmcs/bTh5bx5TL9PGXxOjldHI3K9ji1wI2K8LPHxtl+n0WOUyks+zCzVQbz/nyXa8dyA7mgOQHctkAiA5AcgFQHBBnDdBHBBngkoCUOsDZTravRwcTtojWlW7SNj5n9UjxxSDK3l63QvqPXuC8a/wDjHD8cJp7vmZ8TO61vm+Vv0t9V6HDxyY9vP5eTebNcU8UVfEte2WYZIYrtiiadAOZ9Uyxn3VF2RpRLKoVpkg0TsKAR9zVtfsNj3WXrJd7izIu261qA00YI2UWLlASMtfRZ6MjCgJbAi6IBEbszQeYW2FZ5QSAC0LWMh1E5rhZwJc3T/uq62e9rika51wW2HIjkqiaixGAmRl7feMLAepGoKMoIsMAqPFY6Mi2UaJ40VrqCsbMHx3GeI5XfS4Xl/Jw8OR6fx8/PjWDHWkDvYrGt5D7XF0tBwbqjQMnd4MD5Ts1pd9Aqk3ZE3Lx7eU49WBzW0cYysj8z/wCp51P+F69/jjMY8afyyuVUJI35BRa0kQNa6eXTZYb3W3qLOKLK0AbLSYs7UtgBfZVeinaMm5UqXfDuFurKoOLfKNTotsMfuss8vp6Zh1K2lMZaNlWVRI0kFiFhV6YD7TKuopJKWmiuyKZhc57d3EG2W/IDRbcd/hazznbzTPc3PPVVv9jRBJZB6RYW37qSTk95Kz4vVqs76ES1euSPU9VpchMSwxnc7lKQ62vA0Tf4hK53JthdO+kfb0UEh2gWRke8koMwi6Abbzd0yI6wuSEBXVFU1wLQCTysVpIm1huLcP8AhcWbUBoy1MYkuPz7O/XX3XjfP49cnlPVe78Hk8uPV+meI1XC7HnS7Hj7duUGXZBOQbuSA5AcgEQC+6A4IBwsgHIBQUA9uu5SvRwQ2zR1UtJ0UyE9D2THkPwjDn4pilLRtF3TStZ6AnVPGbyk/ZZdS2vfKvhFuI0skbD4ZyhgI6AWC9LzkmnBq3tgsU4AxTDs8j/DEDfxlwGiWtq3+2VljZG8sa/ORzCWj2jvbdUTnWLdAmFfVjTZZZLg6klEsAdflZXjdxNnZ723B9E7BsDNHYrOrgQizlNCVh0SESxOyvy9VWN1Syg2H5SunFhknppBDUtc75SbO9CqS1wjbFCMhBFrg33Ws1E0PiLHfAucxpLoyJMhGoAOtkX0cC4PI6HF2sjs9kgvvyPMKMb2dnXayhrX4Txg8T+WlrQ1mbkHDQH2Onuub5eG7t0/Fz8em3abHX1Xn/T0RMYu3unImnFotzVFsFi5DMHqiT/tlPD+8ic/63/h41ich+NmuNfEcvSzv8q8zGdAH3cRG3fmssr9RrjBdPCImg21KMcdFlRbbLSIJI7KNVNqokoaSWsqGxxsc4k/hBKeONtFr1rAOHZ6Wiblp33IuTbmtMs8cetsvG1diklj+eJw9lHnL9n41JDIWOsTb1RZv0UZP7U6c1HD9HVNBvDUZSezh/kKuP7xGeuq8gMzmHzBFtHiHrKnJAS0/Np6LHkzsx6XhjNpopj8JFFFoMouVpjf4yQXGeW6Jp4gBmO60xxK39LCNosNNFaLW34Wp7UD5Wnz5uSNpaaGukbYP3Cm4QbFtqmv3Iup8T2kEwadUtHtJdknPVKmgnaW36HmqhVS1LbSE6+y1iFdjdN/EeGpXbzUTvFbprkOjh/dcfzeLzw69u34PL4cmvqsGTY8z6LwpNvdecWXY8dyDcgFQHIJxQCIMoQREGUBAOQChAOCAcCAg9ntJdz0Un7EMDRa6TTGSNr9ncdsZmxDwXyikiJjY0XJe7Qf3XT8bDeW6w+RnrHUb6s4yrMPwx87ixkgOVrQb2PT1XbcZ7cm7eo88xTHsSxqTPW1ckg5MJs0eyj2vSvDVQI5lwkEZ0Row1QLtNt1OaoZhsoZK+E89WqcLroZT7WmhC1QgmZcaBTYqK+RmtlnVIxcKdBLmFr31CDvY2nfeO66ML0wziRxuLK9pkaDAKkVDPCkf5oxzO7eS0wuyy6aamp4a6J8TrloBDhtotL10zrL12HS0PiRltpaV4u9rtTEflPss9NOvtrqvCafGsAZFHICS0PhnH5wOf8AdPLGZTRY5eN2JwLEDW4XEZXXni+6mHR40P1Xk8mOstPV48vLGWLuKUkG3qsttdbK+YNGrkbGlNxBUZsBrmtBJMR1Tx/tKWUnjXl2LNzSU9U02bUM1P8AW3Q/2XqZ/VeVh9xFDGxguDcnclTjJFe0oJLx0Oyeysi3wfAcRxucx0NOZLfM4mzW+pTupN0SW+noWFfZXRwtbLjNS6Z+/hRHK0drrDLnn/a1nH+2rhiw7B4mxUFJBC1uwa1YZclt7bY8e1/S1Zlha42HYJJs1dHyVVO0eZwTLQV5pJwbFp9k5lZ9i4/uKXiHAmYvglVQNdlMrRkJ2Dgbj9Vvx82r2yz4ZZ08KxzAK3BqkxVsJb0ePlcujymU3GNxuPtRy07XAgi6jLGUS6oeN5hHhDdpspmXj0vXl2PpnvcLkrbHK1OWOlvTD7u5K1ZVpOH8SFHMWOfZpOyITYRzRVADmOGqOwk8Mt1BSBxlLjqjQSMe7cJaEPqqpvgN6pYw6qg5zpDfWxWiU9IYhU2frG8FjwfykW/ZTlNxWN1dx5pidIcMxOpopHAGF5aL8xyP0svnefjuPJZH0vDnM8JXmG63eU6yA5BuugOBQHIBUByA6/ZAKEAqCLug3BAOGqAnYQ1QudHBxcbD6pje/T0jg+kMHDLnCpFKKp7pHy3sS0eUD916Hx5rDbl59eWgHEWIQ1E0VLSuvTU4yh35ncyryy31E4T9qTMbqNq0eHa7q5S0eDcIJHILHRM4gfY6FTTivcTBUtePwn9FleqrW181wc0EbEXC6PbMj25glYAM7ACs7FwI8W0UmT0UhPBI6P0VY3ScptN8Qz8yvzifE+mxIUdUycagHzDqOYTnJMbseG3qXD0gnkMjCDE9oc23MFdl9dOfV2Mxyh8KalrhE10I+4qQebHbX7XP6pY3fR6/ZvDtG/D2VFA/M5jHuykG4A5ehtqnf2Xtn6bD6zh7icRSymShxAkRzA2u/cB3R3JcXyePf8o7fjckl017I5A3SQj3XDcHd5OMD7m0hv3R4DyBYrCXYVVtfIDeF4t7KscLtOWc1XmM3n4Zged46vKD6t1/YL0d74t15tmuS/8AANjzbXQKJdqegcGfZ5U40GV+JB9PQHVrNny/4CWWcw/5PHHb2Giw+mw+mbS0MDIomaBrQubLK5XdbSSeiVFDUzu0fZqlUugkmDCPzzzBrRy5paX5/pHJXthj8GnFwPxFG9FMf2DLnvddxJS3V6kSx3adCmkbDK61iU02B8UwmkxejdTVcTXscNNNR6J45XG7iLN+3jHFnCNRw9P4jAZaNx8slvl7FdmGcznXtzZ4arCl16t5PMrL/uXJ0tKYA2Gy6MEZLyhjEzLg+UD6rdhfZ1y12+oQFrQ4xJT2u7bknvadNLDjkNRCCCGv53S0YqOtjf8AiCdgTOlsMzN0tAK+rExIJ1CqQtuZKA0gndAI6UNacupOyWjVPEeCvxSvhq423c+BokIbu4XH7ALk5OLHLLddvD8i4YaeEWXmtXFAIgOQTkG5AKgFFkEWyDcgnIMtwgnIM4aICRozackqYiMW1tc8glO7ppNTttsToquKKGna13hQQsYQDpe2unqvR1ZJHFuXK1TFpBFwdFKjbFPR7KL9E5tJ2x1RBTXatVEhdulTCVEebXks8ocoygmzU4afmYcpWuF3EZdUaHK07Q1MRcy7G5j0UZYqxyC/BTvv5A31KzuGVX5Q9mGPv5n29AnOHJNzkTjDIQPO+T9AFc4Kn8geWmpmuDWve5x5A7I/DP2PyEdhzXfypb9nDUJXgv0c5f23/wBnEpMUuHzutJT3fH3Yf8H91txbxx8az5LLdx6DNBHiFFJR1QaYpWFh+n/pXOqznftnSZqD4aWZwEtMRR1pBu03+R/ccvdaTuBbY7g82NYWxtNM2OrjcJYnci4bLHfuVWN1dxWUldJJTsMzPDmAtIz8rhoQuO4aunoY5bm0xqXEaGyWj2Bq3ufDICb3aU0vPKoEcL07W7msdcejRZdEn/tSOa//ACvR/s++zcmOHFsdhsTZ0FK4f/04f2WOWcw6x9tZP29bZExoAcMjGjQDTRYVSZgbIbtblYOfVKgNXYiylaWssXIipNs3UTy1MhdI4lK1rJIjDLpaG0jW2QSRoTJNGNUFRbdQmlDW0MNfSvp54xJG8WIPNOW43cFm3zpxrw5JwzxCYgc1NKc8bux5Lb3/ACZeldA7Ww9lvhWeS+gd4MTWt001XU577SufmNx9EgYXajkgkkc74jdriEbA2PE3A+YlPYFw446N1s5t3KZaGwYtE+5BaHFAFNrm30IKei2kbURvk1I9Ej2taetDYQARZRcVbfNhC8R6JptdAIQgiIDkG4IByCcEAoQHIBEGW6CIgHAoNMwhoU1U6WuAUhr8bo4dw6UEjsNT+y14cd5xOd/ja2GLYo+mmkZducm9hrZd+WUcmOO+1DJO+Z1zb2Cz9tNaNVEX2TG3d0Ea5MInb9kVSMi+nJQEcP3M9r+V2iMeqWXcWDZBoCtoz2mF7XCuIpQ8hURH1GQEkpXoK6Sqlqn5GuIZ1WdzuV6a61O00bWsAYwXfzJ5JzpFtom3lAOvdaaSLw3EZ8LxGGsi1MZ1B5t5hIPa6KaOupIqqAjwpmh7elilf0EeIYdDPHZ8dm1I+GnI6H5HH0d+6eGX/wDRQXC9S+SifTSAiaCQxStPIg2uOyfLPsT9KeuqWTY9iTIWuDY5yw3G7gBc/VcvL1Y6+H+pzQe6xbmSxktOiWxod9nPA5fRiuxiEGNtSZqWF45i4zEft9Vtny+GHhPbDw/l5PUHSiJ4awBzuZ6LmXEIMlfVZW38JnzHqj1D0mr62Olj8Nmr9rDklr7o1tnJS6Z+Z5uUq1nRuQBA26yAUBBJALITtI0apkIYUBK3ZBMD9qXDpxbAXVkTbz0vnFhy5ha8d6uKcpt4rQfezsA23W/HO9MsuovM2i69uYocgEdK1jcztE+oNBf4h5z5fLyWfkcxSNrWPBOotubaBVMpR41I2drhcOujZaKJSNQT7I2NCIa6WM6OJHdGyHQYl4pF3ZXDe6ryGiOxmdriIrlnUpeQ08vI0XhvSRuBQDUBxCCJZBkQC69UB17BBFBKDcgEugOugOGyAe0lASsBdul6PW2g4el+DlqqwfNFAWs/5O0/a614Orck8v8AXRS97nFznEuO5XQz19HAqpdFouZPZaOBun7LRb3HNUKa46boEQO005JUzC6xUz2HSMJiJG6d9JnskFQJmC5s8aEImUsLLHXoZFKS23Ra4XfTO+iyShjSSbAKrlotWquapfPJlafKsMs91rMdCadhJEcYu7meQTx/wr2sooWxM315k81tJJEXuke/XyJXL9HMSRvDgQdHBOZFZp6T9m+I+NS1GGSOJdAfFjBP4Dvb0KeXraW5xGKSowapZT/zXRkxkfmbqP1AU4WTKWqvrpnsMewcRsq2EtixOnEltgJG6OHrstcp/C4366TPYLF3ws4or2NyhxyOcL8y0f4XHzXWq7PjzyxqSMRu3ePZctzrqmEX/D2BR4lU+LKwmniN3E7Eolvupzsk1G0lkaxvhQCwAton/tYofBaxhMr8oPfVBoZK4sj8Knbkb16oCvcC45nEklKqRO0SBh7IVDdUGext0Jp7jY2TSkj2KAkY5BJ2oBJImzRPieMzXCxB5qt6uw8G4m4bPDnENQ0NPw03nhPQHcLt4rLNubl3OlM6oa1aeTKSozWgbI8zmAZ0j5jcklTctqmBjbvcWsGdw58gp8t9RWtNDw7WHB6pz3NY8SjI8OF2kdLK8f8AUZXfps24Tw1jDQZaCKGR346Z3hkfTRXYiZUJU/Zs11zhmLPHRlRGHD6hRunKpargriOiuTQtqWD8VM8O/Q2KPI+lLK2WmlMVRE+GQaFkrS0/qi5aGtmZyevsl5H4scWryXaieywQEJ90B31QREG5AddAdzQRD/5ogyhAIgO57IBUEePdBpmG1iptVFzRPDMKdqfvZ/qGi1/qV0cU1h/yzytuSZguBZbISZbBMbJoUy2c0a87KpPsrT7Kko36BBxA93/llNpxFmuUtntLvER2VfSFTO4xTkg2uufLrtaxoJnuikfJoANCQtuHK3us85AtXVOleY472G9lOee+orHHXdOpoXuIABv+yWMO1dQx+BFZoueZXRJ4xnbLXOc4/MUbOE07+iQ2jeDcOFx3Rslrw/i78DxynrvPka7LLbmw7q8b9Jse9wPa9rZGEFrwHBw2cCps+iZv4NuHzyUrRI5tLKaqI8zHJcOaD/SdfRdEvlN/v/8AaKpsZIZxpd9nOnpGnNa2ctNg73H7Lm5pLjHR8fK7rQ4Hhc2JziOIFsbdXvI0C5ssZO66vKt9HTMoaRtPFZkbdzzKz3tNuwz6kMGWJv8A1FA0FeXPN3G5SMwiyAhe6yBA5dcpKNQbgLlAqfRjblOIqJpzEphM5wawDmUSEVj7EBAGR6tSBW/NZMMl9pGBuxThp9RA3/UUvnFuY5hb8GesrjftnyTc28GuTqbrbd9Vno10zWmw8x5KfMaEUFBVYpXQUcVhJO8MYHGwuepR3T3qN3QfZ4yOYMrMXY0g2dHDHqPclazDXbK8kvQLiLheqwA/EX+Iw9xs2do+Q9H9PXZXNZJqppq+enbaGXS99UbsT1XpnD2PUsvDjKmoma2SMlkwJ1vyKLjcqe5FLX8cvjfJHRgkXOV7lWsYmbrJ12ITYjIX1TzJc/iF7KctVUtgAwxX0zAdA4qPxxXmymTReS7kTmW5IAd7dUBHsUE5AIgyIJyA5BuN0ESyDdZBFQZ7d0BINdEf6bVQYXO+go2sYCBDnNt7uJOvtZdeOF8Y57l3UzqdtIz70jNyarkHlv0Ec4v/AHTkGzgzqqkLyOFh1TIpAQEMpt6pU4Ec43KimRuqAmGyr6KzYCeMGWO40zWWWUlVBFS/K1sMXPRXbZjrFE7paejDBqf+6mYw9j4mFnyWHey1k13E2pvDe7qT3VDp3gyA2sEaH+nCncUFtxo3kghBmSUr2XJj8o1JQXT1v7MsWkruHPhp3ZpaM5Nd8h1b/hVe5KizVbKanFU1pYzO9h0FtwdHN9CFMy8T1sFLwtTVE1BPXy3lpGuY3KbZgdr89rLPk55dzGNuPjs7aamkpqCmEVLEG9gua7y9tUMkr5nXe6/bkgIygzXIGkTzYFIwkjrmySojQZL6ICSMXKaa6pflYADuqI2IWCWga95Mluioj4TeTUpU1lG4aC6RGiQfEZUENaxsjSx7Q5rhYgi4RvQ1t57xDwDgFXUyMkpHUcjtRLSuy375diu3G3LHbnu8ax1X9ltdRsdLhc0WIM3t8kv0O/sUSYT/AAeVZqWmq8LqmiaGWlnY67c7S0ghaasRt6DVVcfFfC7q+nOTFKRoMzWmxdbc/RXx5eN19VGU+1DhXGlZQ3hqw2rpnjK+OQX06f8AtPKT7KbjOY78KKx1Vg8bo6V+rqc6+Ge3ZZZ2zuLxkvVC0eKB92A5SdC3qljySnlhr2JeTuNQVW00gcALko2NIzKb6DRGwzgFwV5DvNcBZADSNBCAGcgjQgylANsgnBBuCCcRugEKA5AOAQZ4CAmYBmGl7pVUej4tikmE0VPS0sUTXSRtBlt5rAAL0cr49Rxe8u2Zu6VxfI4ucdyVOPbS9H8lcScAnpJeiZwtrmyIPsHXOyFgHNRkrEIXXU0z40jqUHylVL0X2CrHWjvzGoWeXoCaOMGMOOpIvcowu4VHwMDjqtIlYRRtOllQGRwsuDZOFraUQsN9EHro9tOy+yAcY2ggWCVShmjD2hu2Z1insNRwCTBxM2KPysmjcx7eoGye94XZ67euvIgj8jQD1XJllbe3RjjICsZZLvJKhp6GNaGiwVRJHJEaUGjcUCB5XFIw5OqSoYShTkyrpHljRbmnEVC95fI0FMhANmlEAbOS5MQTAdbpBLSyOdVG5RZ0EhP+sCCXEWpCQA8Q07H0LZj8zTZb8FvlYy5Z0y8U8lO8ZXLrslc+NWxjpsYo3MrqWKdttntv/wCljd49xrPTN1HCVHw74+MYZJJGPDc11M/zMIPfda8eXne2eXqvJ8Qa1tY8sbla5xcG9E8vZT0Ga8tKkBK6mY0+IwZXdllnjJ20xu0mH1L5Wlrvwm1+qrC2+xlNJ5SQ+3JWgy6Wyf/Z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61" name="Picture 13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8" y="7312353"/>
            <a:ext cx="1831964" cy="1220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12851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sp>
        <p:nvSpPr>
          <p:cNvPr id="4" name="矩形 3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张纪中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1767579"/>
            <a:ext cx="1949202" cy="12942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矩形 5"/>
          <p:cNvSpPr/>
          <p:nvPr/>
        </p:nvSpPr>
        <p:spPr>
          <a:xfrm>
            <a:off x="582915" y="320384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冯巩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3203848"/>
            <a:ext cx="1949202" cy="1097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矩形 7"/>
          <p:cNvSpPr/>
          <p:nvPr/>
        </p:nvSpPr>
        <p:spPr>
          <a:xfrm>
            <a:off x="579695" y="449999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韦七爷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陈道明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538" y="4499992"/>
            <a:ext cx="1949202" cy="1298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8" name="Picture 6" descr="https://ss1.bdstatic.com/70cFuXSh_Q1YnxGkpoWK1HF6hhy/it/u=3183893129,4229766172&amp;fm=26&amp;gp=0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538" y="6012160"/>
            <a:ext cx="1955488" cy="1224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矩形 10"/>
          <p:cNvSpPr/>
          <p:nvPr/>
        </p:nvSpPr>
        <p:spPr>
          <a:xfrm>
            <a:off x="579695" y="6012160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古力娜扎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9" name="Picture 7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7524328"/>
            <a:ext cx="1937015" cy="10801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矩形 12"/>
          <p:cNvSpPr/>
          <p:nvPr/>
        </p:nvSpPr>
        <p:spPr>
          <a:xfrm>
            <a:off x="627534" y="752432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刘涛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532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sp>
        <p:nvSpPr>
          <p:cNvPr id="5" name="矩形 4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55526" y="3275856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古小斌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范伟饰演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100" name="Picture 4" descr="https://ss3.bdstatic.com/70cFv8Sh_Q1YnxGkpoWK1HF6hhy/it/u=3023139375,3814847074&amp;fm=26&amp;gp=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3245777"/>
            <a:ext cx="1944216" cy="14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/>
          <p:cNvSpPr/>
          <p:nvPr/>
        </p:nvSpPr>
        <p:spPr>
          <a:xfrm>
            <a:off x="531386" y="486003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陈宝国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652" y="4860032"/>
            <a:ext cx="1947466" cy="1045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矩形 9"/>
          <p:cNvSpPr/>
          <p:nvPr/>
        </p:nvSpPr>
        <p:spPr>
          <a:xfrm>
            <a:off x="531386" y="6084167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姜文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531386" y="752432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沈腾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AutoShape 8" descr="data:image/jpeg;base64,/9j/4AAQSkZJRgABAQEASABIAAD/2wBDAAgGBgcGBQgHBwcJCQgKDBQNDAsLDBkSEw8UHRofHh0aHBwgJC4nICIsIxwcKDcpLDAxNDQ0Hyc5PTgyPC4zNDL/2wBDAQkJCQwLDBgNDRgyIRwhMjIyMjIyMjIyMjIyMjIyMjIyMjIyMjIyMjIyMjIyMjIyMjIyMjIyMjIyMjIyMjIyMjL/wAARCAFmAfMDASIAAhEBAxEB/8QAHAAAAQUBAQEAAAAAAAAAAAAAAwABAgQFBgcI/8QAPxAAAQQBAwIFAgQEBQMDBAMAAQACAxEEEiExBUEGEyJRYXGBFDKRoSNCUrEHFWLB0SQzchbh8CVDU3M0ksL/xAAaAQACAwEBAAAAAAAAAAAAAAABAgADBAUG/8QAJxEAAgICAwABBAIDAQAAAAAAAAECEQMhBBIxQRMiMlEFQhQzYSP/2gAMAwEAAhEDEQA/APKdNJgpKK56Oy0P9EVshaQLKCnOxFIVYU6LL36lVfsdgitOyYjUlSpjt9iDWk9lItI3KsQx3GU0rNIU77oHXRX5TpDlIjdWeijhOogbJ90CCDXPeGtFn2VuPp8rjw2xyNW6rxOcx4e004bouRlOMnmNbosbqyEFIzZ80oeBZcR0FEt3G6eHqLppS0QxuA2Gyot65NA7RKGyR1RBG6FDN098zxkiSFjtw+Nx+x+i1QxpIwzyyk7bOjLJJY262wBp27Ws6eOfDmcGNcANywjhKU5OCxjZHGfGkbqjn23/AOVdgnhnxAwjU9o0lpduQfYp1FIrbbKkXUJcgaSQwjaiN1N8jGXI5zy4CzQ2WdPADlAsLtI533C6DpuC7Ew4p83TI4MLg0d22av7WpSBdFLEyAOoNjDXQPeC3WBVWNr+qMyEEeRk1QNEjupdX6jC7HYIWgSN0jUPjj9qWaJppybefy2flM0iWCycabHldJE+2tIJI/p7q7h5Wm4Jw0njVwowZMcnplAogtd8it1WzQ+KZskJMhABF99q/wBkCFyHpuT5skekOZyJb3cK9lrtllhjLGtHmltEO7Dbf67Khj9RbHlRu/Ljv1Wz+kEbfSjaJnZbJIm50Jv0sEgGxJBo/eiCPopQVYSGKCZzY5HU5uws1udwPlCyOjyOc97BprkFWxFH1HClfEG6yzetrc03Y+oBR4soPwIpHPP5NDj3JCqnCL9LYZJx8ZzEsMkDtEjS0/KA7lbHVpmzQxlx/igAH5Ff8rHKxTik9HXw5HKOyB7pqUu5SpSy6yNJ09JkSMkptCiis7KuToKQRrfopAKQGycBUNliQLSAkG2i6LCQbSNitENCjpRq3US3e0bIDqtkx3UiLTUpZCcY91N1IYJCcuPslGQx2Tg7qJ4Tt3KjVA+Qw4SFFIbjZTa1VsvUdDtHupUpBvukaS2GgZFG0qtSRA290WwJEGMU9CI1tKSSw0BpTak7lO1KxUWGBEpDZ7otqphEAkkklInsVJJJI2PZyIbaRaApsTvA7BdizlgKTkb7pcJ+UwBxSXCVUmdZUIWI30KTykOVcOIT2Sq3HZZ21Q218J6SStWR8KxqKibtTok0FexMIZbXiNw1t7HuE6V+Fc5qK2VGBzAXkXQ7qf8AmGLNGyGeFzn76hq0gA8aXDv8EUnyZnYbA01qsFZua2KSE5ETAxnmU9jBs0kWPoCtOKNI5+efd+lz/L8B+oxv1uI/mdVfpyht6UyRo9dNB49lUxmMjmawTUXbDVxZGy0Mbp+eJJDf5G+YAeHUa+/KuKC/0kOgjmxXGsZ/q0v3APuD2d/dTl6O4zNMU7WPDB8Nf8qviZ787JjjdG1sj3tY9jdgbNWEZ+W9kTwH35YIaSL71SIgCXEzYTetpaL3O/HKnl5MszTocTHWmweaVXPmc6MztppLg5zW+6JjkBmkAkXQ+6AStKC7D1f0tIP/ACi9PeHQb8iv/dEZWl0LgPUSPqFnwudiyuj5YDX2UIkWGglzmMJD2utpC1MNrXtDZgAXfl+PhZeLM0F0h2dH+f5HutCUfwhvuDYIUCU3gv8AQ01plLSEbEjeIpIqJbW491PLx24+Yx4dYljbJ9CbWn4e36kbALmjzGj+oDn9ksnoeEbdFTpxdHI0Amya2KeWcxNbCL0svn3vdaWDgu6j4jfDE4NbJI97XAcM5CJ1/oWX02IzSs8zHHMrBx9fZUymjTjxtbo5iaR73+r2A/RC7I7wx+7ChUFnnGjfjkpKkQr2S3UtKWlJaNCQyZS0pcIphaEit2CGAisFquTIixGCQLRQyyoRilZZys0mOgeg+yl5YtFrZPp7JOwUVyxQLVZLUMplIYrObSHSO7lBcDadCMbhOE1JwmFaHTtG6iiNbfdBhigjRttaK1qgwFHY1USZrx7I1soFFcKQCd0Y7DPQ4KK0lBBForXKSETDiqStDDk+pVgchyUmqN2kmaFsOw0OVMO3QQ7ZLX2VbiEsh1J7FKs16nr2SUGg1hJA1JKUSmc2lZUtKfSupaOfQIg2nohF0piEexKBpqsohFKBCZMWhqCcC04CkAg3+gkCKCu42K0weZILv8oQGtugtbaLAAAuW637BXYo9jNnydFSKrYoWWSBt7o2NkMEsZaAGk1Y2pRZhF+nU4mSSwDSswdOawvim/htLba8j+Yb191qhBLwwTm36zG6/HL+KbTC9o3JaLCsdK6VHnYs7GZEYbI1oeLo/m4+yPltxyKjyGyuGz2PYW3/APAnZJjQMD4nCPURqYHXpKtRVZiZuG0zvbDGWxMtxvkNHH1Jr9lb6V1NzoxDO6xC8OYT27FWcqTzdUlaiQCLHFAgf3P6rMiwSyO2u9bhZae3wj/0gfImjj6uHj8ruCPrY/dKR0mK8xPb6RbTXHPKqvhc4aX7OGwKvZLdTC477X9UAFCb0sO9tKsYkoALXHiqVMODm6O17K6A3Ggc40Xu2RIFe4PnJZRcAa/Qqq+EySlx2cTVfKNgxukmB7uu0fPZ5IaWj1vND7KqUt0WRhasqY8Ot7Xs3e4taB9XUtDLb5UgZvXH6JsDCDs9jAfTGC9xPahf90TIaciZpA3kfbR7MHup2GUdWV5bc5gcbpmkA9l6NheEhhT4+TE4PgmxhqcDflyUDqHxdilyHR+kvzurwsLbabJHxwvYukYgw8FmNeprIwyz3CqyT+EacGOts5bwp0KTG6s+fIj0hrBR7EHb9q/ddrJCxzXNLAWnaqU2xaL2H1U9J+yzT2bYVE8p8Y+BzimXqfSIz5Yt02K0fl/1M+PcLgmP1n5X0fJHdOrcLyjxt4Ud03Nf1XDi/wCilfc8YFeU89//ABP7FGM/t6yElCpKcTjNHGyloRjGWn4T6Nlnctm1MBo2UC2irWk0oPYgpDAAEVgTFqm0Ad0W7AHjCO1AadkZpsLPJDUFtOTaiOE6RogxQjwilDeFENYAjdRIpTcE31VqYjBgBMQplvskRunTFuwdEozG8Jmt3RmigllIsiSbVqwwUFWGysMdsqZF8GNKqjzR5VuRpcLVWRqMA5QYdRRGuQeFIFWuNlESwHWlaE1ym032SUg1bJalMWoUVMcJQ1Q5JTpwwuNKZiICDa8GUZPaGaFIqIsJybHCWh1r0awkoaklKJaMwRqWhFA2TV8LTdHOpgixR0oxCbSEUyUV3NUNG6sEUo6U6kGgOmgptCfQpAV2RT/QrC4rA+dgPGoX9O6L5jjC6R+38Q0D9U8DNDml3vwhZc2ksDvyjmyuhhi1E5fJyXIs4+TNAXvk53DDfF1wmyupOZLvTrN6ewQ8meNzAAS0VVnez2KoeWSw263c2e6vSoyN3sfLeyOUUPS/f6IApz2htgg9kN+7/UbPZPFJ6t+URUi80gggmqCqRzFkz2Wd+6nI6mh7Tz2QpoyNEg7i1CATI50rd9mu3V5z7YQfkKrFEWlziLvcKcltZfcqBKtB0p0g7cKxISImjvajC2zxuiaLfTlG9BL3TtMIMknIGwQ5hJNKJ37NBAaPjurOFDr2DSTuAFfl6HmSRB4gcGH29lQ2rtmmMJONIfpEHmYuRPWztqrYtWp0jpjciWbKrhtMB/8An0Wx0roZj6XExzSAW2R9ey18Lpgg0tAoN3P1VEp2zXHGklY/SelNwnMdpA0xBg23O9k/qV00BpUmjYfCtxWFXZdWi8yj9EQsAHKqNc5qmZi3nhGrJYVukGiq2VBDkRyQzRtfFI0texw2cDyFB+S0uq0HJyAxuolI0MmeS+IfDs3Qs8sbcmI83DL8f0n5CyK24XY+JOtSZOcMMM1REcVa5fIhETiB+iSeJpWTHmUpdSrwFByIdwoPG3CoTtmpAXGlG6TybFDLlbFWEO19qwx+yotfRRmSJJQfobLofYT6gqwf8ogcquoGGsKJoqLSpJUiEHNtDLVYreiouamshX+qcDe1Mso8JtNbI2HqSY20QtUW7KZOyVux0qRGlJhoJuUrpK0yKTTLIqlXkYpNep/mCitFrfYoOZRURfCtyMG6rloBVydlVUM27ViJtoAPqCPG/TsklfwNCm9hiykzG24JOfZ5UY5KkF+6r2PKjZw8MS0a7K5N08Bl0o9NmYB+bsr8+UzyzuOFhm59zdicFE5nIh8slVLKv5sge8791T2taoW1syZmu2iOlJE0/ASVhTZSa20i2kRgUnN2T2Zq0VTsolEePhQpOmBkQN0i1SCRTIAOt0hWobKZUTsLHKtx7kinJai2XMVolyC3+kLLlnjyo9TRXIIUciaSHU5pLS4Vss+KV0DhfBO/0XVhHRxZOyxG5znFjjsCovmdrNE0NqTyeiz/ADA8+4QL1SEjunoQk6QF3ylquj3USy7NfVEiZY09wdlCEqJjaSfzBWI3VFGw9h3+qA4EV8bIx3ItQgmPAkAvak5qR1IR0seTeyTHbH5UISY07kBFhZ5jxf0TMcGj7WrGDVg3/NaDGj6dl4Z6dEPW4W477+y7eLHb5YBaKAqqXJ9AIMjAOKo/bf8A3XYRv9NLFkezpYl9oRsYaKHCfTRJSD9krtVlxNhANnhFdmwwxB1hVJJfKYXO4C53KznZk+llnegBwEUgSlo35/EIZ/22hw9ysDqHjGZpLYmtJv7K9hdLaSDkHUD/ACBQ6p0bprW+jSx/sDae0ivrJqzNg8Qz5D222l0U2vJ6dI5pt7W2Auexemhko2FfC6nAY3Znb5VctlsYtGD0PpeOyU5OU3W590D2CyPG3RseOf8AzDCna6LZs0Y4aezgeD7FbXiduf0trW4WK6V01lhOzG/BK417eu5GNK7PuSBvqeGj0sH0HZBpNbJ26y0jIqgoOGytysZqOjhBLFjdWbIu1ZUe1Ac1XZG0q72kFWQkEr0QpNJCcplb6QK198owcqwNIrTsqpKgFlhRWlAYUYcKljEx7pnJC0x3SkIk2mrdPSk1tItjIdo91LTam1uymGJLHA6UtCPpKar7KWKCDEQCgpaCpCO+VLInQB7L+iC5m6v+VfKiYUFKg2ZxYQUjYVx8PdBMasUrJdAdR7qQTlu6kGGlANlmCd0Y2KOcp7m8qo1ppTDaVTim7YYzaHcS4pgFINJ91JrbKFhu2INNJIwbskh2G0UGpPKG0mkznWrqMy8Bv7lQBtSO+ygE8RWOmKdMU4oyQ4NpJfyO+isxupITKrg6K72CXzAedRIWZM0NJdV12WgXnU0jk8qtkM3d7OFrsQejhydCldHKxjqIFUFSbqZNXcFHsti0kfKiz1uPumECns4fdSYWtNqF20D2TsGq2nlQgRzg63HikUjUARyN1WIdWi0aISEEHsgyEZYyTfYcqAY4b1srDrIDe6O2EGAbcd0tjJGa5znS0OwpFx5HsIuxvaIyMeYbG90rLsb8pA4QsPU7PwnN5rNQNnUu2Y4nuvOfCMvlZAjPBv8AVeiQ/lCx5PyOlhf2h2kpF6QCYstIWlbMcZo9G4b8IONjRx24NDQNyVdIYB/E4WflsmzW/h8WKRsR/O93p2+PdSwUVOo+JcbEcY2zAEj0tZu9/wBB2XLyZ3iLqkwbGw4WNuW7gA/U8ldM3oOLjP1/g9T7su5JPyVchifI/wDg4Nf6nDhNaA02Q6O2cYUf4vecCnnsflb8LdFUnw+mFrNU5sHcj3Vx8TA2mt0gdkpYvArZIsqH8PktDmHueQufzOhZQMmNJlA4srHMY5raO/utZp0uV6CVj2eVLVdkso2MjxLIw5sOeXGyGFk0TtLmn+4+Cq5buvUfGHhv/MMQZWO0fjMcEtI/+4zu0/PsvNC0GqG5WPJ9rNEXZTkagPZuVdczdDfHuhGQ1Ga5pB4QyLKvvjFoZi34V31CUVdNBSaTYRzHtwo6KRcrBQRhCNaC0IzBuqpBSJjcbJwCSnA2RWNCqbDRFrNkVsWyLGwFWGx7KuUxkV2x78KehWWx/CkYwOyr7bI2VPKs7K1DgOkbwpRx/wAQBdF06KPyxY3VOfK4x0NBJnNTYDohZBCC1lfVdX1KFhiNLnHtAeVMGRzjsk11INjBTmIUiNq0XTaubK16UHxA9lXfFsdlqPjVV8aMZBZQMe6QZurRjTtjsq1yAgLY0QRqyyId0QRCuFX2AVBGpMjVoRgGlIMAU7BsCI9klY0pJLJ2Oe8t2m9JCERuuhlxAGHbssOVgZKQrseRTLcuH6aBBhUHs0rViiDmBVMqMNKaOS3RmZSSpKk6uJRGh7pnN9JUgN1KtkydOxWk1RlSkxyBv3CDJNbrra91eyodbgRtp4+VnysIJHddjE7imjg5l1k0xa9QPshB2ggqAcYyQeCmdvurkyon5lu+6stdUl0qcBBJB7Kw52mioQs0HEH5R2kNcSVTbIQBSLZelegpbLEmk04FWMZwLd6I9lVr00mY50e4tJZYHmjDZNTEcEubfKqPnDowRVqWNkAV3HCiIbHRJRFnNadt7tek4z7YHXYK8sxXacyNzTtdL0rp0gOM3e9lmzKmbOO9UajTeyM1u9FAju+FbY29yqjUN5bbBpSqzuieWmLNlKYUSY0E8KyyAAjZV2XauwvsbqJEaCAbAIGQ4Rtu/srHG9rP6i+4zRTARVMpcbYdvhHie6rcN1VxZGNYD5gF+4QOp9ew+mYzpciZjR2JNWgNdG7HlMEbmvdVcLzbxR0tmF1Hz4G1jZBLhQ/I7uP91oR+II8iMSMcHNd+Ug8q51KF2V4ckjkFygeaPgjf+yz5oJoshLZwhbugvad1ardQcxYbo0xKbmjlQ0K05ij5fwm7DNANOygY/hWtCYx7IqYrRWDBfsiNaieWphiDlZBg2xSIxlFO1tIgCRkCRt3CtNYNPygxBXI22FVIFia0eyfT7KdVwiQM8yVrVVdbBYDyHlwLQrsU8mO31Wuk6Z0iNzLItD6v0pscLnBtLHLkxlLrIMZpHMZPUxI0glZTpdT7TZQ8uRw+VXa+108eNJaBKTZejeCVZDgfos+NytNfspKJEEcfZCdRTl1qNg7KRjRCBG6drQlwdlJqLJbCtARA0UhtI4RhXdVsBHSEtKmeFAlREFSSZJElkZ8thZYIXN5codO6ioHMe4cqs9xc4krTiwdCzNneRGnBlUyiUDJn1lVNRAUC8lPHGrszWwgKlfdADlIOvZW9SXQUEc0pWEG+ykDSFBsjls14769lkNf5hs8raBB2PCy8zHOPNraP4bj+i38TL/RnN5uHfdFSYDTYURpLUR4H6oWjYrcc7wcMDTY7qYsgCrTNHZTB9QpQgfBw8nqGXHiYcDp8h5oMbt9yewXcY3+Hr8eIS9U6rDAT/JGAQPiym/w+8vD6Z1XqRbcusQtPcAC6H1JWlF07/N8l0+eXyEcWdh8BYsuWXakdbi8aLh2kUf8A0bC/1Y/UWSgcbDf9E3/pIuZTyBXBCPm9DlxcqL/K3viJ3NHb7ha2PPOAIpy3zQASG8H5VXZ/svlih+jjs3wtJGHGI8LnJoZsSbRK0gXz2XrJAkK5/rfRmZMMga0Ag3x3VscjvZmy8dVaOZxXEGMjf1fsvReluPlM+AvOcWGSHMhgkH5Tz7i16J08aQB8KZXYuCHU3Y5CdlYE2mlntdRFKfmKpGpI0DlNHe1JmU0lZZcEtZ7KWE22yMPflEbIWbgrFZK4clGGU7i1LIahyyRVbrPzZTIx4HNIQl3O/Kk1wLxaBDFmmkiBAa7filz/AFHoU3WMxuRkxSSta0NYzsPsvQC2MbhotBlkoeltlOkJJnO9F8PMx3MbMwNcLMbBwPa1rSu0Qysd3Y4G/ojwtkOU2/so9RaXwyur1Bjv7FV5PGGDPPRvVcJiEhw34ClsuY1bNqZEtvhNoRAQnACRj2D0dlEsR9KiQhZPSuW7pFtKb9kIuTJkCA7KQO6BamxyjQrLkZVpj/SqMblYa5JJALWq1ZwnD8Q2/dUQUg/Q7UDRVbhaoB6h0h0fkAkhQ6y6PyHbiqXI9N66ImBrnpdU682WAhr1yf8ADn9Wyrq7OY6pX4l1e6zmiirE0hmeSSoBmy7+JdY0WJfsIyx3VgHalXDTSuYsJlcGpJS+WMkMA6tgmcCDuulxOhF7AXNKFn9GMLbDVl/y4dqDRzmpLWmna6OQtKCXrXVqwVRaa/cbqwx991nB+6sMelaIXNVhM7hCa9OZEnyBjkWUlEP2STUA4/jsn3tE0FRIIPC6Fi/BEg0o6aKIBupaVExWBLd1INpE0pFtKWSgPBT6iVJzVH6pkwCDqKlIBLAWO3Qn2nDtgitOxZK1TMiZjmOLT2QWuOqrWvkwidtjZw/dYz2GN59wV1MWRTX/AE5GbC8b/wCB9w6ipAC0wp7L9kgbbf6q0znbeBMpr8HqfT3kh+ps7B7iqI/Zdn04ssN4sryDpnU5eldSiy4wToNOZ/U08hetYM0WRDDn4x1Y8gDgfr2WLPGpWdjh5U4dX6an8GF5kk9qtcjGXZXiHLzGEtafS1v+kbLos1jybaba5KDp7I4DOANvzKhGp7A9Jc2fPlgIsMYHD9VpT4THk7Usfpb3QdQfk+X6SC0roXSNewPaQbRK5I47qPRmNzonsaQ1ttJPzwr2JqZQPNBauVD52/sFTbHXZS7EossfYFqZN8ILBSIDv8IWMiV0pNch3Z5Tg0pZAtGrCjqNpF9MJTs9bQUSEg4ojXkG0mRqMo0tJPbdQDJunruhTZ+Pjs1zSAfHusHMm6zl5Loum9OcYWbOyJXaW38DulB0HIlf5mfI+R39LdgrUBKy07xLOyYugiYIwP5+Ubo+dP1Af9RdEuFkUSCrWP0zAhZb8eMBvY91d8zFlmb5IY14Gwb7JZrQ7RykPg7rMmOZWNx9rqEy+sj+w/VYnN2CCNiD2PsunyusTYPV8lhvQ1/p3+AVzUrzJLJITvI4vP3Nrlz63SL4sgFNp39lABS4GyqY6JkhQLrUXP2QS/dKlbLETc4b2glOXWo37qxII5NBSZyhFyk20a0IWmFGa75VQO+URr1W1YrLgeFEvFIGu0talAGke5tkFBMrzzwpvJPBUAN6VqSojHbupjhMG0pJGRIk13ytnowaZm2O6xRVq5hZYgkG/dU5VcWhqPVMBkZhGw4VXrDIxA7YcLDwevNbCLKrdT6618Tha4a40/qWI+3Y5XqjmtyHV7rOEluUs3IEs7nfKrB+69Hjg1BDyLQeitfSpB/G6mJd/hPJAWzRbIn8zdUhKiCUEKrqGi+020FJVm5NNAtJL9NhMgNCi9gDbT+ZQ3Q5JLC1JOyr4A91MFCs2pjlWV+xfkmOU5ULTOdsogsc8Ibk5chlyKQoiVC7StMrKFJWq+TAHjW0bhGtS7J4ycXaFy41ONMytND2UQbNKzkR6H2OCq7m76h25XShLurRxJwcJUxyBa6Xwj4jb0fLdh5bnfgcg1d/9t/v9Fzo3baG4Izj2VMOPI4O0e5xvjbFplNwv3ZINwpxNbRZ5zBEeTfZeW+G/GE/RyMTKBnwXdjuWfT4Xo/T+p9KzoGyRTx+ofkcaWCeNxOxi5EZovl2HDHojktntpSDXOLfLFRt49ynrGYWyGaNrRvpbvap5fiXp+K8s1DZJTLHJFt/pBVehZVUdaxcwgRPFn5RRJY5UqhLTC0AdgmtMHAhMSgQlaVqGrZNqUIHa/sQi39lVDkUSClCFljqNIrmCSgqYeDwrEEnqG6IrNBkelob7IEzXG64RxKCE9atkSIw58SbKcWCTS345Vjp3S/wkoeC5xqrK2IoGNN0rNMjZyjQfk888QwuZ1vIDv5w1w/T/wBljvYLK6zxdCDk4+W38rm+WfqNwuXeB2XLyamzTB6KxG6a9jak4gfVCc7ZL6Ogb3coRcpOO6jptOlRYharCi5TDFIxn2UTCB54Km26UvLIHCfTQUbTFYgph2yhSf6pWhQjXbqVFCaSCjDhC6BQ2lKipVsmKWw0IWm4TF1FDc8Uio2SqCF6GZdKAZaQ3S2rFjCWvxTwPSaQ5Mh7xuVW1pwbTdEgUxHcqJNcKZ90M8p0BxEXFS10EEn5US8nYI9Q7RZEim2TblUw4qYcUriFMuB+ySAHbBJTqgWBJKjVomlOGJroSgOmrTgWjOZsoFiKkRogRSieETSUxCOhGBokqJYrTIi7sk+EhRTS0SikRSj3R3x0oBm6tTTQK2ICxwnDfhFazZLRulseitkwOkhcGjfkLPYxwaWu5W81tC1n52O5h81gJHcLXx86T6s5vMwX9yKgaQCPZDftyigEtJCgRbiCt5zAHdb3R3CSo9VHssM0HaStHpDxHkts7e6ryK0XYpUzqDDPo0lz/wBTuqczDe/IXW9OhE0LSSCtE9JxZBqdE0u+ixOSTOkto4npoMeSJQ2gNiuthl9IPujSdKjERDGBo+AqrI/K29kJOxki8HbJi5VQ9P5vYoBsOX0EMyUgPlAF2hGfZGidi2Jr7pfiKWe6cWoHJ+VOpHI1m5BB5VuLIA5XPjKAI3U/xwAu0KBaOpjyWngo7ckCja5JnVAO6P8A5q3TyikydkdWM9rB2/VV5+pA8EfquOn62A6g7ZVndcLjTd/lNTrYne9I3+u5rZemhhO4kDguafJsoZOY+UAE7Xarvk7Lm5tz0a8SdbJSPQSbUS4lO03SRItHDbNIzIU8TN1dZGKVc5D2V2wqXk/CuNiCkYwqe7J2M2SMhp2VeQhgt1gXS0pW3a1fCcETepzZ0zWvOOxrYg7cNc67cPmh+60YI93Qjkcu4GN2mQOjdWrS9paa96K3un+DusZ2KMmoMaN4uMZL6Lx2NAbfddf1WPE69iGDNiY5wOqOWvUwj2PttuFTm6s9j9OvYLoR4yT2I5s4nLwMrpuXJi5kQinjokarDgeCD3CgAui8QFvUcRmU3ebG2sfzRnn9Dv8Aqub1brHnx9ZUixPQStlBxATF1AoTn2qFHYyGe7dVnvUpHWgPPsroxDRBzvlDD7ScCTykGHkK9JCsk0lGYNkNrd+Edo2pJJjIbshPtHLdkJ42QiGkAKjW6dxUdV7K1CNklJvKiPhEAKDolNkw6hSSakkmg0WHwlqhVLcnw9MZ27LHe3S6lnx5OwidjAWkYyiMRAy0zlQ3WyoY/hREaulihp3RUxWiePCKFqU8LQ3hKNxG1qUjrFWq+zslGY+LcoXl78K+5iEYzdq+OT4BWwGmk1i0VzShBvrVjlaDJUEYOyUsYc0gjspsbspOGyRSp2UyV6ZgyxmF7h2VQuJcfhaufCXDUO3KyiyjdruYZ9oJnEyw6TaIPAdueVbwDplb8Ks8t00Cj4IuUAg7pp+Cw9PTuhZDJIWhvPcLoGOPfhcr4bgkAFtdpXWtZQXOl6dWHhMGxRVHIxuS1X6ocJnNBHCA1mI6MjYhV3At54W1JEDeypSwAikwDMc6rQnajwrrscBDMQBTWCjPcx5O1peU4DdaAjHsmc0VwpYGjMLChPBC0JGgdlUm5oBMmhHEpveRsgufIRyrLnMbZd2WbNleY6mbBCU+oIYnJhwwk+o0EUeWzZo+6qMf82iB6wZckpOmzfDDGCDOddoZdYUgb2UvL2VSaXo4PnupxN3S8o3srePDZAQlLREgsMR5VtraajxYx8vhM9ulY/qWyxwaVibsEztu6Zz9kF8grlFRbKyErgASrXRJd8qLVuWtePsSP91mzP8ASQg9NndH13EbZ0SO8o/f/wB6W/irrLYLOxgyXNcA52wWb1N4ErtLjR3WtHhB5smlT6rhtZGx53B2K6hVdlLAnaHBrnW13pd9CsLLikw8ubGksOjcW/Udj+lLWx/KjmsXsU/iTG8yDHzmj1NPlSn3HLT/AHCz549kWwZz5ee6YvABJ2A5SAWh0OKGTreL57A+NpL9DhYcQLAP3WRQt0WLSM3U11ci+LaRf091Hy73Xp3UpYur9NkwcsDS8eiShcbuzgvO3478eV8UoqRjixw+QmzY/phjKyl5SkIVebED2U2w32WeWVoakUmw2ptjoq6Mf4SdFSr+o2TSKL2ndVpAfZX5GHfdVnsVsWEouabSDCrPlklEZCre9C0V2RlFbGrDYSEQRe4SOYaKvlpK35SSXsE6XN0CI7hcrlUHla2Vl6mrDyH6nkrNxoNGeCaRJr1Ya6ws9rkdki0ygM2W9Wyg76KIeCEtQKSgj/dPymFFOKQZB9NqDgp6gEN8goqJMOgDwFANtydzrKdnKt3QrewwbSi5TB2QnuF7oIVorztDmkVsVj5EZjeRXpWxI7cqrPRhfY5C6HFnK1FGHk44tOT+DC0W7nZd7/h3j9H6pmP6Z1KmTu9ULiaDvi/dcOW6TSmxxaQQS1wNgtNEH4K7X01VM5EZ7s+imeChjDVgZOlv/wCOUWP1CDPgZeIKnx3Af1t9Tf1C5bwL/ig2MR9M8QzGhTYsx39n+31Xr8UjJYmyRva+NwtrmmwR7rHl4yT0bcfIOCAvg2ovaatn6LtMnpGFlWXQhrz/ADs9JWNleHMiMF2NK2Ydmv8ASf14WZ4mjRHNF+nOSEjZzaVeQXa1sjEyoIycjFlY0cktsD7hZzoGvFxuP2SUWpplBwtAc3fhX5IHgdiguicOWkKEKpbshltWrhj7FCdEiRlCUbXSpyDfYLVfC4g0LQPwrnOArcqC0c71I6WNYOXWfss0Cl1XiXoGbhQYfUPLD8KZgYHj+R4JsO9r7LnCyuQqJt9jTjrroG0lWI+UINRo+VnkaV4WYm3StiMIESuN3FrLkbsFEBCCrWNGGkWhDZTEmlVu3oC9NuIsEao5TwCaQPxRAq1WlyNXdUwwvsaHJONCfL8oD5T7oTn2Tuok2tsY0ZZDSPsFCxyR1PBcBdZMZ5/1BTePSUsVrj1DFa1pc7zmOpos0HA2tGN0xWd7JIWaqJoEqpl5TJcR8TvzAW35WlLjWSSOSsfquA8Q+cwn03sPoumVIp9O6Xm9TyyzHY1jGC5JpbDGDt9T8LeyPDuU7DmxXSRTxSxlpcw0WnsaPzSpnImhw2SwXTmtLm++ypDxTMx+nVsdjaWUb0MnRzGRjZGK4MyYZIJDtUjas/B4P2U8Kf8AD5uPKeBILPwdj/ddtj9YgzYDBlxRzQO/NG8WCuc6/wBCixB+KwXOdhPNaHG3RE9r7j2KyzxuLssjO9GzJK5k2gnZZXiCJvnY+Q3mRpa8+5bx+39lcg05OBjzagS+MX9e/wC4S6pjCXo8hadT4CJW+9DY/sf2VuWPfGROmYkdWrMcdqrCQVowUQuPkQ/YQi2QpIxRVzTshvZYVVg7GXI3sgOi3Wi+PsoeVurlIPYpMgvsrDMeuytxwKw2IJXMnYzjAkYq7LQdGEFzKUUidipoSVjQkm7B7mNJOT3VSR1m0i7blCe5alChBalJr0GwkH0rOojey22VFbISqAfujRkquUBkXNeyWtB1elDc+knUF7LBkCE+RAMmyiH2rFAj9C6lNrkAFPqpFol0WfNFIMj7Q9SRNoRiT0jITfKg8BzKKly6yoPs8Fdf+Oxpycn8HM/kZuMVFfJRyI9LgQq6uTNJbuqhBBXTkjlRYgSut8JeP+q+FnMha78V0698WR35R7sPb6cLkUklWPdeH0/4b8W9J8UYvm4GR/FaP4kEmz4/qP8Afhbx42XyVhZ2TgZceViZEkGRGbZJGaIXsXg7/FiHNMeD4g0Y+QaazKbtG8/6v6T+yqni+UWwy/s9Rs1So5fScLMH8WBmo/zNFO/UK4HNe0OaQWkWCDYISJpZ3H9l6f6OZyvC72m8bItvZsg/3CyMjp2bi358BLf62epq7wm1BzQdiFVLEmWxytenm8jYyarcIRisbFd3l9Hx80/xIGl39QFH9Vlz+E8htuxXscP/AMbzR/VI8bRYsqZzLYCAVKLFd5oe4D4CuS482JJ5WTC6F/YO4P0PdTIcyAyBhe6vS0cuPYJCy0zS6A+PxH0PqXS8llw+dJA012HB+x7ryXIxZIXyY8o/iwvdG76gkL2/wt0Z3RuiY8MhJn9T5Tf8ziXH9yvNPHWIemeLck6KZltGQ0+5Ozq+4/dWSx9lZTHL1dHISgsdpKZmx2VjIYJBq7qrokaeFkyYfk24s6bouxvohWhJtys5hLTujCRYJx2akXPN/RQfNXdVDKR3QJZiSgsdkLpnsbFRMthURLvyiNdYVnSgFjVZRW7hAbyrDUrEHLdl0/gyU4cmbkADUdDASN6ok/3C5qvTfZdP0XFMPTS9wIfI7V9q2V/FVzFm6R0OXksnlDxQ1VdLK6q4Nwn71ZH3VTqGU/Hi9DjYFhXZ8cTYFSEuJorpFaM3HeZMNobfpFKnndMZlwaowGTDcEcO+CtqLFgib/CvTW4cbUo2tcSwDsaUobVHCwZMuLNTrFGiF0LZhk4MjHWY5ABXsfdA6jHC1x81gY89ztaHjZLBA+PUAKUatUxFaYsJ748VsV/lc4futjCLpHkPHocNJ+h2KxceRr5zp2FWfqtzBkABYaQjH7KHlLZyzIzDMYiN2OLT9itKAilDq0Xl9VyC0bPp4+43/wB1GJ1UuNljTY9l8OFKDiKKGH7JnOtZ6FsTm2VEM3T7hS7hQawrGhE0oTSU5kVbTsg7h8oDwpOkQjJaeKCh9KSjrST0E5HUFB31UQ5RcV0qK+w52UNSe1FyahWSDt7VmN1hVGnhWGOpBxCnRYJ2QnFPrUHFVqOwOWwZO6dpUCR3TgqyiWGTElRDqSJvhChrJhLdM3lToqQi5SSRJSUVbIO2G/KrPeWfKs/mKG5opekwYVihSPN58sss22V3PD27KpI3urT4aFs59kIASNPYjkJ5IqRV7qQFqRYRacJKHsYBOANweCkmuxugE7Hwn4+6p4Z0QBzsvAvfGkN6R7sPb6cL3DoPiHpviPBbldOyGyCv4jDs+M+zh2Xy+D7K/wBM6tm9HzmZuBkvgyGfzN4cPZw7j4SygpDxyNH1PpUvLXH+Cf8AEDD8VQ/h52sxepsHqgJ2kH9TPcfHIXZlZXFxdM0qVjJUVF72Rxue97WMaLc5xoAe5K8j8Y/4gyZ+Q/p3TnTRdPFtlkiOmXI+Gn+VnzyfhSiNnd9U8TdLJkwonQ5crTT9W8bD7E9z8BAf1Hw/0yGLLzcrHjc0WyKIlzya/pBJXjMLenRQnyoZjJIfRjRZBLQfd3ufgLdxjHEGxGHGDi0B34lxdK4++lvbjZK4pjRk6Ol6h496jk5rf8ukixMVo2jkh1Pf8knYfQLM8S9Td4o6U2LIjY3q2Ex02PJG2hMwbvZXY1v9lXdj40tA+UTyXMjlZt7cEBUsIy4/WmZMGqWKCQNrnYc19ux5TJ0LJNowIsoOAs2FabNE4bgBZ3UBFjdb6hBjva6COciKjdMIDgP0cqj8kxncrV9DHNbM6zzhLRsSaCfSQhGws5mbasNzBXNhY838bGW4M24v5JrU0HdZ+qCQTysySWQzFzHu2WniTNyYgDtIOVk5HAliXaGzTg/kI5HUtDtYjMYVNsJB3Rmx0uZKVenRVPYo2muEZoHcJBtBOa7qpu/AtF3Dx2z5Ecbjs5wv6Lr5JGNh07bbbLjunzac2IfK6Fzi5trfwlUWzPkWzOzyZXCMC3OND7rekf5cIaTw2isZ2DkTZTJo5GsLTYtW5ckyGntDX8Ee63CRBue9jyWuOk9lYw5xq357Kk/8236KyxrA1vYhFFlF6YwzRaJY2Pb7OFqvF0Xo736zgx2eRZr+6gXloPdSilcDYKhHRKTw7jBxdj/w/i9lFnS3xO2k4H6q9FK55AKthvp3UFo5LreM9j4ZjVEFhP7j9lnN23XUdbiD+muNbscHD+y5c7Lk8tVMaOwgfwnL91XLtkg+ys3Ww0XYgXFWBCKtVsd4tXTINConZEVnHShOfzulO8USFUc9NCN+jpaCuehl9oWo2ms2raolFjWkgpI0gnKi9PCYlE0mrpCeDfC6FlFCJHuo3abbunFFMBscKYKjpTgIMhPXXdPqsbKB5SvalEiCO6a6SJ2UN/dSyBA7ZTabQBfurEbCpTfgbS2wrG2dlJ7wBobv7lRLq2b+qHdLp8PhdX3mcvl83t9kB3bBCe/ZOXWoPIXUOV6RDjSrzsc1wkZz3HujqLglexloBrEjbB+ygFGQGGbUPynkKbt9wUtBTGpKkvukhQwhslaYpWoELDK+KVskb3Mew6muaaLT7gr2HwV/irHK2Pp3iOUMlHpjzf5X/D/Y/PBXjO9pwe3ug0pehjJo9l8b9Q6z4ge/ExYZYOltALQHAHJP+vfZvwvP8rouUxjWvayFm5dD5uprf/E8/qtrwP8A4hf5KY+mdZZ+I6YfSyRzdTsf4+Wf2Xrr8Xo2XBHkDDxJo3t1RyNYCHA9wVlnBxZpjJNHgMUUGEyOeCGeJt6Hy6zZJ+e3fdbOFmCOQCJ3lhwvRixanu+rz3XouZ0+DqWNl9PcxoZM0hh0gURuP7LzH8NLg5LsSUPDQfTcxjaVWOjoBmTsbI+f8S1laiJc8NO3sB/83VTpUkr8hmS8zuEcU2Q65WvAbRaPU3ci7FEG1nTyMbF5cH4RvmGvRE6U7bnf7LVw4XHCgjIhZJkAPmkfhuiMWOzj1N4ujygxjmfFXTJOmdRhzIwDi5UUbiWn8ji0bH52WdG5koAdvfC77rOZ0XqvTsiLIzIx/mD2iAxfxPKjjH5iQLr6hedeVJh5L8aW9bKIdRAc07hwB7EbrTgn/VmXNj+USzMR2O3zGH0nlRhDmwtJNl26uahNCY3boL271Ww4WtIoIaaCdjjG8OHZR1AbJwdSlCmrDlHSC0/YrSxZmTbVpd7Fc5G8t4ViLLBdpcacOCsfJ4WPPHapmrj8vJhl7aOlfEQ21Vftynw88TReXIfWB+qhM8b0V5bJgnhyOEj0mLNDLDsh4JNGTG++HArrmOuPlcQ11LssB4mw4n2LLQVt4urRVlLsUbaBduPZKbp4zZH+V6CACNv3TxkanAmgwW49gtfp0Oi5pBTn1sf5QOAtqRXZywEjJfLlYWyNPBHK0YhG8Brhv8rfz8GDKjB0ixusuPFpzojR7tcR+Yf8o+EsE7BjkjtpIPwq4w5WHajSutjkjc5rTv7XyjxuaSQ7Y9weyFjIqQRTf0q2wS/08Kw0NoIja3+VCGP1A68eaNwO8ZXISFdz1GRphcyhek7/AGXAyO2545XP5i2mPAi4/KZt2oF9p2blZKGLkRoqz5npq1XYBQR2t+FVMgGTcIDmlXJGUAq72/CiYUwFJVvwiadlEgp7CRSSpJQhglm1J4sPzSUXTanG/wAh99itkJ7oShYfQX5U4aTpbe5V3L8OCDZjrPZMzqroPVGKd7lCHWpnzB0jtS3qMehj7T+pT8Kb+kyslaw8O7o+d0g4kLZGvLgdirU2f5oDqojhQfmOlFSmwPZUuPiLXJ3aMXy3n+Qn7JGGTs0/ougjnxtPax2QH5MWqg39k3ReWBydWY7cOeUgMic4n4WhjeG82Z38QeU3/UN1t9P6ji4p1Ob96VqfrjMh1QgAe5VywxKHml4YjuhQ4v53uc75VDK8uMlrAPlW+oZ73PID7d3PssskuG5W7j8ZJ9mjDyOS39qYxKgUjsmNLec8Vob+VImkNx+UCEdSbUmPKh3ShFKwStooDLYzQ4E1wU87Xabb2Q45tQo8/KVjoIHBStDNFONkBiabZMSSmUISKa0xNpcqEJB37LrfBvjjJ8NTNxcnVP0l5OqLl0RPLmfHuFyG6VoOmqCnTPojHfFkt/E4srJGSjzYHtNh45QOo9JxsxoyRD6ZOQRel3cLyPwn4vyPDeSI5QZ+nPdckI/Mw/1M+fcd17hiZeHn9PZn4czcjDlGrW3gfX2KzTg0aYzTR5J18ZWB1ZmHI6V8ZLWxhp8tpDjVbfoUaXAzJm5WW+eTL/Gu8qERSO8kEbOLhyGDcC9tl1HizBZJLg5LcdmQ+J7msBdp9BbbiPkVssXFE+ZEzKZG/Fnk0Y0U2OL0Mq3GZh7fKqZakV/DuBi4r8WTHYwxtmmnkO16WAgA/dXvFvSP888JQ9TYz/6v0uBskw006THduAflqNO6GfGkdLDFiunc3GxJ4DqhdGN3O1D8pKLB1o9L6oMvOBOJLN5Ol9f/AMcN0En3aSeVIy3oElejy6CTUAR3V5rWvbZT+Jukf+m/FOZ0zfyWu8zHd/VE7dp/2+yrRSbLoY5dkYJx6uhpscE7KtRYVoE2EGWOwT3T0KCa4FqhMKIeORyha9LqHdHa62mwgQNi5G4cHbg8rWZJ+IjBb+Ychc20+RLpP5TwVs9LyGw5YLxqY5tfdYuXgjlhv1G3iZ3iml8FzynjYjZdN0CTVgaCacx2kf7LEfK3cgbKx0zN0ZRj41jb6hcrHjcWduUlJaOshI1NaBbGHU4/1O/9lsxynSL5WFjPHlN34V6LI23K1FFmt5ts3VQguGkH1XbSfdDE2ylrBAPO6jJY0khc+GQbWC1w9iEzo/Mcb591XyJHRytcOHuDvoeD/srINjZLRbHwIwkANOymXEcFBLyQmc+gjRCpnP8AS4n2XCyvXY9RkAglPADD/ZcNI4mvosPJVtBh6yWqyjxnhUwSCrETjYWSS0WmlFvSuMbsqELtlfieKWWYrHcy2qrI2leLxSqSlRCplY8qLuFJ3KgSrBwZ5SUqCShDKDd+Exh82QAKwGbojIyH2FdjlcqDS9RTycYsAVLRRWq+5JCHdlXngAOy7UF9qRzpT+9kIhbRe6JKGiJRZTRSfIJ8tCUSKTBwgAi+6nMwAihygsNUStQwtdAJByFFC1Y0506KGg17IUzjBVGieEWZxHBWbI8l5LjZWrBjt2zDyMteEnP/AFQ/MPCG6RR1il0DnsKXofmG1EytUmlpRsFC1KDnUpuojZCI/VDYaGu0w5TqLTRpAjESq0sN2W7FWXt7hCshK/RkBikIJY/lGQJmWNQ5ChFP2clQ9FpJNe1hIFEA6QOySShBJJJIUQQNLpPCHi/K8K9RD23LgyuH4jH7Ef1D2d/dc33SQasKdeHtHip3Tc3w7j9Vw5HZHS8iZrg6N3qgJ/N9PalzGHnRxZwz3zSyyytcMZ8It8GogDW3vsuU6J1+fpcWThOuXp+Y0tnguqPZ7fZw/dXcbqkrc1uS3SzIc4Fs7eWsaNO/uL3WWeNrw048p2glMTJG4kkUcjtOHjvBJgncfzkjhp53WfkxRZE78CFj24uOPLdC5tyQsby5p/mYTuqwmd07zPTDqLPLiDHAwZEjt3PHsQi9JqSIzPdNpiIjbpP8SAf/AOmqqKL5bH8d4jszwv0/qT2A5fTXDCneP5onbxuv2/5XBwyWN164IY8/HzOlvYxsGdCYvTxqO7HN+NX6GwvGhrhmfFKC2SNxa4exBorVhlujJmj8mrHJ2Urs0qjHlHDtlrTMrJuijO4bugadJRdfuou3HCjCAnZ5ke3I3CWLKdhfCJwqpb5eQSPyndJQyNrFnc+Ty7Lr3+ivsa6OZsovU02Fg4M0kEj5Ox7LfhlE+OHjv+yx8iFPtRt42V11bOoxsgPgY8HYhWo56PK53p73RjQXbXsrzsjSatZqN6ZvRzXW6tRygkC1gQ5Nlq0oZwBfdAcs5LhJgOf3b6m/YqzGfQN1nMmBxDGdwbv6WrYkAjofZL8lq8DOdQ5QnyCuUB0vygvm2TAZV6tJWJKP6hS5fyCflbufN5o0dlDHxdQGy5XLyVOgwdGJ+HPspMjIW+cIVwqkuLp4Cy97H7laIK3GaCE2ItPCO1uyrkwuiYfsgyWUXSFB7UqYuiuWqHl7qxQU2sBTOQbKnl/CSv8Ak/RJL3DZikKUX51A7qUYp9rTi/JEl+JAb5LrQ8gKWv8A6g0mmXfj+JypfmyoRSnMP4IUXe4RJx/04KWTotiik/Zqu9OzAR5Tz+qpub6VVc1zHam7FSEtkyQbVo0upaIgaPPCwpH/ACj5WQ5zQ1xsrMllNrpYlUTk5m5ToM6QVyhGW0HVYSVjYlBhIFISKtfsnDvlSyUW/OpOJ2k7qrq91LZSwFrZ3B3UHWEEOLeEQP1DflEg+skUoluyhqoqV97UoJEt2VSaPTuFfBtQkjBFqtoZMpwzFo0u4VppBFqq+L2SY8sNO4QGLZKVqLCHjbupEVsUyFHStRq0hsg2QkmJ2UHupQMiFhSCV8q7iSmEuo7ObR77LM8wnuise5p2KnoPDq4pY8zHjxMLGeYw0mTGe/8AMTu57CeD8LoOnuDoWv8AOdUdNbktrzIj7SN7g/uuH6dnRxzN/EML4x/Sac0+4PYrrIpjrjydYI2DMxuzXj+mUfVZ8sK2jVhm36bscrmPaSGROjOvUw+kXsHN/wBJPPsTa4fx1gjE68M6NmmLPZ5prgSDZ4+N9/uuxjcwwatP4eRvqdFs9jAf5mnuw8OHblZvifDOZ4cmibHU2PIZmNJsggept/8Aj370FXjlTHyR7I4OF98Ky12yzsd47HZXGu43W+LtGBqixqsJXYQxwmshOAkXUhyN1CwdwpHdMgQGZnABreVu9LkAgEbnU4ngrE2Z6ipx5DnP9NqqcO6osxy6Ss62yzToNWUd+pgs8+6zcGQyY0Reb3oLcyYdcbaG5Gy5zi06OnGdqwTJQK33V1mU4N37LNgx3tNuVkyBvO6UujI04JfQ2/ZHOV8rH/EOA2Cj57+4ULlI1XZI90B2U263WZJlkcKOOX5UgHAQYXJFl5LpyAD7rZwogWgd1g9edP0CPB6pAdeLkXFkQu30yN3BHtbf3C3eiZ2J1SEZGJLrbw5v8zT7ELmcrjyT7/DEWWMvtRojFsbhUcnF0nhdAyIuYNlTyoLBWProc5qWPSUzVayYyHHZUi/SatJ1ZE2FUXD5UNe43UhbkKoYhpU2cqWg2pMjN8KS2CwobsN0kUR7BJV9Q2cqDYRI224gqs11IrXG9ltxr70Wy/FgyAMkhNM6hSdu+SSmyRRC76/E5MvzK9it0WU3jgKs40rRYfw4PZVZPC7H6A0WzdVpGVdjhaG2gbKhnHRC4oQh2kWzmoY7MfIfqeVSdujyHclVnkldmtUcBbdiugo2mIJTtaQUowxdScOTlvum0bqEJarT6lHSQm3UQKCh2ye+4QQ6iih17IpkaJXq37pwdlEDdRcS02jYAodRUw6+VXD1NrwVLJQ8rK37IDmBw+Vb2e2u6BVHdK0FOirqfEbBVuObzhuKKG5gKC9hYbal8Guy4bCblBimDvSeVYjb6rRQCD2WglpCvlm1qBj3UonYqNBRK2RTHSagolQG7BiwdlrdM6lPikxseAx+zmv3a74IWbpCcHSQVGr0xk6do9D6ZkR/h3tbbIo7c1n5nYx7lvZzDvY9lelcIp4WFh0EhpANtcK4B9qOx9vouE6P1R+LPGNZAa62uG5b/wAj3C7V07JXwsjLfSR+WyAXnYD3adyD2ohZcmNp2jTCfZUeb9Swz0vq2Vh76Y5DoJ7sO4/ZMx9hdD43xA/8PnxC/wD7Tz7jkFcxEdgr8TtFGWNSLoOyYmjag1yne3CuRSPfsmN8JgU3dEgpAXMpJhDAAOSkrcf+W4kjGzRuy3kAuc+QsjaT2DRufqT9kr0WQi5aLnS8llRY7zRDrBWzjTHP8Y4GGLpznxNAdVuLHVf3pS6d/lsf8Sbo+A2OtiGu1E/6SSsPoWV+H8YdMnftWewu393V/uqJw9ZodwSTOykh0ag9pa9uxb7Huq7Y2k8rv+sdDj6g90kWmPKbt7Nkr3+flcbLhSY+U6KSN0cjT6mOFELntNM2waYJkTe6Z7BwKRvLpP5W1olhnvx9ZutlYw4PLkuqVlsKPDEAdxsELCVvFkQyP8O+pkep2LPBNX9N2Cf0K816F1zJ6N1JmVjHg/xGdpG9wf8AZequidm+BPFrju1zmtaPhjR/yvFsYbWQCSbWiEe0Wn4YMzanaPo/p2Zj9RwYczFfqhmaHsPwex+U+QwaSuC/w06sTj5fTHu/7REsQ+Dz+/8AddvkTt0kX2XA5EfpzcTo4Z94WYmc0AlY0u7uVpZk1uKziLcs1ltCjaSQtGKCxwgY0VkLax4dhsq3KyFP8OALpD0hpWrLDQ+VkZDtKS2BoIHgBJZ34to2v90k2yWct5lI8L7dazPMoqzjS6nUuhGH3Isk/tL0W+Sny2b2oQGsgFWcinLsr8Tmx/MyXDvS0o4zJjADlZ8uxr5WnDKIYA4qrL+JfiX3MZ3T5GQ6nUsDq7vLDYzzyugm6j5jaHC5LrE/mZj3dhsAruGm5bKeZNLHSM97goagoOdZUeV07OUiesDsn80eyHSWyVhJ604kHdDoEKOn2UsloOHhS9JVWiDslZClkLJYOyXlkcIDZiOUVs47qXYKJbhO46mkKQkaUi0VYTMHhWNhO1yUgpCvflJdDJWXI5PlEcNQsKiH0VchfqbSZbQGqGLaCjpHsjO2KjanUVMqyRb23YomPkUdLtiiFopVpYrNjlCmh07NK7HKYuAVLHnNaHHdWS7blMnYrVBLtRcAEMOKYvRAM51FRc+wovNm1AnZI2OEY+ngrqvDvVNE4ic8h7hpZ/qJ2Dfjckg+65EIscjmEUSCDYIQf3KmGL6u0emdSwIuo4OdgDcuiMkR+WH/AI/svMG6o5C1+zgSCF6F0LrrJmw5MtNkge1sw92H0k/Tdch4swx03xPmQNB0a9bfod1TD7XTLslSVlZjrCnarRPsI1rSjKTBtIlMDSflEggd0zIH5OW1g4vlMrnS5RHnRhwsONIND43TOhijkkkJcLDG7ewoLk8uR7chz2up4dqB9iDY/ddtkSsxcB9Ea3BcFkkeaT8pGaMrPoLw31/H8Q9Fiy2PaZaDZ2Xux4G4/wB1czceDMjazKh85o/JIDT2fQrwHw94gyvD/UfxGOS5jtpIidnj/le1dE67idewGz4sm/D2E7tPssmTGNjyUBm6BM0l+LIcmMb6SKkb9RwfqFQdBpvaj3BXRvdocLLgezmlPK6LIZWTGMj/AFA6Xj7/APKpeP8ARphm/ZzjY9woz+iMgc0tSTDxA6ocxzD/AEzxE/uFX/B4r7GR1GJo7+VG5zv3oKvoy76sSl0fI1eEPFmMWHTHGX6q/qZZ/cLxKBxD3ey9/wAqPD6V4J65+EM72SQyPdJMQSSW0Bt2H+68FawNeSaHF9gtWJUYc0rkbvhjqJwOv4kl017vKefh2396Xp82UaIJ34Xi7HU4Fhog2KPFL1eHzMzEiyo2ktkYHbfK5P8ALYtqaNXClacQU8pc7YpQjUQnOJkl28D/ANEeHGna7eCT66Vx6kbqLuLHuNlt48fpGyz8WJza1Nqvda8EkbQNTgmjB/KJQKeI0aC5Pr034aFzyaAXcPfA4H1t/VcF4yhmfiO/DwSy3/Q0lX48Sc1fguR1F16cRJ1uTzHU0kX7pKn/AJbn9+n5l/8A6XJLr/Sxfo5n/qHc/dGxHHzAomIjkIkLC2RZFWjqO6ZpY7v4wV2UAhUMf/uBXXjbddNfic66mUMhtEK1INWGKVbIVqMf9GAq5mnG9lN0Tmx2uXy3F8jne5XZ5dMwXHvpK4iR1uK2cVemLn6aSA6bUg1SsVzukTS2GBECFBTPwoIBEnTJ0CDiki21HdSBUCQMdqBaQjWkaKWiICHEFWI5exQS0KPB2tMmRqyzIza1VcKcjsfbaKFKEGgrwgCjxOoqqixndRaI1aL96mhNShG7ZTLtlZZXRElDLknOUeUrGQGTY6gjRZAds7YobwhltDZLsb0vByR3QIJNXpJVgn7p0xGqBnhRUz8KNIMZESm1EFOQokIURF3Cy3wSHSdiC1wPcHstjxdIOp9K6X1po9ek4k//AJN3aT9Ra5sGir+PmOHTcrBkAdFNTgD/ACvbwR+4Syje0MnWjNikIKvtOpZbDpdRFFXopE0GI0GOyYOUiA5oKCRRTgC6k7JCyRrgaIIKCHUeU5O1qENTO6t+IIF9t1kZLgSggkzknhTmNlVljbfoO97vZaXRutZfRc5uTiSUeHtP5Xj2IWUUgfslJXye8+HvE+D4jxf4TgzIYLlgcfUPke4WnI2nbbD2XzzjZU2JkMyMeZ8UrDbZGGiF6X4e/wARYchoxutBsUmwbktHpd/5Dt/ZVSx7+0sjkrTOxmkednEOA4VNslygEULR5Zo3tEkT2PY4W1zTYKy8jIAB08nhVU0y27NLxTkwR+CslrHtDZ2eVd+/P9iuC8H+HI5oczLyIGvyGgeU2Qagyxd0hda6tI/omJh63V58kjz8DYD9ys4+J8zp/W8ifAcGtc1rSwkkWGiz+v2Qkm1SEvezs+u4nS+peEp3z4WPj5WMP4OTFGGuc6r0mlkeG8iWToGK23hjAWltmuVzPUvEfVOpxls8lRgUI2baiV1OE2DBjiwomuY4Qse8F2r+J/Ob+v8AZZOXBxw0zZxZR7mjdHuPum1OJ3e79Sh67Cg5xu1yaOlSHm1taSJH/ZxVUzygf92T/wDuUaZ1sJ2VUHbdNdAZJ87wATLJfw8hRY+UA/8AUTCvaU/8oT/UVJo0/RHtoCVhfxOV2zMmv/3OSQHP3SS9mHqitot1XtSbSAkkr8S2hJ+FrHAO/dWXk19kkl1f6nP/ALFN27wDwrTDpjoDb2SSVcjTAoZ8zjG5vAqlyL9yUklt434mDmO5Iiw2+lIj5SSWoxESouu/skkgEXdIXQSSUIImgmspJIWQVlOUklCECSlaSSBB7UZCkkoMCRGGkkkUBh2Ep3ONpJIgRHukDskkgQi4bqIApJJH5D8ECNLrBojdWoZSW77pJKR9BIdx3KgSUkkQIQTE2kkgEYGipaiWmjRSSUICJ1tLiPVzanETwkkokQtWa5UXHdJJOKRoWkdwkkp8BoD/ADWouJ1UkkkQxG1EmkklGD5G1UiNd6UkkjHRr9J8QZ3SqZA8GEm3RO3B/wCF12J1cdRx/PZG5lEDSSkkg0mmwJuzl+qSF7Nv5ZXjdZGnezykkq4rY8vREAxuHal0/hyY5Mhc7lkVfukks3O/1Mv4n+xHQEeyXKSS4XwdkHJ+UqqDyEklFsg1AOUkkkGMgbuTskkkmBZ/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7524328"/>
            <a:ext cx="1872208" cy="1343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AutoShape 2" descr="data:image/jpeg;base64,/9j/4AAQSkZJRgABAQEASABIAAD/2wBDAAgGBgcGBQgHBwcJCQgKDBQNDAsLDBkSEw8UHRofHh0aHBwgJC4nICIsIxwcKDcpLDAxNDQ0Hyc5PTgyPC4zNDL/2wBDAQkJCQwLDBgNDRgyIRwhMjIyMjIyMjIyMjIyMjIyMjIyMjIyMjIyMjIyMjIyMjIyMjIyMjIyMjIyMjIyMjIyMjL/wAARCALuAfQDASIAAhEBAxEB/8QAHAAAAQUBAQEAAAAAAAAAAAAAAAECAwQFBgcI/8QARRAAAgEDAwIEAwUHAwMDAwMFAQIRAAMhBBIxBUETIlFhBnGBMpGhsfAHFCNCwdHhUmLxFTNyJEOCFlOSJbLCRGOTouL/xAAaAQEBAQEBAQEAAAAAAAAAAAAAAQIDBAUG/8QAKhEBAQACAgICAgICAgIDAAAAAAECEQMhEjEEQSJRMmEFEyNxFIFCUpH/2gAMAwEAAhEDEQA/APZKWiiqCiKWKWgQc0HmlooCiiigKKKWgSiloigSiloomxFFFFAUtJRFAUd6WiIoCiiigKKKKKImiKKWgSilooEoopaBKKWRMTSSDwaBYopJBHMUA5g80C0UUUBRQcCkFAsUUUUCUooooCkpaKBKKWiiEooooCiKKKBKKWkigKKKKApKWiikoooogooooEoIpaKBm2inxRQNpRS0UUUUUUBRS4ooEpaKKAoAo70tARSUtFEFJS0UBFFFFAUUtFFJRS0UCUUtFAlLFFFAUTSBg8weOfams4RS38oEzFA+fY0m4djPrFc31L436P092tPqrb3hzbVsj5ngccTXI9T/AGoaRl/9PqJIBhBaIM9pOAPvrNyi+Nen+PaIJDggGDGaab9uY3EfNSPzrxO9+0XUsN9i3fuPBCm4cSfUTB+UfWufvfH3XkvubOquWJckJubapI/0maeS+H7fRniWwIkE84mmNdIX7ImP13r5s/8ArT4jZXDdWuHd5shSJ/pUafFvXFBQa+4V5O+GzESPpTyXxj6T/e2RfNs2j/U3HzNOGrssdpYKfUMCv3jj6xXzrY+LerW0VGazeRTID2gY7EQe3tVm38d621C6nToVzuNm0gJ9DBHb502eL6GS+pUEEMp/mBkfWpAwbhh9K8Q0vx9bus13T3ouhR5WGxo7+UyDHsa6jpfx8Lttbly/bIXyujKT/wDIR5l7z2x9au08XoxPmAn34pwM1kaLr+k1IZ/ETYOXDhlHzjI+ZEVrAq4lT7gg1WTqKQHseaWgKKKKAooooCiiigKIoooCKSlooEoooogoiiigSilooEoiiigSiloopKKKKAooooCiiiqCloFEUBRRRUBRRS0CUtFFAUUUUBRS0RRCUtFFFFFFEUBRRRQFFLFVddr7GgsG5eaMYyB+JgUFjzen3ZrmevfHvQOgI639fbu31wLOnIuPPvGBXmfx7+0TU61zoen6jwrABF393uyrzwpcRuI7gY9zXlVy4GJJz7DtWbW/GT29Z61+2i/cdk6bo7KpwLt0fxJ744FcJ1X4x6t1h2bW6288427vKB7AVze8DlF+/NKVUqGCt6T2rLUq6dWDmMeppy6qIIPzNVFG3MqDzkmfyp6FAeZk9sH8cVPFfJp2tYr4LQ2ME4P31I7+ISoAznkVmXFZVkbXHyyKW1qmtcrvtdwc1U2tnAaFDR27iojclYQDGACAaLgtsPERvLMifSqtw+bJ95FVTm1F5PtLAHeP6injXNEBsRxP96qtOcyfnFMO8Dgx94om15HGofaNhcnAby5+uPxqXT9R1GlYGxfuWzMwDwfX2rK3P3XB708XVZYdTI4YHj2iibdZ0f4r1eg1KO4Dop3bVbax5nae08nOfQ16x8N/GdnU2Vbpt06vYu+/ori7L0dzbA8rEc4j5DmvA1LmMFgM7l7R39vnVvQ62/odVbvWbhR0aVIxn2I4+lT0V9Y6TW6fX2BqNLdW5bJjB4I5B9DVivKvgz4uNy6ty55zf8l63bIneBhx/qJAIIGYjnFeoWr9u/ZW9acOhzI7/r0rcrCWiiliqhKWgiKKApKWljFA2iKWigSilpKAooooENFLRRCUUtJQFFFFAlFLRQJSRS0UCRRS0UBRRRVUUdqWiiEpaKKgKKKWikopaKAoopYoEop1JGaBKKXvQaAikLAHmloFAkz2o78fjQzIqyxUAdzXMfEnxbouh6V72ovpp7IBCuVm7dYfy207/wDkcD3oTtY+J/i3Q/DXT31F+5aN3hLbvt3NBx+HArwD4m+OOqfE15jqL22wRAtWwQAOeJjtWT17rl7r3Vr2vvlZfCq0nao4FZL3Ll1SAZA7zisW7dJNQ67eUNJE+5NQbmY8gCnC2MgZPqf6Cp16fqHAlNinMsYmggVihhWcsf8ARn86Xcy9zMSQyCr6dLYxue2cdgcfOo7lhLT+bgf6cUSRSXVDdBAB/XYCl8YMcbT3jIqffp4//qAfeGH1moSbMlSDJ9VKn86CZdSVI8rqR/LcGfo3cfOKczhiW2AH8f8ANV2VGE+KVHCyDz8zURFy0Cd+B2MEU0bT7mTzLx+FG/MrHptByKjF8EQczz70worN/DYiP5TyPlRdpGyPKIPoaYLsGMg96QMxEOPMPbmlYB8HtjPaoUrEN2+cVEZUzMr2oIYfMe1G8EbSM1WUtu4E8wz3g4rSe5bh0tlntEKbJbJURx9OKx28h9Z7U7xmIUSYXgDtRXa/BWvNjrFhXYJZvP4ZZ/sh4OzPbk59hXuPS/iDSeHaZWu+LctK7qLTRu2iQTEHvn/ivmGxqCjoybWZTMMJn6V27fHujs6dLek6U1q6uwMzahiIUAREDB/rVR9C2Or6W9b3Lvx/sNWE1ti4YS7bJ/8AKvD+m/tlSze26nobmyBjwLwkHtgjA9q6vp37YPhjX3fB1lnUaRSQFuam1I+pWYq7TT0vcf8ATj1mlGR2+lYOh6z0vqYJ6V1XS6hhytm6GI/+JzWla1yBtt1gDxPH6NVNLtLSCKWiCiiigKKKKBIFJTqImgbRSxRFFJRRRQJRS0UCUUtJRBRRRQJRSxRQJQKWiqooooogpaKKiiiiligSliiigKWiiiDtRRFLFAlJTqSigCabccW0LMcU4wBJMD1NeeftA+OV6NpzpNHfVNXcUmSwDIsfaE/d6mceoWkm1j4y+ObHRLVzTaW5bu9Q2wV3ADTyMFzwp9v0fn7rPWb3VtYLj72YDaCzbmbJ/ufvpvUusXNe92zple1prj+I4Ztz3W/1XD35wOB881VVF0wJObh9Dx7Vi10hBpiPNeP/AMAZj5mnPcRYUKMcAdqguXSe8D07VGSJy338VC9LK6kKwI3YOdv9zS3dWzAg757y5Y1HZ3GCqrJMAtgfjU1yybQbxDZ9NiqST9O31qpvZi6ywLUXRdYnjbAiql67aYjYjj3NWxbe7AXTW/8AycAD76cultmN4tT6IT+c5+lFZqjecHafkamCt/rt7e6mSPpitHwdKtuPDWe8EY//ANqp3bNkMSpb6maJpCbmyV3IfcGmi4QsEY9+KVknnaR/40wIon0/CqAIXMqAMxg5qQIULB7iTx9qfyqKSjEg/WnElzJaScmTyaiJA4EeeadM+YzkQTHNRRCEbQQYz3FCAdzHtUa2mgHG4wfwo8OcblNNCtyGmnq7KwkmqaINPJiQR86S5pH27xEcelWLdz2BNThrdwgMDHGBmommUbb22AZCD7ipbbDvJj15rR1NhFIbcXHcTPyzWeSoMBY/pSU0mG2JUkBu4NPOt1RteE2od0RSFRjIGR/aqtxSoDDiKXeLgPYjmqdN3R9B1XVlt6rpGssX9Z9q5aDizdtvEwAT5h7iul0P7Qfiz4T1FrpvXLJ1Fq2xlNYJZlj7K3Bz7cx3rg9Lqb2j1KX9Pca1ftmUdeQa9G6V8X9F67oLfS/ibSB2uOFa4QAhE4dSM23Wfkcz6VYl29k+GOv6DrHTLOo0V1n01wSu4ybR/wBDekcZroYmvmvR6vqP7KvipXt3l13Q9aSQ6HcmotBoPHFxeCPX2NfRXTtZZ12ktajT3ResXEW5auDh0YSD+u4qs/3FqKIpaKqEiiKWigSilooEopYpKApIpaKBsUU6g0U2iiigDSUtFAlFLFFEJRS0VVFFFFEFLRRRRRRSxUQlLSUsUUtJSxRRBRRBoigSinUhMCiuf+J+uJ0Xpz37hUGDtDQQABJdvUCMDuSK+X+rdWv9a6lqdTeJJuuXk8gkzJPc+p/pFeh/ti+JW1vVLfRtNeDWrXnvhG5afKhHtk/WvL4AHoBzFZrpJ0eoW0kJyeWNVrl1VECSe1LdvMx2jk8CojaZTDCW+dQtNBd2gZ+XFS21VWBYFvnx9KfbtAGbxEf6AMfX1qY6ghw8ln9WppDrbai0Q9tFslch4lvnninojsQTvcnOBRa09+/ucAkLljMR85pu8j+HavIpPJTzMflFXQluoN6tcvW7fozmY+6aovqwXIt7rz/6sgf3qw+i2qGt6LUOe93U+RfoP7k1Wv2tV9m5sUcBVZQPuFFRnUX5ztU/IU8ajUG0U22gp/ma2o/Eiai2XkwBHyE0eMSuy7btvn7RWG+8VEIt50mFtmfVZ+6jxJyy4PcUjW1wUaQc+49jUmwgKyxDfgfSlIbt/wBJkUBQeTFWLdgkF1ERn51e02lDnayyp/CpbprxtZ6ggRIjuDRGI2g1sDpIK43Kc5AkN9Kfb6HdJhpEyQ0SprPnGv8AXWMqwkzn0pHfABwfb0rrF+FmQBnAdP8AUhOR2IxUOs+GrSKzW286/wAr4J+lT/ZGrx5OaFwEAAAZq1ZZFklj8gKfc6cEkR5x2PJqmQR5TiOCRWpd+mLNL5ui+GRnAYSQfWs26rDPcc0FmDSZBFBbdyMnv61dMkt3AF2sJX19DTLqtbCsB5T+NJgk/wBO1SocMgbyHkH+1aT2jFyGIOfSnq24QPnmoWUKSDginW8mZA+tQjqdD1Q9T6Fd6FqLdtmaDpWJjbdA8uB/NEru/mBAbgEem/sQ+JP3jpl/oeouRf0TF7Kk5Npj5hH+1s+0mvDwVt6lLgWUxvWef7V1PwZrH6L+0DpupT+FZ1DgAbt02rmMn1/qKuyvqjmim2nL2gW+1GfnTq05ikpaKAooooCiiKKAikpaKBDSU6koCkpaKBtFLRQJRRRRSxSRS0VQUUUCgKWMUUUBFE0UUCxRRFEVEHNLFFFAUUUUBWD8W9fs/Dfw7q+qXobwhttp/wDcuHgfKtx2CISa8R/bf1BrtzpPTS4G7fqWt91UeVfqTu+6pWsY8o1Opva/WX9Vffdevuzu3uTJ/OqrtuJg+UYE1K48scA8x6VESq8ARWG0WyZCmJ5MU4BLQxlvWlYxiajZoMfzHhVyapo5m94HvQmoS2ZifrUZtM87yEHpya0NPZsW1kWLfGXv+b7hwKHdVVfU624Ldu2930UDFTB9ZaOxtULMEylp4I//ABqxqL9kDaHW7HIjan+apXL4ZSFABn+UBQP186qaQG2HB8S4x+cmmm3agAKJ9SeakW1cuktuWOSTVnT9PuXT5VLep4ArNrUx2oraPYRVmzpXuGMme1dH074a1WqZGWwdrGASMECuhtdB/d3KN4cICSoE57fSsXkkdMeK1xNvo92NxQQR61esdCdjtCGe49K7fSdDdgty4oBOeJJnv7fritiz0lFYYiOfJyBXO8rrOFwGm6JqrbMnhDa+ZA94x9341p2OjOLUlODkREeUifwFdxb0KgeRZGQJq1Z0C7QzCAOwxJ96xc25xxx1vouo8C2pUz5d0DM1d0/SLyNLFiBmexiurXSbZM89oH9BSjTbBAECe/vXK5Wu0kYdvQza2HIBOJqhrtE0MNguD07kD09/zrqxpgsQAIER+vrVTV6UXA/Y8g98VN6rWp6eYdU0K22DDKt9k5yP19a5i9O5g2WB++vT+qaHxUuwomJZPfGR78fOa4Dquj8O7vnn+Ydq9HFnt5ubDXbII3Ce/eojKnnvU1m4EuKt37BO0xyp9aZqbXhgEQVMwR3r0vHUTgq24Gn2f4rBSYJ79qQgMnHNQAlcGYntRladJBLiIw09qbbC+YTJAx71btudWrSQzj7WOR2NU2BSQcMhj6dqCVRG4ETjzfI1oaJA3gXQC3gNLkf6AZJPsAGrK3Mr2yCYbHzFbWgVSTYuCN5AYgwIJg/UczRX1Z0TUvqulae7c/7htjf/AOQEN+IJ+taMVl9CteB0fRIIJFoAkd/WtStsURRFFFEFFFFAUUUUBRFFFAlEUtFAhpKU0lARSUtEUBNFEUUCUUtFUooopYoEpRSxRRRRRRQFFFFRBRRRQLRQKa2cffRVe825924hbYn5n/FfPH7Vtbb1Px7q9oI/d7FrTmT3A3H/APdXu3X+qWekdF1Gru3FtQIVjwGOAfpP5V8p9Z6g2s6hqL7MWN26zkk5aTWa1ip3r26cgD5U1R5d2R7mmjymTAPoBxSlHeC8wP5fT3NRohIZTkx7cmnKpCwqhF9e5+tSKq2yCRLDueFpjanP8JBu/wBZEx8hUXSRimnXzFQxEwBLH5+lQvqLl48ECnWtLcumTJJySa1tL0ktA2ST65rNykbmGV9MizbvEyhIH+oxFaOl6eHfy2xfeeWBCD6DJ/Cun0Hw6XO64uOw9K6XRdEs2oJtgEfWuWXN+nbH4/3XIaP4ZvXmDXgdvaVIH0FdRoPh5VZItrtXuRz9K6PTdOtgAlZP4VopZ2iBXDLktd5x4xSs6FbNtVE4AAoTTrcQBRhzuJiPL/nFX2sk+XiTn5d6lW2AJisbrWlQadTys+wFTpp5bIj1mrK281OluCAKRVcWMQeKkFoTETNWAo28f3pQveB/at6Z2ri3HfFBRcjicVYKHvz2pAoMU0K3hggHPeaiu2gQR6+1WmER3pjie1SrHM9T05TzwcGDHpXAfEejCh7iAHd5j6V6vq7AuKw4BHNcB8R6c2rb7gNyGPYj9Gtcd7Tkm8XmbqSdrDIxP69KntEajRXQ320G76cH+n41Hqxsa4I4IIotlbGstOwJtXBuPuDII/OvdHzcuqjtqfDGJjE1XcZPrV7w1si7b3ZRsHsRwfzFU9QNtwxgjNVlLpXNty8iCNufQ4/sfpU95f4S3FHnBAP9qogykkYntWkjfvGhUEeaCrN7yIJ+cxQUbi7rYIA57VqaS49vRo6AyQyTPcCazldWS8pwQJGOc8VqdEIvW71kiWUq6QYzNB9XdBuLf6LpLibpFtQdxknAz9RBrTrhf2VdSua74Nt2b11XvaO4bMjJ2fyz7jj6Cu5gxzVjNLRRRVQUUUUBRRRQFFFFAUUUUBSRS0UCRRS0UCUUtFA2lIope1VSRS0UUQUUUVAtEUmaWiiKSiiiCiiigJgUAetFQ6q+mm01285G22hcycQBJ/AGg8a/bP8AE43WuhWBhR415z8/KB+efb3rxMFnfcokn7I/rXQ/GGubqvxBqLnjeK7PNy4FgMxzj1AmB8qxYCLtUY4JNYdYZtFqBMt3I9aazqi5EseM0lxwokHPqaiQNdbj50VICbpCwY5xWnoentdYeSBS6HQFtpPB/Ku06T0udrFYFcOTkeji4t+1Xpnw/wCJEiB8q6jSdJs6ZPKonsTzVyxYW2oAHtiraW/avLc7XsmEiC3p1UAAT86u2bIwaVLeatW0AFYU+0mBFTqgiltqDmpdoggVURBcz3p4FLxMc0oyYqoVV/OrCoAKitr6irC4AyPlWsYzlShc/wBu1IRHp86k7UycYMzW3PZse1NPvTyfTj0imE4mRUrcRH+nNRnjAxUhH31ET2rDSG4sg+lcd8UadXtsJA3rEj1Hf6f3rsnJ2kk1z/XV/wDTsx4Gc9v1xVxvaZeniXUli+wYQZgj0NVQYeyzNhDH41p9btRr7gAjMH5isxULbh7TXuxvT5+c7W7yC3qBbYgqylNw4Pb8oqndE2sjKyD+vvq1Ju2CTE2mB944P9KjjxHZQJ3gkfOtsIrSh9Fdx5kKnnscf2p9sldAGDGRfGPbaf7VXAIIXual40BmYa4I+gP9xU2iS01tb7bxh5tsOwnvV3oVw6a/dumQUgDHDTP9I+tZ11QzOVPID5/Grmldv3Rtpm495ZnvAY8fdV2PoD9jWoOp+G9QGKbrN7w2gZIIDAn7zXpVeUfsTuFdN1a2WB8RrV0AHI8pEn8vpXrFWemb7JRS0VUJRS0UCRRS0UCUUtFAlFFFAUUUUBRRRQFFFFAUUUVQUUtJQLRSCliagTtS0R2ooEooooCiimsaBSa5H9onXD0T4Q1ly01v94vL4NsXCYM5PH+0H0rqya8m/bNqmGj0NkfZYsx+XE/h91KseJ3Adz3LjRmWIEc9qo3rxP2RA7Cpb77xz5Vyfcmqbkkz61h0t0a5k5MitPp2n3sAfrWYAAZP0ro+iWt9Zzuo1xTeTc6fpZYEjAFdfobYCqBjFY+iswo5+6uh0duINeLOvpYTTQs25E1ZVBTLQgCrKqT7RXFoipEVOoHOKaFqVQBIqokWRHpUkmeIpq9qcMCqhYyaRRiTRPegd5oJkAA4qwpPv7CqqmeKnXMVvFnKJAYESYimn6Uvaf6Uhwa6MaJPeY7VG3OacZFRN6RWa1DG+6ojnMmpGMHFRHORNc61pHcMg+WsTqm7wCphhwQf5hW4xkxWN1e2WssVBDDOaY3sy9PIes2Auuu25MDKk+lZCrDMCskDNdD121God2lScgnt+vWsF7TAEiZX7U+le/D0+fn7CIVvsqtG4bSfb9RUK7gqXAJho+tOuFoDKcjnFKQNjgN23Ca2yqPBclcDt7U9iDprVsHhmJn3j+1IYIMgzPNNPEUZoZjIIPtVrSr50kxNVwvlqZJx6jihHsf7GLpt9f6ha3Opawh2QII3cz9R95r27gRXiH7FbC3eu67VM0G3p1tgEf6jPP8A8a9vrUZvsomik7UsVQlFFAE0BRSxSUBNLSUUC0UlFE0WkpZooEopYpIogooooFijik7UUBR3opaAiig0lF0XvQTR2pKJsUUUhNAhNMJoJppNAjGcffXlH7UtDc1mr01xt+xka3tHAhXg/eRnsPnXqkxzzWB8Q9OTqOl/d3baLk2t20nbvUgH7wKix8ta20bG1CCCVDQRwIx/f61SCeaOwxXU/FnTjotRa3IUuoXsX02EBbiN2PeQVNcuP+5FZrSNxma63oNvK+kD+9cpdgtjiuw+GxvsI3tXPl/i7cH8nX6RcAVu6ZOKyNEkRPatzTLge9eLJ9Ha9aFWUX1qK0MVatrmsIAtOAxNO2yKULA4qhBzSg+tEUh/OilmaWZj1pntipUBJ4oJLaE+9TquRP1zSW1B+lTqhkZrpjHPKmEwDyKTM+9TG2R6/lTCCsSSD71vVZ8kZURGB6VXYYzUt1ztkmoN4YmIPrBrNalMf51GZFPLA+2fSoyeYrm1EbGTVa/aF1Cp4OKsk/jUT+1Y0rzP4n0NywDdW3KyQ3tP965Aoq3oJIXb6/ca9m6r01NdpXUjJWK8r6z0y902+LV60SuVmMe1ezhz+q8vNh/8oxGtsFyOcGozORJAGausfEMFQrRmfzqmw2ttyPnXoeVGVBMAGZwRTSvftUm6fMeCNtOYSnoR+NBFbT7qsLbmGBiDmkS0CSCYPY+hq1bAAb8QPSqmnsH7Ebdh26lcErqE2qyzgpnt8+9eyRXA/s26Jb0XRrWtNq2Lt4B7bKZOxlWc+hI4PcV31ajNJFEUtFUJGaWKKTvQLRRRQJFBpaD8qBtFOpDQJSikpRxQFFJ3pRzRBRRRRCRSxS0hoClptLNFgPFEUA0UCHmiikNEITTWNDGmE0ATUZNKWqJmxQDNVS+SRIOQQfuNSXHgHNU792LbZ7VFeeftU6AOodBXqGntjx9JqCbhUZa2wjPrDR9K8KAIuT3HtX1NrEt6jTXtLdG61etm249iINfOHxB0650vr+t0l1YZLxIIEAg5kCpWoxrgwD2rsvhLz6PGSpIrkr6wBFdT8EOWGrtY8pVh9cVzz7jfH1k73RrgGtvTKNoxWdpkFu2CfxNadloivHlH0Jkv2oxHFW0WYqlZYRzV60wIrGmtpNkR2oKmSD91OkHnvSkgcn7qIiK1G04EYqaaa0GaLtCAe4PNSWzD8GmO3hoY+41gdR6+2nDLZB3JyO5FXHHZa6pLygiSB7mnXOpaawp33QAPQcV5Ne6prdQj3WvMd/8AKWJz2+fc/SsrUdQ6mWRkdnCDaizIZvWD2HftxXpxxefLJ7DrPiTSaRWwO0Hd+fpWRqfi0XSUs3VVuQNsk+wiJ+leYmzrNQfEu6l7j8lUbyCB6znPMY+lSWrevYtsueIs5XTkNMd5gqB981uSOW66zU/EOrvMw3KsCGG5laqK9Y1gvBWclh/MrTHpVG02rW4rXGa4Acs1pbqyexJgY+6tAdNOoIutZdfIAD4CWw2e5LQfwqWRrHLJt9O+I2cBb7i4CPtDDA+4rcW+txAysCK49NDYt3QtzWaS3gwL99QI/wDyOa09HqNLozH/AFTRBfQ6tWX6GZFccsZ9PRjf23t3amOcA1l6j4i6NpFBfXW7rESF0/8AEP3jH41i6v43DGNFoYH+rUN//Ff71znFnl6hly4Y+66yN2KwvifpWn1XTLh1D2rLASr3XCj8a5XU/EnWdSCG1z2k/wBFgC2PwyfvrOs7nvbvM904k+Zj9ea74fGs7tefP5WN6kYdvQ6+5cYW9LddAcMfKM+5iRVfqGjv6Mot1VDPIADSSfWur1Gq02izrdVbtHnYTuc//EZ++sHqXU7esdLum07RbHkuXjEe4UfLua9Wo8m7ayAjEEmQAamCsE2spGMg+tAtu7+Z5aJ9BT7O0h7TAlhgZ/D86aahLZlDI4gE1YX/ALhMEQYBiqYuMrlwI/1V1nRfgfrXVLaagm3pLB81t78yQOMD+tZtk9t443L092/Z5dtP8IaFLaqPDTbKgjcOQ31Bn766yuX+DNJb6b079yS8r7Tv2cbZ52+0zj3rqK3LLOnLKWXsUUUVWRRRRQFFFFAUUUUXYoooobFJBpaDRSRSUs0RQJNFLFFApptFFAUUUUBS0lBolFMY0pMUwmiEJpjGlPFRM1A1mzULvFOdoqrceoply5zWfqL3kOfT86kvXcGszVXfI47xigbqtSFBzmvNv2hdJOvs2+q2Vm9pxtvRybfIP0z99dnqdRvMzg5rPvlbqPbYSrAgipV9PGr+nY27bch4itDoOpu9MuX76EAvCZ5wZ/tVy/oV0+q1WnYylglrbGI2nPf2NZd1PCtr5pkTj3/Ostunt/FF1TuLcetWbHxiUPnUYzJOT7RXCxdcwB99SLaAAm8g9fMKxePG+3ScuX09Ft/HoAgW8j9c1u9O+MLep2qQpJ9DXke22MHW2Mf/ANyKu6K/p7DKw19kEdg9c8+PH6dsOTL7e42OoJeAgxVsXtwMHNeZ9N64iqNt+2/rDDNdNpOs27qbZ83ImvNZp6dOm8Sk3zxyKzrWrFyCDM8Zq0jM0KO9Zi6N1Vw7Y2gmPTFcT1a1L3HvOLVvjczQoHcSao/Fn7Sl01+5oOiLavOhKvrHEpP+wd49Tj0HeuGs6PrHxRebV6zVk2Fba2q1TnYp/wBKgcn/AGqPur0cfDl7vTz58+M6k26O/wBd6NoU2Prf3lgfsaZCwgdtxgfjWVe+NUBI03Tl3nhrr5+4dvaren6J0TRAE6e/1K6P5tQ3hW59kQyfq30rRTX6vTJt0OnsaNeI0thbf4gSfqa67wn9szHky/ph2eofFmsIbRdKvDcQd1vREz9WBFJe6f8AHGrP8a11DuYZ1Tn2kVp37/UdRJv6i4Qe9y5j8TWfduW7Z/ia2wp9DcmpOT9QvD/9slK78O/Fjxv0evuDsFub/wAmNY2r0mt0jAayxfssePGRln763m6hYQjbq0P/AIzV2z126bZstqxdtOCPDu+ZT9DitTkv3GLw431k5zovRNZ17qKaLRqpdmUMzuFVATEkn3/tTuqdI1HQtYge7ZZhcbYbbSwKkfaU5U8YNXtXol0x/wCqaBLcWWBuWSNyrJww9RMYPBj6Rm8/xR8Qm9qltWAys7CxbC4VSYHqT6mTn2rrMpZtwyxuOXjWp0Rrur6eHgu4d95A7kz9K0Ctu2P4l1Z/0p5j+GPxpvTOlam5p7dhFKWZnYOJ7k+prqdD8IG4FNwGOYNcsueT07Y/G/bk/FLmLGmZz6uf6D+9XtL0Pq2uG3e1q2eQnl/KvQ9D8OaTTKDsBPyrUGnRFAQAVxvNlXox4cMfUeSdT+D7PTdObpJa5zXNbVlhnaVJHsRyPl3r2H4k0itpSxXy/Zb5GvI79o29TdtgnEwa68OVvtw5sdXcVtmAZhtpEfKr2j6Rd1uot3rZVEaAS2BEgZ++oLCDdbQ5GR+MV6j8GdHR9Cm4AMygjGZ4mPTAreednpjiwmV7QfC/7NU0euGt6izai6hlFAAtjvJ9a7TrWovdPsLY6fp1v6phy32EHqfX5VtFV09hLdlPNwFUd/lVe9pWS0S487DJrzW2917MNY3Ujmvhz4i1d3VnS6xQmutndbYLAcekV6hp7y6nTW764DrMentXlnVlTS6jRa9VCul4K7DuP1NejdEcHROg4S6wHyMH+tdPj5XdxT52GPjM8Zpo0UtJXrfLFFFLFAlFLFEUCUUUUBRRRQFFFFF2KKKKBJopaKKbRSxRFAlHeg0CgWm0tNNGTWphpTTGaga7VA7U92xVd3qKjuPVK9cqW68VQvXMUEF+7zWTqr8EgZqxqr8T2rM3B76zwTFQRrp9RcQsqBbSnN24wS2o92OBXPdW+JeldNLWtN1PQXtQD5rxDahVP+y0mG+bsB/trhdJ07XfE3Wrmm6l1RjctuyMdRcLsW82EUnOViBHIrJvaF7WvGisOmquMyongSQzGIUTGZMfOin9Y1Y6h1K7qm1ep1bMZN7UIttjH+1SQB7A4q3pdB8QdY01saXTX309tQq3NgRIH+8wD99d30T4R6f0UI+pt2tb1BT53cbrVo+iLwY/1GfYCujVfFUq7s+37G4zA9KluouM3dPMLfwJrnG7V9Q0VmeRva6fwEfjUw+B+nqo8XrhLdxb0uPvLVvdZ137stzw0DOrBAW4k+3sKzV6d1PV2luXWdBcUOAo2jaeK5eWd9V6PHjx9zakfgzpHbrOqB9TpVj/APfVe/8ABKmf3LrGnujst601sn6jcKy9XaunUsrXWXz7ZZjjMSahW/qNJdbwNSzquCf5SfaeR6HFa/PXtnfFbrx0r63p+s6Xf8LU23tPyDOGHqCMEVt9A6rqrYVrmoU2Vurbfecru4Yfj91TWtWvVNIdJqwCGyO5Q+orL6P069f1+pssDssW2a6JwSMKPqxH40lmUsyi2ZcdlwvVeqam91Pp123a0Y0952eD4pAgfPdE1V+Kevdb03Qbi6fZaE3Lb3g9sm6hkQqgypUd4zk1QvPd1GqtrZ8TY7bEImB7T8qtda+D7vT+k/vqHxf/ALgA4FcJljPp6P8AXnl1cnmvRem/9W61o+n7yi3roV3H8q8sfoAa9R/6C7qh8E2rCLtsWRxaTso9+5PcyTXH/B/R9V/9WWWshTaCXBuLRtlGAnvyQK9sjT3737vvW3caStsxJHsPSt8uW9eLnw4XC3ynbhrfS0tmGGRUWvt29PZizaD6h/LbWO/vXTa3Qm3fjsTArOuaUpfvk2ywKhAcSvfFcPvt7JJYyumfB9vV6lbmuP7y5IZ2Y8Y4ArifiDpj6frmsTwtgW6QFAH2e0fSvV+nXrunIa4gIkiJyfaq/XejabrrpeCPYvjHiKAZX3Hfnmu2ObyZ8N87+nj2pRXW2tvTW7SWFKi5EPdG4kM+SC0GMRgD51Ld6detaay5tsNyhpr1fpXwj0/pzrfvEapxKhbqjaOMgRz75q11/p9rU6MAWEUKOFUA1u8iY8WnlvTdNcOoVCN1m4ClweqMIP4flVzoHwV13TddQ37C2Vtlkcu0k47Ac9q6L4b6W1zqbBk8qNHHIr1Wxokjeyy4jJrPnddLePHctYfT+kJp7YOwTWmtsAQAIq3cTacR61HtntXky6r072jVYGaXbipAPbFEelWIztdpF1Fh0bAIOfSvH+saFrPULn+oTwJ+f69q9tuqCpFef/FfTVOr8ZB5mBwByfWuvHlquXJj5RwNi0Gv2oYqHuhZ5ivcfh6yum0Nu6SN9zJH+k9wPbFeMabTMddbs4LG4En+WZxPsa9c0WqexobS3Z3AlD7Edj7/AJ8966ct6lY4J7jpbdxjqFZWgjPMVbv3fGJ3GSa5TV9F1l7WafqB1NxCLfltqcAHJn3rY011kUBySQM1yls6ei4TW4yuvaVf+nawNjwytxZ+6ux+HQf3O6SZlln57RNc/wBcs+NpLe0T4zoh/wDyBrp+iW/D6aGj/uMX+nA/KunDPz25/Jz3wSf20aKKK9j5gooooCiiigKKKKApKWigSilikoCiiigKKKKKDxR2opDRSHmlNJQaJSUxjmnE4phNENJqJjTmNQu1BHcaqtxompLjVTvPUVDdes3VXgoqzfu8yaxtVdlvapRWv3CxNUrj5wc1LdeJqqc1Fcn1/wCH7mlvaj4h6PqLlrWWmOou2iAR6syfmQe01gfCl99b8bWNXqmNy8fFvFsDzhGg+0H8q9LWA3mXcpkMvqDgj7q5joXwWnSuuaXWv1IXLaMVNpLJBKsCsST7+naqOrFoLilV/CuIYmWAPyJg08cCeRUN8/wjmJIGO8mKl7GVrujrqerFHXy+Y/MxV3QWhZC297XLYXaFc8D2/tWlqrIGpZhzM1WIAJ9e3tXnyunt45L7c31v4Y/fdYb2gNsM+blu4Yg+oIrPPwFqTpTcuXLTXJBC2z2zzP0rtjbUqRHPNSqGaQeD+NZ/2V1vDi8r1XRdRo9WkBVZYEJmfc1vtoxY0mluraRWa6y6gTtNz7LDP+qCR8hXUa3piFhcK95k96Zf0x1PSNQtkgOlxCRs3EqwYEAesD8Ksy3e2MsfGdKHSNERdteLadHbZcVXwdpgrI7GM16bpraXLPh3FDIw2kEdq4jo1i4l/Zd2h4G5EEKscAfIAD6V2+nMoD7Vzys8um5L49uP6p0az8O9b0+o0NrZY1B2uDkBgQwA9JiKn6ZodLoyl4G7e1ov3B47ndCEAoSe0ifqD6Cun1+is9T0r6a+CUaDI5Ujgj3FZGl0z3XbT38arSbRcGQLqD7D45H5EVrHLW5TkxuUmU9xdv2RqUDBYPPFZOq0jbjKmOPnW/ZQi6y+uc0+/pA54yTx61id9tTLTl0t3FaYMA8+lWLZwPIfp/itB9IbbQVntS27KNytVfJWQTEIfuqRtI160ykQO5rRt2rajI/zU6KDGD+FWTbFy/TK6Z0VNLee5EE84roUWAw4g/0FVrK/xAASf71bTCAluTNbk6c8ruq1wST3NQlc1cup5iPp8qrtMmBmuGU7dcLuIog8HPrSGnZnIzSYPNSNVDdwprm+tItxASOxHGfb8QK6O7gVznW2/gGOcfdW51WPpxXTunrr+s/uqDab6kI4HDABgfoR3r1LTWhq9Cmpa1t8dFYoezAZ/t9K4f4esb+s6fUIwLW7ssfVSrf5r0i0PKlsAs7fZQffW8/0xh1dr1iyt2yqXJiJBFUdZZXT3yAflWtY07W1gjisnXt4msS2sz3plOnXju6ddQvZ09v+bdK/M4H511dq0tm0lpcKihR9K5/R2/E6pYTkWzuP/wAR/ciujFd+GdbeP5OXcgNJTqK7vKbRTqKBtFOpIoEopYpKAooooCiiigSilooEooooCkNLSGjQ7UnFFIaMmsajantxUbUEbH3qvcNSuar3TUVXuvAqjeerN481n32oKWpuYNZF95Y1f1D81lXWk1mqguNJqKnsc0ygQmKQ5BzTjTaC4/mIuji4N4/qPvBpLdsXL1oEAw4P3Umkm8jaX/3AS9kf6jHmX5kCR7g+tS6TOoUzgAn8KUntPfG5yYqDwRPFWnEnNJtM148q+hhOtoVsA8iatW7MZwDSokHNToJ/vWHbavqLQa38qzt97RaS9CBlvXxEtEBEj58v+BravAeFisXqLZsoD5V49+5P31ZWbN9JukWy19nMEsZMCK6zTA7OJI7Dmud6MkiTya6nTJCSMTSFuoFhvMB71S6lor1zwtZoio12nnYG+zcU8229j+Bq+fKfrRPHpQlV+mXtNrtMuo0u5ZbbctOfPaccq0/nV26sqYjdjkRWXrOm3G1R12gujT6vbtecpeHYMP60q9WKgWtbau6W7GQfMh/8TWsb12xnjvvFb2hyZmahOmXDelJ+822Ei6h+v+aUakHi6oxxz/Wm4avsBCMTUoIWfX1moDeUjD/cKEJdoUT6zn8ab0njv2ntLvvCMD1NaGFA4g4g1Vsp4eDBJqwM8RFa2xZ2iuj74qBh7/dVi4YHNVnOY7VyyrrhNIzzTPenH3qMmKzGqivNKn1rleusSFyQO/y9f161015pB9q57qdnxblse4n5d/wre+2fofDOkIZ3MCD4ZXnzDk/cRXV6S74epe/vAPCGcgVi9IteFowoUBiSTHqf+a6a1ZTwlmwhIHMVd9k1DrvUrjpsSWx2qohSwPFY79Q/A9KmuE5CqF9hUYtiZNLdt46a/QrP/e1DZMi2D69z/StrFVtBZ8DRWkjMbm+ZzVmvbxzWMj5nLl5Z2iiiituYooooCiiigKCJoooEiiKWigbRSmkoCiiigKKKKBKTvS0nejRKQ0tIaMmHiomqQ8VG9BA/FVbverLmqtzvUVTvGJrNvmZrQvzms2+YBqDK1TQeaznq9qDuJqhcqKhbmm04000CGIpKKDQJJBBVirAghlMEEcEVpWNWuo1K3HTZfZSLgUeVz/qA7e4+70rMNSae4LeotueAc/KpfTU9tiM8H7qcvNV3JRoBIM+tKL59T99ePOvoYS2LyxHFSBgMkffVO34jtgGrduwW/wC4foK5bdNfs255xJ+z8qwde27UgV0V47UIGIrl7zh+ohfU1ZV06Lo6hVWuntKBbFc/0xdoArorQlB61ue3PL0iYT9aTFSOIn0qJuKlWdnKY5NOO10IZVKxmRg1XDGc1KrTGfupLYzlihfp2lYyttR3gdqaOn2B2PymrZzEzTfSfXmr0kuXraJNPbXIURUyhVE4+VNBz86cRIGMexptbEoI7xSNc9Kjz3NMLR6UtJiHc/f6VCX3E5pGbzd+Ki3R2rFu2zmYgmoieaRxuZTJlcgA0gHerGckb5rMvabexczOePSMfjWsy4qvcULu9oNXZFjptgEqgHCyY+QrctYSDzXNnqidGsLqbyuUY+H5RJmJ/pWpouu6PW2lurcAU9yIqws6X7lrM0uj0/j6q2hEeaW74FNXUreuBLANxjwEzWz0/RHTIXuQbzYMdh6V148N5OXLyTDHX2udqWiivY+eKKKKApKWigSilpKAooooCiiigKKKKBIpIp1BoG0UUUCUhwaWkPNFhKQ0vaiiI2qJ6laoXqKrvVW53q09VbtBTvd6ytX9k1qXeKytTkxUGVe5NUrgmtG+pis9xmoquwphqR6jNA00lLTTRSUn5UUlDTVtP42nV+WXyt/SrFq2O+ayNPf8C5PKthh7VppcEAhtykTPrXm5cO3r4c+tNKwAInirQyKo2nng1bDDbNea9PUr61ttliOQK5XRK2p627f+3aEn5ngV0XVLwWyx9BWT0UKtg3I810759fT8KuPsyusXSaAQBz9a6LTE+FAIrn9GwAWt7R3razvOI9YreF77c85+JHXJI9aaIOIp9/UWphRFQC9bMyfuq3WzHeiXkA4qFHIYLNTPcVxiqtsG5rURfXJ9Kxfbf00PDJQEAimH7RH4VoQpEHnsRUF6xMso+6utxcMcv2rCINKI9jQViCBM5pOMVzdSHAg4qN8c5qQ4FMb15qWqhYd81EwqZjOaiasqj9fal5pAh37p+VSRWtoaVx86guKC2c+tWTULDM+1VGX8QaV9V0i2luSy3N0D5f5rU+AbZttdtsAFK5BGCRSoAyw3HpWz8M6azau6iP8AuYMf7a7cX8nn5b+GnSIioCFVVB52iKdRRXseL2KKSloCjvRRQFFFFAUUUUBFJS0UCUUtJQFFFFAUUUUCRRS0UDKQ0tFFhtIadxTTxQpjVA9TtUL1BWfiqt3vVtxVW4MUFG8eay78ljWpfFULq1KM26JFZ91IatO8sE1SvLUVRcVA1Wnqs3NCIzSE0rc0wnFRYQmKaWpC1NJobLNWdLqRabY5/hnv/pPrVOaTdUur01Ort0Nu4UMHtV1b42zNYmiu+NaKE+e3x7rVo3NoycV488NV7uPOZRT69qyLLKpyRWVY6v8Au/SbRALXbA2Mo5gHB+UflV3qFo3hXP6jR3EO4SCDyOamM063t1PSPijS66yDbJt3Fw9l8MPceo+VbtvrdmAN9eVtbM72XzLwwwfwrT6Zp+qazUKlrUMtvnc4BP41bPtJ+nZdR65qn/hdPsnUap58NJhQPVj2FUH6N8ekJqH6ppbAcA+EltTHzkE/jWr0qx/00hRc33Y8zHlq3LfUbO2brBkWJJ7CmOqZXXpg9Pu9dG2xqraXb3+uz/N7x2rrNBpWsDddIa832iOB7ChNTZDLbQRuJ4EE1Kt8CAY28TPfH+T9K3MJGMuS5dLIj5Uu6Dg49IqAXQwVmO2Rwe1BugxkDtTbno51mSCPr3quWznBHalN/wBD3qN2DLntwaxlXTGFbFRswoDyDNMJrna2DTDzSk4ik5PFARxjmliljNIcCpUNJqJ8HmpDjvUTEGt4s30da/5rpOg2x4DtEZxmuatHmuy6SmzpmnB5KA16eH+Tzc38V3tRS0V6nlJS0UUBRRRRBSUtFAlFLFJQFFFFAUUUUBFJS0UCUUUUBRRRQMopaSgQ0lO702i1G3NQvUzCoWqCBxVe6Jq0wqB1oM+6siqF4QK1rqis+8maDMurNUby81pXRziqV4YNZGXcGTVV6uXsE1TuUVCx5qJjNOY1ExxUUE1GWoLUwmiwpbFJNM3Um6oq5or/AIGrRiYUna3yNbN5IP4GuZJkRXQaO/8AvWlRmywEN8x/iuec268d1THgyOT3iqN20jMBgznFHUbrJf2TCgyc81W3nCyNxaT7/riuFj1Y025atsX8kqsARxP962ul2Ft2piNs47QB+jWfptO91l3ye6g9/eui0OnVcNERFYt+nRDqXca2yyzJSAYwDEz9KueGLVv+YlVzHbkR+NS3dMjMjiAUEQOPpWiLukuWQjuobvmrKX0z5u2rjHYdsHewP2ZBJ+87fvpHfUC1uk+IApgjMnmfpitErbaSpGTj7qa9tWUndk8Sa1tjSEXrjuWYysblHofX5/rtTLWpcKQHMiB5x+dSuq+KSIIPpyDVbdDPvMj1rNyXxh6dTgQ7AQchsEZjk1etXQ6SAQBiDzWLCFyVgwMDke4+VaOn8iR9OOKzasWyw59KN0wQcUyfeifWsqeDNOUVEDUgaBiqlONRscH8KC2feo3bHrUQhbmeKhZ5MUy5dgRTLBN1iYwD99bjN7WlkW49q7zTLs09tBwFA/CuGQbnRfVq71RED0r1fH+68vyOtQ6iiivS8wooooCiiiiCiiigKKKKApKWigSiiigKKKKBKIpaKBIopYooGUlLQaBKbTqSimMMVEwqc8VGRRFdhUDirTjFV3BqKp3apXBWk6YNUbyxxQZ19eazr3etO8OazNQfNAqDL1AqhcOTWhqRFZ1zMmoqtcPaoWbFSXTk1AxqLIazU0tikJphajRSaaWppY00k1BLuFXularwtV4ZMJdx8j2/tWZNKKWLOm11i0QUuqPtcn3rEHULFi7F1gpJ78D3muitXR1LpRn/ALqYb5jv9axLvSNNqwReSQa8+U1Xr4/yiK78R2bLDw7qk8SCIotfEG+4u3WgN2G4VAfg3Sbi9swPQ9qfp/hXRi6FuAle47YxUkl9PTh7a9vrF6+mw33I7RUb6i1Zkvc85z5myafZ+G+mrqN1pGS2rAMPEYEn6H510djpfT7FtVSyCq2wyxyzGeScmr4PV+OMlrmU6r1DcRpNNq3ESD4Zj8atprfidzI0hCjku6KPvn3rprVgBEYrgMBcA7A+lPK2Lb23KbmViTgBXWIAj51qcc+3PPLD6jlm1XxM7un7vZlRO5bkhhxiBVpek/EOrB8fVWbCsAQUUvP5V0NvzshJ2wNs+oP58VdXU+GoFtQo7RWMphHG536jH0fSL/TNOBqb66i4xJnbt2+3NXU3d/umpWO9txNMMScD1mvPezf7Sh+Jj5zS7sximACIifrSwJn7qiHgmZpwMd6aopWMVUKTiqeovhFJLYpNRqAinPFYpN7qup2W2IsAwzD+b5UkNbWbd25rbx8MQgOX/oK2bVvw0xiKZpdImntBEWAKnbEAVbUFshbqMRgMD+Nd5bcOiupkMJFcED99dX0LUjUdOVZ81o7D/SvV8e/TyfIn21ZopKWvW8gooooCiiiiCiiigKKKKAooooCkpaKBKKKJoCikmloCiiigZSUtJQFFFFFhtMapKw+r9X8Fm0mlIN/h3/8At/8A/X5VnLKYzdXHG5XUW9XrtNpPLeuQ8TtAlvuqkOsaR+Fv/wD+P/NY9jTjlpJJkkmSfnVlFWPtDHavP/uyeqcGOu146/Tt/M6/+SEVXu3rLjy3UP1qMr9flSG2CJgVf9uR/ox/arqHEHaQflWc6Eya1NRaUKAYBY4qs+lxPPyqzkv6S/G/VYGr5rMu4muj1PTi6kpz6Guf1lp7DlbilT2nvW5lK5ZceWPtQuHNVnNT3TVVjRIaxioyZpWOaYTFApNJNJNITJqhaWmU4GitDpWqGm1i7jFu55H/AKH76v30NjUMtYQzittLh1eitXSf4ifw3+Y4P3Vz5J1t04stXQ8Ux3Pz7VG1zawIOe1IZAqvesNdOCa8+9Pbjaurr9iDIgHP39qvWerWAog59hXKvona74Yuec9u9Jd6FrzaZlLNEHbP2s1fJ3/23Xcdoeq2lA84yOC2akTXLcOFmcya5Lpnw9r7l1WtsbaMxA82fr9xH0rsNF0fVKgN5VYjvWcsr6jNzl70sJeDdsnE1OCxIkYj0qa1oiqjH4VN+7kds1y1WLlFXIFOA+ZqyunzUosQBTSbVkQkYFP25qx4YAzUTmBUNmsdvaqep1KoDmjU6kIpJNc3dv3usao6bSkiypi5dH5CjUiVnu9X1Js2iRYUw9wd/YV0ek0dvTWlVUAAwAKZoNDa0dhbVpQqj2rQUYk1S39GxA4qM/aNTtO3ioSM5owYTArU+HtT4GvNljCXhH/yHH9aymoRmRwymGUgg+hrpjl46rnnj5bj0GlqtotSNZo7d9f5hkeh7irFfRl32+dZrqlooo4qoKKKKAooooCiiiiCiiigKKKO9UEUhpaKBtFKTSUC0UUVAyiKKKBKKGIVSzEAASSTAFc/1PrJvIbGgfBw9/jHov8Aes5ZTH23jjcrqH9X614ZbSaNgb/D3Bxb9h/u/KsbT2duTJPqcmnWdOLYAAAFWNoAnivJllc729eGExhOO1V3cJdA7Pj61LduhQTWH1HXskJbM3JlRBM/dUtkejGL9nqKsXQiGtnPy7VaTVqVEGa5FU62NW17/p99iy7QoAAA55JqZT1oNH/S7yZySRj7jWPKumXHPe2x1XX+DsaARuExTLHVEujaGE+xqjd0PVNbZIWxafjPjgR8wcj7qzH0fU7OpS0+guWncxvaNnz3DH9a1PKd6Mbx61vt1J1QgnbwOBS3NKmptxctIQezZqtp7S2LaqG8Q/zN3P8AirtpiwJRgxHK8EfStztztlcn1zo37naOosqRbX7SzIHyrnHr0rVXEu6d0cAqRBmvNHABIGQCQD6iumFvqvJzYeNmkZpppTzTCcV0cSTSTS0lRRSzSUUNJAav9NuxeNkny3Bj/wAhx/as8HFPRiGBBgjg1fcWVvm2GqW3phiq2m1S3l3HB/mHvV624ivHlNXT3YZSzaexorIu7/DBc43RV1EUMjCOYEfr2qqt1e7AepNTpqNkEDCkgz61zbadq3/EWdu5c4yRj/JrXtFcYE1z2nvhLQlmlzknkepq9Z11tLcEqWHmz7n9foVqVjJteEriYqM2lFM/fEVNxPAk/WlN8GO8iqxNmlROKaxA4pGu45qtd1AExWLp0SXLsZrL1msW2pJqLXdUt2LZZnA+tc8v7z1m/wDzLZnP+6styFu3NR1nUGxYYpYBh7g7+w/vXS9P6fa0dhbdtAoAjFO0OhTS2gqL91X0WMmotv0VE9fu9ak2wZ70AU4j0FVgwjFQMKsMDxULjtUEJE00TuqQimMINX6I2ega7931J01xot3T5ZPDf5rqTXn/AMjXW9H6kNdY8O4f46Dzf7h616/jcm5414/kcer5RpUUUc163mLxRNBpKBaKKKIKKKKIKKKKAoooqgooooEIoilooEPNFJRWQ2q+r12n0SBtRcCzwvLN8hTOp65em9Ou6lgCVgIp/mY8CuNW5d1l5r99jcuPkk/l8vasZ8nj064cfl2v9Q6nf6p5AptaUGfDJy/u39qjtJGYpbVuBgVOLcV5bbld168ZMZqGFgok4qtdJKs1toP4GrdxZET99Z97+FuG7DCfrSzTU7YGq68ouGxBN4HaU7z6Vt9G6e9oNqtSAdRdA8v+hfSo+k9P0d3X6jWtp1OqIQlzzBX/ABW+AAOakx323llJ1ELEJBppYblJ/m4pusuhdgBAMn8qzNZ1BbdzRXNwCszqR81kflSpJVvXPas2mvNII4IMEnsBWdaS5qW8a+25z68AVA19uoXwxP8ADTj3NaNhZUASR61N/SzGIbmnA+zhvu/GoPEZCBckEHyuMEVsm2AhBWQRmszWoqoVbKnj2rNWMvqWpYWru7kjtiTXJ3kitzW3TdhBPl5rKvKK9PF/Hby/Iy3lpnMINRmKmuKQagauriQ0hoJxSVlSzQDmm0o5oJBT1qIZqQVpEtu41q4HQwR68H51oDWk2pUFSTBBORWZIok5Kna0YIrGWMybwzuLVGsBgSJAxnE55qW11MJc8PcPIogHO4kST+Nc6929auMVtlh9r2weB9MVSGuu27u4IeCRPc9j8sflXH/U9E5Y7W71EOSq3NxJCT34gn6An6mlXqyF7bM5FsNuKtgsCMA/rua4dupXN4CysgnJiTM1C3XHKsDOJBPpjj8Kn+urc56ejr1o3dVfZn8lsopzzJJ//kPuq2vWYswHUlYCkcngDHrB++vKm6+4UogbzMCSByRkf1pLvWtVeA2FlYmTP65maeCy/p6ld+IkFwy0EDbE9zB/rFZ3UPii2jNZsEXrp4VDXB2E1muuyxKqeAO36iuv6F0JLYDFRJ7965ZSR2wx62m0mh1XUr/japiwnFvsP8/2rsdHo106CFAxSaTTJZUBV7VcUVzq2/o5F9JqdRTFEcU8YzNXTBRNLGPekp4qoYyjmKhcVYImomGalNoIprDNTEZppFRTAMU+zeuae8t60xV1Mg0oGaaRFMbqplNx1/T+oW9fY3r5bg+2np/irlcLZ1FzS3lvWmKuv4+xrZ1Hxl0rp+jTUdTuNpVLbWbw2ZFPqSBgfOvocXNMpqvFnw2X8XQ0Vydr9pHwzeUNa1d10JA3+CwHNdTp9RZ1dhL+nuLdtOJV1Mgiu0svpjPi5MO8po+lpKBVcy0UUUQUUUVQUUUUBNJOKO1HaiAcUZpKWaBNpopcetFQcr8a3CNFo7YP2rxYj5CP61l6FQbcms7qPVNT1XW6q7eYiyhVbFvsgJz9TiTWlozFsV487vLb3ceOsdL9vAqVeagtnFTA1lTbySJH31j9VJ02ju3TLKMgjt7VtkzyRFQ3Et3Ua1cAKsIIPBFW9xrG6u2NpNSNHq7oOAbSg/MH/NTv1e3sOawus9P6oOoqmlXxbbIdpHJM5n8Kr2fhXq+pM6rUCzaPKgyaxu+o9Exx1u0/qnWTq2tWdPqBbYXATc2Fwi5kwCJrKa31HqF7S6bT9Q0t63Yfc1yGRysQYQg5z6xXU2Ol6To+nK20Du5yW5NO0mjUOTbtort9oqvFP+2blr0l0ekVFW0n2VAE1r20Fscc0yzaWygAqSZxUkc9mucSDgdqxOralUtOSQAASSewrS1d8WLZZjAGea5I3L/V7y6kW/8A9PtPO5hi8QeAP9P+Ksm7prH1sW9Ox0ouXAQ93zweQO34fnWdqLcE11GoTcSeZ71iayzE165NTUfPuXld1hXVkVTYVpXUqjdWDVVAeKYacfnTKiiacKYKcKKkB706aYDRIoJJo3AVC1wCo2u0NLBcCoXW238oEcH0qB76oJZgB7mqz9SsJI3z8hUtbnHll6jSGitPoBAyDz8hFYl3TbZUIB8hW50TWJrdLqU2kG24In0I/wAVHesjxTINcMrdvVx466rDTRM5AjBrW0XSAWErWhpNKGI8uK6PQ6EYJFcssnfxk7RdL6QBBKgV1el0yWVHlB+dQae2tsDAq0GNc2bVjcORTg8mq4aalt8d+O9RKsKakGAKiWpAcRVZSDnNP4GKjFSDiDViUh4qNhU1MYUpEMffSEd6kg00iMVlTBzSNTwBTW5oiE1h/EXXLPSdCysi3rt5Sq2XEq/ru9qk+JPiDT9A0W+4037mLSDkn1+VeSa3qmo6jq7mp1F4tcuGYPb2FdMI9HDwefeXpbsXGUqF8qDhVEAewFd78GfGt3oZGm1Cm5oXMsv81s9yv9q8zS++7kyK0dJqWdghUsY7c13xtxu4+jlhhy4eGU6fT2j1en1+lTU6W6t2y4lWU1PXh3wx8Ra74c1DOtxLmmb/ALunLE/URwfevROmfHmg1+oSzdsvYLsArbgRn19K9WOcr4HyPgcnHlfHuOtooorbwCiiigKKKKAikNKaSgSiiiiCilmKKmx5LZEz/ueT9P8Ait7TDbbArF0wm7t9K3LQhRXgr6EWrdTKc1AmKlVoolSkYqtcBBkDFTHIIM/QxTGMjP4U2sQNdsNAdmQjiJxUb6sKhG7xDGGUc/P0p10gfP0qncDXnFteSc+1Xa77RWrT6y+Xb7I4j+la1uyLaAAVJp9Mtm2FA4FTwPSotqoRHfmmzAmrLJIiqWoJtgzgVL0k7rmPi3VxZs6Tft/eH2tn+UZP9vrTF6hZs9N8O3ACptVF7nsAPWqPxB0f/wCoeoWm/eblkaaQhQZJMSfwFW+jdCPQ9Ta1d28+pKkwzjiRBj3rWMej+OG23ctFbShhDBQCPeM1maqzINb96335rN1FqZr1vk7cpqLe1iKztQmK3tbZIJMVkXl5qNRlPzUdT3hDVB3qNilBxUdy6loeZgPmaztT1QCVtCfelum8ePLL1Ghe1Vuws3His271rJFtJ9zWTd1Ju3CWJY1CbpgyINYuT1Y8GOPtoXOrag/zqPkKgOvvNk3Gx2quqqo3Nlj+FEywCDPc1Nusxk9RKCbzFrhJjgGkZTIA4NS20C25J++o3vAGQYUfzRUb1JO238M3RZ6m1knF+2Vj3GR/WuguIDdNcHpNS9rW2NUJAtOGAnmvQCQxDA4OQfauecYvva1pbUMPSt7TEBQBWTpgNoyCfetSwSIyK89avppWmMZiPWpt1VkbHb6U9XBaKyytqZFTWzjJ+lV7ePnVlMVYymX5VIpqNTT1aTVZTLzTx61EtSVpDqaeOKdmKQ1aEjFMIFOntRkmI4rOl2iKxWN8Rdf03QNAdRe89w4t2wcuf7U/4k+ItH8OaE3b7hr7D+FZB8z/AOPevFeq9W1XWte+s1TGWJheyj0HtWscNu3Dxefd9H9U6pquq625qtTdLlySoPCj0A9KpqYHtx8/pTRkRBnnFX9LoWch7v2PbBNdZNPoYz6iPT6dnYOqnZuhpMR8q2NJqLRTZbi2uJWIJ+vemhYtFAFVAOIOacFAtq1xI2evIPbNV0mOmhZvIhBIWR6ZP31oWdSS63LexguTjzCsIbASGVyNxlxx9Yq2t421LTvEzgcRWpV8dvRekfHersAJqv8A1CRADeVh7z3Fei6XVWdZp0v6e4ty04lWU4rwjTtuVStwXDxF0AH6N2rtfgrqy6LWnSXbzJZujNu5yj+v14mu+Gf1XyfmfDx8bnhNV6RRRRXV8UUUUUAaSKWigbFFLmkohYmikoqaHlmiBN4njNblr7NYuh5rZsmMV8+3t9GJ+DUoMQainE07caIlJ96ge5FDsYioGJbHf2qbWQxyzmFHermm062xJ+1FJprAUSRVtR6VQsURBzTgPl99L7/hVS0xvKJrE6rqFtW3dmAVRJNauouQprlerO+pv27KqrCd7I3DKuSPrEfWl7axnbI03Vrml6ld0+rsPYuzvVLqwSp4YeoI71r6nrFsdPuFyNgBMRn/AJrruo9N6b8R6Cw2s063rTKLtl5Kum4TKsMj8qytH8IdK6dql1CDU37iGbf7ze3qh9QIAn3M13/12emZ8rHX5Ts+1auLorAvD+KLSBxH820T+NUr9utq6lZ99K66eHe3PauzuU4+dc/qbe1jiut1NvBFc71FFtqzswVRkk1GsZu6jAvrzWRrNYtlSLeXqTqPUC0rbwDxHpWLd3IhJMsc1yub6nD8Txnlmgu3HZi9wknsJqAbro3FoHoKkVDcaScDmh7KATmam3e4b9IGZbY2LUZJY8x71KbYBwoJ9TSC3iSJNHO403z3CBx2q7ZsgCBkDJ96hFryiRGea0PBFvThTPGfnUtdOPDvak6F2JY4HMcVUY+Lc9EHArR1Ns27O3vgYqoLUKABxTbWXHd6MnahPpXadA1X750Sw5Mvbm22e4/xFcTqFZbZ5rb+Cb5FzV2CfKxDge4xTKfja8/JfHKYu1sMyjk1etXiKq2hDgRFWSuK8lb300LV8xzn3q1YYkzWSjRIrT0hkD5VEvpp28gTVhWqtb4qdYowmDHipVMVXDU9Tmqi0pqVc1XU4kGpbZk1qM1LTDyaLtxLFl7911t2rYJZ2MBQK4nr37SOm6JWsdLH77qThbgxaU/M8/StaMMcsvTstRqNPo7DajVX7diyv2rl1gqj7689+I/2lpbDaboHmck7tVcTA/8AEHn5muE6x13qXXNQL3UdSbpXCWxhEH+1ap2rL6gkWwzR6cVqR7OP40neXsmo1N7V6l9Rqbz3r7mWd2kk0lq1cumLaFs81oWOmgea8QwONoOPrWgqgABYUEmAMcVuPbjhftT0+hFqGcB2mQBwPWrl0lE3sMDPlzBpDIYBThlmfSlPmJUMWmDG2Jo6SSeglw7RtHec5pVvyYySYwRUZYTM4Akz2pNMhZRPPMHM0FlLkEAH2MYAqa2AfsqxXdlQeflVVSUuYAIJwY4FWVuEAE/QEY+6qJ7O1j5Q/EHEj5VpafUBrQS6viIMgryPuyKzRfkLvAJnDLzPHPerFu6UWSN9s4JC5+sVYzXedH+NdZorVvTXFXVWUjzXJVtvoDxPzr0PRa7T9Q0y6jTXA9tvvB9D6GvDLN7bDW7pQnG1mJHHrXQ9C+In6VqVcnbaY+dQZS57zx9a74Z/t8v5Xwpl+WE1XrVFV9FrbOv0tvU6dt1txI9R7GrFdXxbLLqiiik4oyOKQUuaIoCaKWioPLdD5WnFbFoQKyNIMj8K17JJWvmvpfSVeJjNIWzmndpqJjJiqQE7jxU1q16iksoTmrltKQ3oKpqQL3NOUUMarJJA7U1jikJqO60AwTVRU1dwxFc3Y6b1TrfVH/crezTQbNzWORtt92CrMs0R7ZzWj1jVJptNcuOWO0ZCnJ9h866noHTW6X0LS6W6oW+FNy8B2uMdzD6Ex9K6cePll2mfJcMevaezpk0uls6e1Ph2ba21kyYAgT74qO4tXHFQOK9VeJn3VqleQZrTujFZ98iDUVj6kdorgviPXi/qxpLRlEkue0123V9Wui0d3UEAlRgHua8tvPci5dun+JdMkegrnyXU0+n/AI7g88vO/ShqSBO361U1Ck/KrN0bgSY9DUaLK55Fefb69x+lNAFBM0hRnwomrTW1Ubo96IgScTV25+H0q/u4VZY5qOArhT9mrzCV9aha0hUue+BSVnLD9G27J1OqVZ8q+YxWiyliq5B3ARTtDo/CtN6vmfSp71tSEkyd4pa68fHqWqHULewJ3Bb8ar+GCMVo9VQfuyuIhWH0rPUiBz/eo6+M2Y+mFy0cmTUHRbp0PULe7A8SGn0OKuqQpyPnSXdILyb7clxkj2qy/TyfL4t4zOfT0KyDtycj1qeSOfuqHpKvrOjafUAbiUE/OnO+2QQQR61577eWdkZ/MK19F9kfnXN3dQA6jd/NXTaBD4QMdqWFaVvNT9qit8cU8mQQO1RjZ26BUtppOa53X/EvS9AxF/WKXA/7dvzt+Fc11L9ouoJNrpWlWyIH8a+NzfQcD6zSY2t48WeXqPStRqbGi05vaq9bsWgJL3GAH481yHV/2maLRhrXSbB1dwY8a55bY+Q5P4V5rr+p63qt439dqbl98mXOF+Q4H0qqiPcbYqliOw59DXWY6d8fjYz+XbR6t8Q9W65c3a/W3LomRa+zbX5KMVm27b3WItIWP5VfsdLc+a8TtHKrz99aFtAi7UthVA2gRA/5rb048eulKxoLdpo1HmuD+Xtx+NX9s2gAFVBBhREfKl3OmIHuwPb+nNML3AGY29wmCZkff3o6yaTAC2CAAYEg8TSNCsYXEcbZg1FtdVE7Y2kksfSDSecNuLsdp82ziPn8qsXZ+8COQoxP9KjLsSeULCQCcj9RQQingBWE87iPb8qaA2zH2ln1z9e1E2beYDTtAWZ2lfTP/Iqe35SCcCfQ81BqEFy2wE+YRI9e1N0lxbq7WEOMMJom+1tbLorgMhAjOfpipFBmQ0DEmKa6sbcIcyJPEj9RSi20wII9O8RVa9JkISNoBJzJ5qdb7qwZWEg+UgZNUbQuC2JmM4YVMASILR67eR702i9aupc3M3laQT/u9flVq0wtMQzv5uVIUj9fWsxHK7TbAIHb0FWLd5YKsFI3Qu7MH61qM11fQ/iHVdFuH92YPZc+a0wx9M4r0vo/xBoesgrYcrfVQzWnEEfL1rxNBZvvElH5wxgxWj06/e0Out3k1FxLtsiCT/WumOeni+T8PDl/KdV7hRXP/DvxGvU7X7vqiiaxeIMLdHqv9R2roK7S7fC5OPLjy8chRRRVcxRRRQeY6Ud61bJxFZdnykH8q0bH2fxr5kfUsTk4ntUaqS1SHIqRE9qFS2VjFWlGKgSrC8VqMFOBNQs0064e1QsQOZoFJxVLU3gqxU124AvMVgdW6gumsXHaYAnAyfYe9VJN1Y6Vpx1v4mtWmWdPodupvSMM0/w1+8E/Ja745NY3wp0W50XoqpqYOtvsb2pIz5jwvyUQPv8AWto17OPHxxeTlz8skLCoXGDVhqr3Dg1pzU7xxWVqmia09QYBrD199bdt3Ywqgk1FjjvjHUwmnszCs5JE8xXEah97tE7Zq7ruoP1TX6jVMW2KxCDsBwKoOpJODn3715uS7r9L8PjvHxSVXKTkj25qIpHmGT/MKsFS38ooCnbIIE9gK5vV47QbVuoRODThZUYJmpDbTvO7jFOZFwZMUPFXNpUBDHAqPS2TqtQCR/CTJPqfSn30AxG6eJq9bttZsrsjGSCOarFx3dH3CSwtrgEVHcQshyd4yDHen2zuZmn0igPByfxqOv0au29pyoM71MyO9YwDI7W2wQYIrUt3RauunZjuUfnTdZo01IN6wYugZB/m/wA0YvahOee3NS2LjIdwMRVcEglWEMPUcUoaYBPA+6qSu4+FPiPpug050fUBcsWzJW6ql1E+oGRWnr9Z0rVS+l19i5/8oP3GK82DQZ570u8GZgzWbjHHL4+GV3Lp0V3UA9RtL4ihA8s27EV1Q+Jei6S2EbWh2HK2kLf4rzQsQAQMfKl3Exn3ip4ys/8Ai4/dd5qv2gaa2rrotHdcxK3LzAD/APEVzXUfirq/U3K3NU1qy0A2rHkXnj1P1rFZiCZyCDn6UNMxHeAByf1FWYyNziww9QingfL+lIu5iMDOR39D/SrFnRPcksSqg9+/yH0FXrdi1ZG2zG4nk889q1pvVqrZ0BgtefaBnaBk9vxxV61bW3hFFs8+UZ+vrTRdLFee/GeKkBAlYIJ9RRqSHBmDEcEEmOP+aY7bQpw1vjPanOrMTkesA/SmXZKNMeZYn04zVU8bLojmMilDbb8OzRwSpy8cUoRt0MQf5hBzTrtpSpkQAOeYz+VC6RBVBKgbWGQznMduPupty+VUXFYG45AKgRHPcemcUp3FQY8yHuZn2iq2sVygu28w0HESTjFGb6SIQzbVIiY9CTU8l1CgDaGgn5e9U7O5D5htnhR6d6vWwIIAgHPNFl2EtqAwYiQwaDjFNa3Ye6W2SxbLDFTrtJO3aWIPac0myzvJCjceZMQYH9qLo22CoIB4xk0/w7kiCpA5zFFvZJddoOFxninhyJK5jK1VMNsuxm8IAA9ZoAJRDyxIxg9vnQX3WjO7zcGOc00v/GA3AnMhlic+lGUhDBWIPlHcrz3pdzQWWBIyACPeZ9qjClVkgd/MBkZ45pN6K4AuH14k/hVRZs3At2DbiTAZWyPStOzqN5Fu4ZZeHWTtB4rEW4zWzGCePb0/KrFrUC1BcZMAvB5+VUa/77f091CzEruVpyNpHBUjg+4r0D4d+N2a2trXk3EGPF5ZR6n1HuM15tavWdQotudlwHyzjdzINJbuPoXRkRgijMYK/P1rWOVjz83BhzY6yj6FR1uW1dGDKwkEdxTq83+E/iv9z8HTat0OgvR4V2T/AAnP8p9j+FejghhKkEHuK9Eu35/5HBlw5apaKKKrg8vtkduK09OcZ5rKs8RWnpjx718uPqryKeZqUDt70iiF7U6YP1rTFSIMVMBC4qJImpuBRETnOar3X2gzS6m4qAyax9RqwZPmAGfLVTWy6zVjzAlfqah+GemnrXXv367aX9x6e/lBMi5fiQPkoIPz2+lZF3UX+qdQt9J6faW5qrpyLilltL3d44A9+eOa9M6P0ux0XpWn6fph/DtLliILscsx9yZNduLDd8q582fjPH7X+1NinUhr1PIieqlw4NWbhqneaAalGfq35rzv4463+56f90QjfdEsfRa7jX3xbR2YwqiSTXhfxl1T9+6jfuiNpO1c9hXPO6j2/C45lnc8vUN0JddCzNM3bhf6dqN5OdpM06zaYaWwGIWLYwM0pXbgV5r7foeOaxhiurEggg+lIJYso4XM0XEP2h9oU0MDceCcnio6HNbYlSsSMH3pl4KqrGDP31MXAEzVG/c8jHdjt6mjOd1EmkQ6rUl4lEyfc1oswyIIiquiHhaZUW2285Ye9StviWML37mqnHOtowTbIb+VsHHB7UjMeBANPltuAI4IqM3YuKPKo2SsevcVGr1Er25tATtcGVYDimWb7S1txFwS0eo9RUgZQokxnvTSgKgspLKZEcihf3A+ntasLJC3duGWPxrMv6a7pWAvJ5Tww4rQPiWgYth1IgFefkalt6oPdkkSQEIOefaqnX/tjBpEiMdxT5OQTj0rROn0d0FhYXc04UlTihNLpCVizluJJzHPeiTbOBjIj+9KAWPlUk+3Pb0+taQSwVO20gjI8uRT3uhbTWztErAxGRRapLorrLLwoHMnP6zVuzZtWySYZuJY9+5imeJNuFVvNiZxmldfDsliSYILdx7miaPBLgEQIJIYx39qft2SY3HvmaYX2mSYMRnO6hro3NtG6MxHarFlI4KMXUTtyVn+U+n1pyXAwJk8cEZFCvtcswHmwoPYUxltg+UMjSfKfpj8aM6P8ZQJVASpkCCRmnpGABsyRuM8H0Hao7AVpMkIrQFH51aAmZJHuRwaL6QgXSsoQSn+3n5061eJuMxBlTBk5GKNxC79sxzH836zVK5dL6g7MuwExx+NEt+1q66o4KqCxjyxkmnJZyXbLHM9hJplm0QGa8fMOBOAPnUtxkUws7YzImf8UWf2XUN/6WVnBBmOST2otqWMekQJ5Py704Q1uHDmRErxUanwh5+FzIov2sbVG0NJJEQf1il37SQwCiYJIECmG4C24SeP/lUdydpuK32DOeKGysw8ZiNrSoyD9xzTy4IJHpVdGNwBktqqkjJ4B/U0/wADuzliTn2qs7JI8NVDM7YlQARz6xSuzM6+Iy7vsiTznv75/CleztQeYbgew+s0MzJ9mWtAySq5+/uKBxAIO8l1EkEEwaRFtnA+WAB9MU3c3luJGycJP5f2pBcQqLgAIPKAwY9veRVSrACEYIMiDI54pdgVkG4NgZn3qtuEfwgWExujBE9qli6pRWjb6jsPl9abO1tSir5gDglZMEfr+1Xbdw3bMuSbiiCZiRGD2rOZ2tENcRoJiVg/rtUunvj1ghhBA+79f3qympGnp2W2GttaJsscqeI5716H8DdeuF/+kap94AJ07sckf6TXmviM43AhQpgrtGJrT0Oo8G7b1Nsk3bDi4CTBgcj9elbxuq4fI4Zy4XGvcvrRUOnvrqtNa1CZS6gcfIiaK7vzNxseZWa1dLkAH6isnT/a71raUyQBXzX1GkklRAyKWMwKEEgdqX6ZqsVIlSEws1Ggjmi+4WyTRHPdV1jHUiwhycmOwrD6jrDaQItos5IVU3EliTAAHeSYp9zUXf3jV6m2gZ/EIBJ4C+lbvwT0nU6y3b6/1Vld7oJ0djYP4QkjxD/uMY9AfU43hhcqZ5TCbbXwh8OnoHT7jajwz1DVEPqCg8qx9m2PULJz3JJrpBUa81IM17ZNTTwW23dFI3FLTHOKqILhrO1NzaKu3mxWLrrwVTmpRxvxx1JtP05bKGDeaD8q8d6qTe1SW8DdcA/GvQPjvUm7qbCK2FE155eHi9Z01snHijivPld5vucOMx+NP7bt5grlUEoOKYt5GU9j6Gp7vJiImq7IRmJE5kVxr6smvR25T3+dRPZnaykBuIJiRTtykbgNpmPlQQIO7I5k0W9oLgC7QzTImJpuktjU6uSBtt5z61HqCDaBBh+1W+m2Xs6MvcI3O0n+lWONu8tLlyCCJqFg4VgW3be/rQbhbygj0oBOFkie5qO8g3KciCYyOJqIBb1pUIggzumINOu3Np2nndzHIoDRJjBozl3dI0Xbd2MxcgSs8VMj7mLSRtxUFxle8jqcqDNR6djFyWnddO2aM71dLztt2v2DRxODim3EsahgCFLDhlwRSrbVVlm3dpODUYA8YkHadkEenpRqhNPbUkzcnJkv707wEhQZkHPnMT3M0ASFVtrRgE+3enbQpEsT6kmqmMhnh2ysG27cnDkU1FtBRtRB3MZqQvERPznmq4KJcvOMWhBj0PeKGXVTB99xiGwpiQO9SKQyjB28zHNQWrbnSqIlp3MJyZ5qwlzdnc0f+PFEl/ZHsoGASCTn60C4LdwoyqrMTnbx6U/aY7mcyOKbeb+GbZUAlgCWHGe30qwv9Gz9oAhWmBjIJFRXGD3bajyQdxz9mO/4/hUl28A4bcxJgTEz8/emWl3mW8wBwYmfeiX3o8oLbbrTLt/mXsD3qQavbHiyOwPY+007dCkzIOBnNU79xr5KW4DEZIEAe5omV0s/vHi3mCwQOT6VJbtWbLNA805giSff6VHatqlm0pIBUedhPmM8+3MfSpASTjEnii4y6BJDbo2u2Jgx9KeilEAE8TgdqjNybQblpx8uP606QVmYBkjH50a3oqmX2sIbt86a5Vmkke3A+/0qO/d/lkhj9kE/jSC2XILkg8wZg0LTRlWCN4cDIb7PPb/NSKltdlxidx4PI+h7Gi5dJH8RcAQTaERVd9SzP9oXZUggkkj5gVXOrPihLrDcGukA5EE4plzVooALZ7qTFVfC/eFDK5i2MS0ccgTx/inJpbT7lZzvUiFZcgf1FE3fpIL4aQjYPY4n605U37nWJwDbY9/l2NPS0LZKIWsuCCBtkAcH6cZ7Uq3Lty5vJZXP2rij5cY470U0R4ha2gW6D5gFx8vvp62zcffcIDnnaIk0+2nh+UtAOBjv86lI2YJwMExxFFhq7FVpOY47/SnFhdB2qAwBkk/0pEUOQSVVok/4pCu26rHyEjBHE+tGtJLTgDaO57HmnAeGsoynMwfnM1CLZZDCk3OVb5VJauLdCqQe0Tkx2qs39LWmuMYWDBEPOat2bvhXrZDw3aTG4c/1qjhXBhtjsMen0+lXrATUWFDD+IoBA/AH8c1Yn9PV/hLq9heg27F64q+A7W0zyvI/OPpRXnGi1KpYKXdodWIILkUV1mc0+dn8CZZXL9ug0/2q1dGJYfOsiy3Gea19EZgivC41sIPLNO24ptsytSjjtW3Ixeag1jbbTfKrCxuqr1HFhu2KE9uFe1fvXP3TTCbmp1a6fH8oflvoJP0r1mxZt6ezbsWV22rahEUdlAgV5r0Jmb4w0iqYH7xuI9YtvXpyCvRwT8duHyb+Uh45p4wKbThXoeWQhNQ3Gwakc1VvPAoqrqbkKc1zfVNTsRjNa2svAA1xXX+opYs3rznyW1LGs1rGW3UcT8TXhe10ZkAVyOmQ3/iG1mAsufkK3NRfuaxheuGGcTHpWT06wz9T1F8NAtpt+ZNebf5Wv0X+vWGGE/pqsTmeTTCw7GaNm37TkzSqNvIH0rm9sNxtIIknNR3XVUkE4MQe1WCADNZ3UHK5QxPIHehnfHHZLFr941aoOPtMfatMoLYl8gYx6e9Ueknd4t0iCSBVy4WgkSTM/OrXPim55HKPIG4PaO1BmQB6zFN3LBYMCOI701XaTvKyMT61Hf0j1ayFZeVJOKUMty2FXkjvTlY7mI4HlApIFowuCDgRzRj72cTIXaV3cge9ZwBs2WMjy6jj0P8AatFUltxZZIBgnAqi9k3f3q0GgMVuKSMA/oVY58s36aRO0eYggelRwDc3EYIiD3HaorbSy78NG7HYRirDNwT3Io3LtEx8MjEBSeOQD/SngkcgH50jEeKJIIIPI59qYLVxZVCCpjytiPrUXV2W4pNxFmA/Ydqr3iGNvTH7LHzgcx61MS6G5cuNuj7J4io7Ku4bUsO4ZfZRiq551dZhsAg4IyuPn9aYrWwu6Aqk8dhVhQWgAc4kmmtaQ3T5AGIgCME003pGHlh4a7mnsOKYbly4zKpjJDkGY9Yn1ijVXUtWQqAgtiPb9fnTI8NVtKzBm8z/AOKrN96PdQ9q4lsAIsEH1JIo0522tpwU8sA0OR5bfKg7mk9uwqprL7B9tosLjEKoXufSiZZa7WnnUkW7UZyWB471KF8JntqxCoc7hyYqHQ/wbRt3lG8kFpNWiqs+4gSeKGM32ZuN26yhRtUDn1ipGAcBFM8Z7Zoayu5ixYEruKr/ADHj+lN/hlDtEZyBjP6ijW9HttAYOpE4wOcfr8arXC9m+WtMpDsStsCe35UrXSAdq9u5mO2aQW1S47uSWIAn09vl/ejO9ojba1/FfzBwN84gD0pf3sqokeVcSD78VFqL5CEBZXIJAkVAlm5fIWyhaAAZEExRm5fUWLetuvc22U3Hg4JAHvVltOXTz2ouRyhj76hXp1wJ/CdrbDmDzRYUi46u58pglsR9KrWMv2nFtXgOdt1RCHZ5iO3sakO1YF9nDTIeYx3j7+PnTbpDbRPiPMR601Lc+W6VMNIByPaTRdfobGuqPEfyqSZ7ke9SKlzAQmTwTwf80oJExbllxzTjuW9LrsVsxyCc5/KoSBrbkSTJkeXsR86NzGyxYEsPKw+sYqQOCMj1PlMyaZdWPOmGfBXie4/Kquj7ZA2yZAPepNu8womBnyxUFlxsEcqcAYwakGftEbhkA4B9qEp4aLRfaGkevJqK0FCo2cYI9e1O37Lm8GFnITmI5H30FnViwQbSSwAzOOKqVYEMh4x3PBqxpHbxmSAWYZY45/zFU7dxWWZI7N6CpUkXVJ+zJ8oGaI0/Fa3dugeWWmPoKKddt3iwe0gdXG4n3oremfJ0tuYxWvoyJ5rH0jC4O0DitCw+xuRXk+3yb26C39me9S7sxVPTvuUVYZq3tzPmD71U6kZ0rH2NVus9d6f0DQ/vnU9SLFmYHlLFz6KBkmvJPiP9sOs1u/T9D0a6XTnBvagB7rj2HC/ia1jhcvTGXJjj7dl0e+tn4i0epJ8o1dtT/wDIlP8A+VesKCDXzH/9SdSOnta/pusAst4bXbLqHNi6p9WHDEBhzzGMV7v8B/Fo+Lehm7fUW+o6VvC1doCBu7MB6H07GRXp4sbhNVw5r5yZx1FBwKWmscV1edHcbFUNQ+KtXWxWZqrmDmorH6nqNqsZrzv4q1J/6ZdAyXxXY9YvcrOK8/8AiC4L4NkHI/Cued/F7Pg4efNGCjG5o1uLk7fyql0W4WGsBOfEE07QO9k37Dtu2NI+RqPplsrqtdtMeYc964ft9uW24NFjtIJ+yOaXfjaINAurBV1AP307YmIgfKsPXIi3naQy5GKy9Vc8zEfICr+pQKCwYjHANUdCn7z1FcA2rfmbNWOPNfWP7atux4OmS2sK6QZ9T3p4uENFwAH07U5tp/mJPck01mtlShAB9KjrjJJ0UIu5doieagu29p3AkBjkVOuFPYDiKiuI4+0xI7j2o1fRhZQuxRPpSp2MEkgf8UiqAoCggMOZ7jvT7bBrjmDj25oxs5g0SV291PYe1Z+uJS9bvD/3AVP1rRciCp49Zqh1Gzv0eAVMY7kmk9s8s/HpOWC6n/aEXbJ9MU5HCSHJHcA+h9KqaK/46LuWXQTn1rQa4oUbisD6xVvXScd8puGruZ1ciABgd/nTi+1ZgEjJnFRG8xMKTPAqNot2t1xtwiRnAo3vRt/dcZLQxuOVq7aUouxVWbfE/KodOI3XWJ3PmQPuFTqAtkDZlcEbeKrE77NM2GGT4LfZM1ZQhyh3CewmZpu5bZ3NsKsAdqNhTHP1qu9t9JdlZNs+baYkTVa3pHrTGpt3Ii2cY4kdqitLc/erlwrIaAs8gcUovrqLgJI2WyWJ9Wppv7FBClcTJaoxlZ7OuXGt7iGBJ7ARu9KXR6Ha/jXi3itO0Rhff50aC1tuDVXwrMcokEgVcCBtwYwOwBgD2qsyeXdSeCr3WaZ2jnux9KCXILLcgzhTwDUSC54ai2YGBIP670njuGVHgf6Y7iajpvRx3m4A10JjnJMf1zUF8sAQzyykAlRGCRE+1Tu4g7ipzMR9arFbTJtc7cQWHp6H1FVi/wBGtfs2hhgW4g8k+tVfG1GoY+Dbwe9Jb0Vt74t+KSCZRlEiPrVtlKxae5bZQSPJgiiTdVES4jrvaHJ8oIiPetVB4YBKEH+dyct7/dH3VEEcX2cKVHCqYhVHt85p7Wx4TEu0xECOYqNYzQIUMNlxt8SxJgDNKlpSYaCQS36mgKVUBu2MnBpt5RAAY22UxIPFHRIylP4gBIbG7g/SpUUMQUxcBmT24iqwN1VZbjSQIml8UbjFpnMwR6H9flVZ2da1BtX307LDj1H2s/rNSeJH2sKufLwT6/SmX9P+8st0okqOzGeJpotG20ObnoTyPb5VDVWDdHhnMEkbWnAHrTi+4gq0lZJhskf1qO3Ytm15TOTAPb2pyIdxS1ExJ7Ms81VJsKuSvmU5Mdp5/Onx6xLYAX7PzP30hAgupPijzbT7dvnStc3GSCRsJSTwY/PiiFRMbjEnn39/umrAvBFBP2Y5jM1GpwDAHlmSYFP8zKy7gjfaBB71YqCwuQ4MATjPE8VYUnflwCHzHM1FauFgQYBifT3pGgttBzzvIg/KjLodFu1GmVkMgYmQJoqnpJFhfIze4Witds6jZ0upKNE1r2r4IBmuY8dUaQR7ipz1nS6LTNf1F3ZbX6kn0A7mvNZXyNzW67fR35wc964r4o/aetkPo/h1FvXZ2trbgm2p/wBi/wAx9zj51wfxD8YdQ6vcFqxcuaTSW2lLaPDMfVyOflxWUh8a22oRSbk7mXiY5iO+Zr18PDrvJ4ebn+sWnpLlzqHUCnUeoPc/fLoW/dvEuM4k+3y4x6VmfEfw+ei6o21Z3QEjcwgnPcdj2I+XrVy3pRqNptNKsJ+Q966i7+69e+Hrw1+qtWdRpLJd3dsPAgE/7jhT7kH5e24Y+LxTPLyjguh6+3pNU1rULv094FLif6lPI/t7gV3fw51+/wDBvxAutZzdsbUt6qOL+nOEu/McH3A968xcAOQDInBrobWqt3+g2r51QXUaedO9ktJuW2HKj2zPrPqK8+X7evi7y8b6r60sai1q9Na1Fi4Llm6gdHU4YESDQ5ryL9i/xil20/wtq75a4hL6Et3WCWt/SCR8zXrd7HIIq73GMsfG6Vb7YrH1lyAa09Q2KwtfcgGojmuqXZuNXA9RcHVahg0lnj17V1fWdYtkOzHPYVwaaidaysw3MC1cuS/T63+OwuN879qF2bXUVeMOsH3irOiRFOovGT4jY+lVuqrFoPMFGkEVP0seL08OTMMcetcb6fSnXLr/ANrQuW2O0gfdS7UdYBzTbih1HYiontgiXNZertU1rALhvvNXem2Bp9AGKjfc8zH8hWSVN/VLYnDPE+1bt1PDAZWmOR2IrXqPPhfLO39GwHYiRAzSXbassp5SO47UttgWaSIwcVJ5SR+OKy9M1pDsZyRvgkevJotOzDzDzHy/dUhwMRMyv9qrpdUBAfKSTg+tEt1UhUqxwYIlYqPe9tyclW8waKnvA7F4xkR6UwQpBEkHIxzRnKG7zcyoMDmRHFMvjda4ADCQ1S+U4gnIKgZimFSXXAMyflQvpU0aKrMZzyBV427RJIH15M1St25droMK77QPSO/4GrQC2bi7ZAcEHM5H+Krnx9RKWdeScYEYrO6i8FbQ8qlpifetSCSIAI9+azb1vxdaqBRtHnA9BSNc38dRds5gszIv2h/uNWDtCb4K+oDZOfQ9x+NMt5B2MCVH2i32eMZ/pUgQFgSsseT9PQcVVkI20IygnYxgbiI/XeoNQ5RVJaDBZgp5j9cVK8l1SfKKo6y4t7UGyCdskNjtUqZdRBZura0u5hliWJPf61GEu6+TbAFtILZwfb501Ua5tsJyccTA9a2dPYTTWFsrgKn83M9zWnDGXPr6LbAZl2gwoBiI5/xUw+0JBgcCobTsisDErPc8x/xT9+fskyO57UdZSnaDtCBsR/T76i1D2xp23tMAMp/0tQXAEG2YiM+tVL95CfDuqbyQYRpiaJlVa7rw5wDgYIpEW/dILsFk4HM1ImntK5W2pOeS0hauBRZG0CCcT7H0ozjhb/Ko0S6wtvcuMwU7VYGAJkn5irQtqiDaSJzIH4/jShYVoUkDiTSeCp8wZghwVPYfOs7dpNejXCAqCZnkqcik3KnIO0+3B9R696eFW0dw94jMmfzqMXpfbZA2kd/X096pshuMqG24keq4kfo0zY911lQWhgxLAHirKK0nw286Cd27sRgR6Uy6wN+084YFTuEHt5TFE1+z/BLIDcZXJ4O6fkKS3qbYHh3U2t/48n5VNbPlJCgsPXg0hUahihC7lJIEZEn8po1r9JEvK6qNjRPDf29M08MjJBJ7cj7XvUNskAOSWWM08MoeD3XE8D5VUNe01sl0J3cx/qnB/pTztkMQY+0MwR2I/KmlhGTGQcZ3fL7qXxfEBZkVkHI7j3oU8u4JUZ9gZzwT7UQi2dr7QwMj3H9KQqsqgMtydvBHYH1/xTlt21XAgjI9fb+31oI1drYUOSIWCczTzca4sKkAjn/FLcCoiug4cED0/tQDvBImJJMcCkQ0uFtSQQ0EHGcczTlCpbKlufs+/FKV23B5eBgRxmnoqltuSFAGfvxVFy1qNlsCWbHIPNFR20EH7Izif+KKGl25rtJrZs3Nbc3MxIuAwQ3qDH54rmurNeS2VuomptWubqDaRJI8y8AmMEemaCimwHVc7iCZ4I7fUEH6Gr/TtR463NJcQP4i+n24H2T7xMV6LJ7fkZlZNONvacBg0MEbsfyot3vCeVwo5rf1fSCujdrW67btBVuR/wC2GaEY+xMCfXFc3btv+9eAQ26du0DJPpXTH2xl623OnaU6kXdLZeWI8UIG/wC2J88j04P310vSltdMCarUBX058ty00HxVYZEfLvwDBmsldUOjjShLFhurpZu2brEyEVipQXAOXEMPYEA8RWW73dVeN7UXXuXHWAzdh2A9APTjFXLnxxx17r08H+O5OWzO9RWvdL6eurutae5dtliUtowIUTgF482PQU5NFaUlks2hiYaTVggA4GBnBpBDbo57AmvFcrX3uH4fFh9H6MP0+/42juNp7smHstsbIgwRkfStjQ/FvxB07ULfsdX1bBDOy9cNxGHoQxzWOWHbAPeMj+9Iww3Ppms+VnqvRlw8dmrjHvvQuuL1/wCHtL1DyC86xeS3MI45Gc1ldf6hb0Gle7cInhV9TXIfsz6sum1ms6VeuIo1Ci5ak5ZxgqPpmPY1H8Xa7986o9vduSx5VHv3Nd7n+O3xcPhb+TeO+p25/qGvfqGtcMxBKyI7VkWNq9UG7LAEZqzcg3Q+AJjFZ/Ud2n11nUZAJzXHe6+rlJhj19J+pqDZb0IzSdGuH/pSiACGP1p2sYNo7lycRTtLbKdPsFPtBB9ZqfTWt8syn6WZxzVXV3CluQZ7Qal8zCQpU1n6tpmWnFZdc8tYndHstc1dy+fsoIBPqa2HaTAqj00+BoRuUhnJbj7qszcYhgsTnNXJngmsUbAoS6+YKYZR6etSC5AmCVYUI0IRG7uPQzSEqu4lSpUTio7Guwb+VhGT86Gso1m5v/mWQ3oYotsGBXvwTUjpvTbwYwT2ol7gWTYEkSVqMTHlnMGe9LbYmwpHpn2NIgG4HOBjND9FJKKCRjgmqt17ioXKwkFZ+tWHuSjEKYBBmMHNF+0bmku2iTm2ST70TPudItN5bFsGTGakP/cB/wBGT9e9VdLeH7pbbcfs5+YqzaBMOYAJkA1WMLLjAbxVlQyAwhTEgn2+lMtebU3bnr5JntT7jA6mzZEBll59hTtKDs3OFCsT2PrRL3l2nMoq7lgHuFn76TxbrHcq7XA5kQaDdLW2Abvx2mnozPIViDMkHvVbVjqSpYXFhgM7T+NZq3otG6x8zmc1Y6hdBVwsYWZNZ+l09zXOlsA+GuWM/hVkeblzsy8Z7a/T0W3aNwyHbJHcDsKvuTcRkEeaFB2xz/iqtvTxKO5BGNp9PSf1xUrW0iLRU/UyccRTTpOpol9Jcuiz6qJ/XamRcOZhTxn5CpWXYhui6doOSsEx2MCqGp1brbYsDvgKCDM/KrpMspPaR76WVADlrsBsNxjt+NVyYvt4jLukZXhR6VXtBgoYgl2zjtWhp9GWG99hZpO3tz3qVnHeSW3Z3MHtlSAIJPY+tSkJbO8nkCTzQX1C7QiIkEifUcf1png3A0Xr2DHl2zII5qO+/wBFe8kE7weZjmoXvvceLcq3soP6NSppLSpu2o7BoKTGe4qeQircsq1u1jduWR7Gid/aqulcxcv3iqsYkGRxgn25qwlsf9hFAJPldSR3pZt2y8ruQqfstwYyD7d6Ui4VtbriuFyCfK31+dFhG3XiCxL3hgqVgwO3v6im3lc2C4jaSGHmB8w7+3pQz3LZVoNsqMlRgr/en7lRiw8NkOG3giCRz9aJ2VVBMsMETE025ZY3A6Mxuodsz2j8qiKC0XCHykyseaO5FWPEYJIgGInvRfcMVbhtzcPlJhgcEe49qcLaowYATjcef1OKeMk3GmO5Pf1oUslvYzeYgbSTxHb5VV1o5LaKJKsRMT6e/wCX3VMqruIbI2wTE/rNRIdoBnaWJAj1qbdkkAY7zGO9FiETIX2CmJMED9ffUwziQMT7e9QO2597QPL39Qaka6gAG3zTkTiD/wA0PRt64rEACQCAQCCZ9abJCMYORJg8TT7iC2xXbCDaciDOf1NRje96RECRxyKMVKnctkjG4fnUimbjAqI3c8SKjFvfJLEhuQBxxUvhBSCpaOC3pkc1Vaek0t3UWiySQGjA9qKuaJlsaVV8QmSTJY+vz9qKunG279uU0yHUm5YT/uXFlR/uXIP3SD86tavWsmn1+n0zqtq7fQMCuf4ZPhunoYBmo0cPZtnTo9nWaUeIjjyl0549Rkz3Bqg7+I7NCgsZMCBXqflo6HS9VHTNTb6qtsMl+xtuJEjzGGBHoHX6SDXL3OpW/wB+1mo0Fnwrt+85/eCx3bSeE42DmT9ozEgSD0PS7Y1XT0sON38R0APodp/qa4+ypstftnPh3WWfkYrlyWyPf8Djxz5PynpOFzO0GCe0R3pJOOGUZ4/XpxSAyQDEnuP19aUY94/CuL7h8TIjH40snnEDH/FNAImRMmMUoMZJ+fY1K1iUyDwZ7Ukd+PpxShoHP3dqSNsAc8Vl1lWenax+m9T0uvtz4li4Lnr7etW9TfZrzO7Fi7EsT71lMZMQKt2D4qKuCYzTf0njN7Iyxj+XmoNUv7zon3DzLVsgIsjmo5BtuwgBjNGbjvpnW28Tpj2zgqIq7p0K6WyjMQAoGPWs6fDtXkYYYVpqhW0gUSCogk1a48Xv/qEYttK7jkYJ7Vj3nNy+liCWZgoFal5ri4EFh3PpVHQw3WLZMkqC1MV57vUjedVtoqgARiRUHnDBWYzB2t6ipHaJFMDTBiRGAPWs16JJOiKCQBgMvvz7UFgbqvELBEsKHYb91y3AY/an86aSrFh6GBPb1o1UTIUuMbRlCZAjg09Ha4CHMR2qQLAz3NMdSmoDZIdcz7d6Ma13Ep+y20A4zSC1CFQR5fs5qNmZHARZVhJHpTmubGGxdwPHv7Ua2iV/4W0jayuFI9Kke4oBnBHrxSXbRvbHPldo49vWmBFCXA+XT2+s0Z7iqyIiNyGVQSPer1pge84mPaoVXbfVScZB98VDeY6VG2EMACB/Y1XKXx7OtMDf1NwxgBF9qt4TTFQYYCRVXTKFsKj8sNzR6mrgYqREkgyZqrh63UiXN1uFI2nFMZlWyWJHyPrUd3av/YZSpyUM+U+3tWdqtW6KRI+hip3TLOYzdVNTea5CqPO5wJnmt/S6RNLpbdsEScsfU8VjdN0vialb1wmP5RFbvi21Fvc57CSYj2rfrp5+K23zp2pT7NxDO0ZIOT2qNiUh0aLYwYn9ev40XDvHABHdpAaOI/GomuOGJ3lBySEmR/Sjtb9o715EUXrLAE5O9Yz6j7zNUrKNqrzOEeJkADt6097LX76Xr5JUh4BOTGRParlh1KeIdqsRO6Ofalcpj5X8iW7bW7quzbncbSJxu5A+RFP/AHh9s2rTbRyDHf8AUUA2wkXT5dwJK9/7UC9bUbFIhVgCKy7zX0kTW2roXenIIHYA+9Ph1XxdO5Xac+af0OazL17w9RvtoPOoJU+s1cs31dixEDBmePaiTL6qU3QxN1AXcLDi4nb1+Y/GnLdCNJIKHMIcAzM/I1Fc2anzWZLxiSYY+k0xCRbLxssny3FIDR/ijV6WF+1tlotiFBGRPYxjEVMjYVgzZ7+4rNZXS8HtobqkRwZMfmacmpXANvM7iYn5GieTUBtth7mOI/rVdQVCrcLG0+RHB9j+YqMPhSrBxBLZ47D3qRVEvYAENkFsED+9Vv2Rbe9TZZkBVZVmG0x2+vaKYl0gwy7duDJx86czFrYZ1behzjAHcCnwjkDcrMQDu42kd59DNRPRwBckErk/ZHEUiXQqvacEkRt9SKag8F4YhlIHPIxVkMrsCqg+oIkj61WvZpbcy7VEZYBcTxBnv3pxeF2HvPHaldNyqFIEYAcdjRtEsSSdwnc3rNFOdNykNMjJPvHFNOxVgCMnE/SkLw3YLBUswwCaREygFs7iOXxPy+6iUpLPuefMFmW7Dsc802ws2xJMDmkucL5iSIGZx+o71MoBwVDL/k4NGfsWWLbCpwJE9+Px5qxy9osSZJPvgDiqtpdoZsAnI96sI29iBOZVSByao3dN0+5q9JZuAkkLB/P+tFehfBGgtv0FvEtoxF9lBbJgAUV2mPT5XL8vxzuP6eM9cs6q11S4b6PCqqCWLbQBAg+mMfdWYSIxz2Fe1/EHwtb6pfGot3FtOREkSA3aYzB7/IV5P+/dBs328TW6VDbYq6PuVwQYMyM5ro+M09CdP0+22o3v+62Jvb7oCtGCZHrMCuDs7jblxliXPzOTWv1rrFnqVpdPpPNpw+5nBgPHEDmKyhzgQY71w5Mt9Psf4/huEud+0oaZacR2/XvSiQABM9qbwZ4PvSgBs5M/oVzfSOU+fkgev69KfxJ4I9KaMGDwZie9H80SDPvNKspyntMH50BcZ7nimiSxIPvP4Z9qcTmBiR8h3/sRWWpdBlEYx+uafZum2ftcDiow4I9Y4zTk/wBQYcgzFNN72tC6rAEHFRnCMnEnFLZWSxUDGamazv8AMI3R60Rj6/BCzyRWj4YW2pByAM1ndRBt3SHESRHuK0yStpT7Uvpy49edUb90ef3pnSFbxdRqApYHyL9Mmote38NiDBBMe1amgHhdMsJ6ruPvOavqMfy5ZP0dDFgGJ3NwBwPengbTP3+9NU+djuMgxB9KGuG0PMZVuD6Vl6ocw3pHp2qAEi5tJwTIPywRVhXgH7qhVFvK2YIYkMPWi5dluSUEGDIyKXYUJO4uO9RhGI8ztIMmOKdJcwufXNGQs+OshgrKdrdqbqJtKHmREfKacwAuJGQxwR2PpSaw/wACMwSASPSiX+NTK0vu5AGBSNta4xYSIgxzUK3NoUICSQOamQBOcZiaLLtXIRmA5BWfp2o1ih7JUgwAWn8qRvJrDbkAGIPtRqE8Qqu4qGkEj0qud9WG2QQbMrJCmQfpVhpLDJ5kNOar21jUr22rtI3cn2qxeIKklirAyMc1TD0Y7hF2jj7UVkMP3vWiyow7R8hU+p1G1Xn3yO9QdIBN59SwxlVMxn51qT7eblz8spg3bumC3Ut2CBbKASRxFCW9hRrqb9wnbx3j+tSoxwysAwhlkc+tRs5Nxtp2mNwX37/nR2pwuIEkMFAEAjlvaqIf961GzdKJOD3P+Ki1V241grYWLjTEZPvUNrUm0qAWiQFgY++aVjy700mUsPDO9SRKs2Yas1rl6wdjqVKmDirOn1GqukqunLDBkDip7fim6Lt2EA8r4n8KjevL0zvFuFJKGB/MBQqszQJBj7JMH6VpjTWkeEDJnzqwxEmJpzW1Ei3hf5GHOPSs7Wcf7rOCXAQbUPI79vY1K2j1TAswWRnbIzWgVYMTtQIM4HIntUrO9r+IrbhImRVWYSKej1F7YbSFI/3CDVhkRrlttg3MdrLOCYwfai6I1Xipb8k/zASvf+tO3TbKtt7nA+/60bk60XYVm3cukhQDbJHtzPPNNBJtAm0u9Cd0QZnnH4inAt4ZdSVcEgFTyQBj6j8ab4hF7eh8RuSxxMe/yxQkBRUMwDaZeSIyB/UU0uHtqBB2GAW/XcU5EYFNzblyAeYPYUu9lGwkK64gD8aLCqCWuQzf0mnJbDI05YHsaejS0EfaMwPyoUG4wIgQMjuRRbEng25BOV247GPlTEULc77TmeYpptOkfaPbn0qRLu19oAzgE8TVWJP4ozK4YnM/lTCu1fMze0fZGakJ2ncC25V7VE7lNrKBAIgjif1miUniHeNoDMIMnOPenLuMo+4MWnaIyZ4n60traQrck/yHuJyae4BVcMckwvPFGUV4KWVQJnIAB8vzp5QNbWC0KfTjtUVww9vC9wNvrVgybBCyXjyRz8hQiIY8pAYKBHv+prS0iK10GDyoBGY9fyqiplhmJYkYz6R+FdB0fp13XazS6NB59Q0nvCnBJ+k1ZNpllMcd1698LaUaH4b0ds29rOniMO4LZ/rRWqiC3bVEEKoCqPYcUV6X5XPPyyuV+2WsHBFeYfEf7F7PW/iC/wBR0fVk0VjU3Tdu2W05cqTltpDAETmDHPevT1qVarEunhfxx8A6f4Q0PTX0F7UX9Pc3Wrt27E+JyMDgETj2rhjMAZMDFfS3xb0gdc+FOoaIIWu+GbtmOfETzL+UfWvmxxDnEHn0rz8k1X2/g8nnx6v0UFvp707giABjk0yMzIwZp3AzxOYPFc3vOGZJAkUoMGI/xTVYrj/A/XajkDmB2jj+9FOkzzg9+ZpTO8y3zn1pkxBgDPf8PpRl3xAI7d/lRdn7icAyMwIqa1ba5ASS55PpS6fTFyNwA+dWpAPhghu5EQBRqdltWAsHBjBjP3etShYAG6GkRiZpqrO2ckH1xTHZViXG2Dnt99F1Ii1lizq7JttlT9l+6HtVbxSmnCuZdfKasvdFxZBJ/l3AcnvNVnuIELbRuHFGLre4x+ov5I7mt+1cHg27dwBSqgEfSudedR1G0m3ys4n766FgtyMewirfThwd8mWUK9rO9CB6z3pTaYq0kEsIqNhcUDP31KbjBMCZ9Kw9sQgXFEAQQMzwaW0VW2OflSPcd/KFxHeo9rNBeQDwF5mjO9XpIXZmhfKQeaeqsSoCzuyAPXvmmeZeBxkR2NOVQRJkd/ShPYcF1JX7UyvYKaQ3VuWzABUiYPrxSrIbafMD2mPrVbfs1l5WIJMEYpImV12lXYl5lEgKIP1zVlZ29jVUK/jug4cD6Dg07xSqQqTcGI7jtVTG62dctnUtvtt5w3ln27VCUZ7wZyOIEDAPpNWVbYFwBGS3vVdyzTb2yd0EzPyoZa1s1VdgXAG8eYd8D/in3LpNkSRDCadbwJjmCAB9ozxVLUXWsbkJBByI4E9qrnb4zbP1Bu3nNpVk+wxWvZ0wW0LFvDoIWcCQe/vWf05DdvXbxbaF8oJrXAO0AMANu9ATHsR+vatf083HJd5U1b+8ZkNJBBPmFTX1tPp5ustsqCysD29/13qK5bs303eGbZbACHI+X9qolj47WZZ2wqk/jR1t6T6JFu3d5DIoH1A5/tWmtsECSYI+0B+s1DZ8G3aCbsxgc9vQ1Kt1mU+EV2tmQvB4+tZdsJJNQyypRckqFbaW9vWpVCpsZoLqxLRg4wZP3GmDxLdtQVWFAVhuyaVHTwgXViSpKieexo3qniDe3FWCZUg5n69/81ASdNcVSYUHBPEHt9/51Kj3J37m3EQ0D8qfLXlAd2c4jvihozeUwLjE9j86cChUpIMeg5/UmoLoOnG9TABGR+vSpAgAbcZnIAOOaE/RjMbF9gjHZAMRx/btTjBQqSEJPlJ7euRRaVDIkIwHmP65pirO9CVIAG3GPrUXWis5v7z5gsDcTyakVFkJiQBBU+opHOxBcAAIhSPWgWrSkbtxInM5NXZomxbqmbhgtG0YyKddsnlQQw5M0KqAsHYBTyT3xU6SQQGJMH7OaCAQ+n3sBOMjkGamRQEJ4AgH3qBlK+JAwSpwP1zVlexIBWCAJz+FCHsm9NqxgxE80y6QWRByPQQTUzQwaY2zOKguEeIDJZ5JEHj1qrUrMPD8sbSCQT2/U1XulVdRvktiVwCP0KldzsJx/LBHEU1wCW3MTPG33Hcf1ozTy87mU5xnA/4pxiVubgoBho5GOflmoymxizMDiQCB5hT12g4ZQJwSMjHeif8ARLwK7Dtjb2B83z/H8qV38MgRnnFR33BClQ4APccVNabcFzJmB7igl0lpnuF3HlDcEfrNep/s76SVbUdWuqASos2gO3dj+Q+hrziza3az93R5iWcjt7/dXunQtMul6Ho7Sps/hhivoTmuvHHzv8jy+PH4z7aMmiiiu74GmSvFSrzUS8VKvNRpMkiDXzv+0Hop6J8Wa2yAvg3m/ebO0QNjzj6GRX0QteWftm0QNvpPUFBBBuad27QYYfXmsck/F7fgZ+PLr9vIgYWDE0u7GB9FEZpdjScZHMUmCeY+ded904AZUEAjn9fL8qYSXEA49R+vXtQQNh5IPP6+pqazZZn3FQcY/wCKbT70S1aN0ngd8+/artiwLKkklm4OPSkt24ghQR2pSxtum646giVzMfOo3JpNIAgbgT3I/U0qg7VLDnuaYQwGSZGDP9aaUcNi5sHpP5UaWPOQSFJMcczVQLeuOZcAknyninyoE+KTP8pOe1ODgmVlgOWnmlXcqA6XMC4AYnA5qtdtlVYv9omQfWr73UXBYBcd5NKUR8GGnIBHIp2xccfph9Msi91N7jmVtLI9zWvcuqWI4Hp61Emmt6RnKKwFw8mnKJdvlTLus8ONwmim6ykG4uPX8sUhu7YIBOMwKefMmeaaJWdw55NZd+xK3JyOJppU+YHg5nuKRAFvXApkEBvlUhG5R69jRJ2iZsrJwTwDU6sPDwd2PSoGhx5pAnMczTVFwFR4o2jBJFGZdVPuyf8ASRBPJqpqlODID2z6fWrCgAGJg4YnIHyqJ5ZWLRgD6+9WGfc0XSX96l3JGaluXlW4vfv86h072wmYKE9uxqwbagFragyMiKVMd+PswktDHyiY9TTY+yoweIjj39zT927zGYIhpGBUW4G80zIUQKGVOdfDQQ0kDAnjNYvULsKRx2Oe9a155tmSs+hrGtr+9a62pHlXLewreLzfJvXjPtqaG14NhEAAuwGntM9/pVq2qiAxOJYAEbRTFuhLQtsQQDn1+dRnUPduG1ZWd0gycAGp7qySTSS5qwLqWLCjxrhyAs7f81YOktgqGgMkw3eodIiadm3wb7kBn79+KtNdBZTathgFgr6e/wA8Urrxzrs23pw5ARNoEsAzVMqyVxOIBiqzLcuIZDBCDtAMdu9Rprma1/EJJxuJHH+Kjflqrly5sTkzH6OajWbV6HBIYY+Yyfzmorl7xGS2jLuLTnIA9P8AFTtZ8e01tzJXAIppd2+khcZGTJk+1NJKsRtLqODHrUAt6q2hyGVSMnBP3U4Nct3dzkl1ECMAdzRd0/eGXZ4cCYYH1otkAySdxH9e1ONxSwczEQTxPoaZc2O7MjGBEleQeDjv/mhst0galWVhtXysTjPqf13pwZgxBAG0Z+VRDFtl27fOSARyOKcZfaFYK5lc9/aoqUrav6fYshrggn3qG00wl9WF4SrAHn3/AApVsY2KWK52y3A/U057IfcTLKGiTz99VNWlPnUAgCTPr2p4bLEEiB+FVkG0FRcKx9lWz781YXTkEsGJjMdqLKkZSxYDIKfaPrzS22G1T5sYAiO1CrBcqu8ZaTiP1mnYdJUBZG8AUUBjcXsREgTE/Wi5tG1VHeQBTwQJ5JGfn6xURcMeRHtzVBcO5GUA7QInsOaVsEnCqVxAnE+vY5qMkK+cseCD29DS2184IJkDcc+h7UYSK0iLUAsJljLT7egp9sCN6mSZzyfr+NNB8NyY2lTwOYpQoOBHIgTEUWG3G3XAgJM49fbipbRNhVugEO8i3Pb1P0FQ27W+FVdwUeojn/irBKuQIJFoQD6+tEvbW6PbAv6YkhjcvIggdpBY/XivfQAogYFeGdFQnqXT7ShVJuo5AOBJwK90Pf5134vT43+UveMJRRRXV8lkrxUi8VCpxUgZVBZ2CqMkk4AqKzeufFHTfh6zOrulr5XcmntiXb39h7n8a8n+Jfi3W/E9hbGr0+mtae23iJaQEsp4ksTmQewFUfibqjdV+Jeo3muIw8Q20NsypRcCPaB95rH3MBDCYkyfWuGWdfc+L8THCTK+ytaDLATbiSq/hNRmynm80DnA5pBcDXGUsDwQfbj8KRrwAGTxGTFc30J6INODyfLPJGfah9MgUsb7z2gAGq76ldjQ30quTcuDxU2x23zn5CieUjQa6iW8kbiOJqs/UkDhAqkzBESD86i/dL73D4pgASdh79hVoWrdtdtu0QCBu3A5qJvK+ulNNRrW3BNO2yfKSwqx4GsvKDca2uBg5I9auqi9h2HI4p+wSACPSYo1jx/us1dHeORcTcOxX+xqO7Y1Kqom1sJgAyPwrWZtjgHC44WfWorrQwJZY/1HmpsvHizn019VtszWc9s8f2pxa9ZuBboAXlSvDe4NaQQMqk5JPJ9KrNpEchioLd5GD61ZUvF9wtu5avLDXJYYmIB+lML7LgBxuEZqK3pksXd9tiEGQp5/xU9xEPkMkAx8qlq4eX2cr4NNLCDMg9qjIu22KlS47MKaELNBJBOYntUdNlKuSSoG88+1LZ3o+x/tA/eKeiwSOB2zUdwzfXcApgwfWjNmuz3AV2yAGHbMUkQCCJ7FV/CnOZC/OPoaaoDyYypgEHmi2dhiTtZsbvLHFMuSbZAzuaPpQytcu+HvhO/t/moZKalbbmdswarGWWkv7uPFZeLZG4R2NWdPcmyu4ZjI5piEbTugxkx6VFbfwVyYgxIP3UWaxqw6jdjCnjPeq1zcHN1VLMPK8es4irOLqwJM/fVZ2EEwJGCADAFIuclUdXqT4TAAg+44pvSre3T3bziS58ucQOag1rtcbw1JJJifWreonT6ZURoCrA9T71uenht3ncr9GX7nj3Et2yd7QGq5/C0loLbaW5LhvzFZvTh/DualgCxJRc5Hy962NLYYK150R3LYXsPaPWq1xby/JUY3r7bktXC2ZI7ml26xEO2VCmcYP6xWi11rn/ZBmZMCCo7/APBqKzq7mnvtY1gUq0Mtzj8azXaYT7Ig1OmXxfE8S3y0dge5FSH90cC4HO8mHUYBB4qS3pLS4DDzEiJ7VCen6ffslwCYkHNR0kuujrZtWi4lUHMAdx2pw1i22B3do3Coh02yEnx7kyIMYB7ie9TW9Ds8QF24ErwG54+tDtCdTuVgjSxyDPcelLbvvdG821YgwRuirC2LKOhVBlZPl4PMj7jT4K2mZQpNszMZHfP3mi6v7VDZ2q26dhM+GeMR3+RqyVbxCrFFRgSQR3GDtP3GnsxW7DuYuDJGQY7kesflSCBbUgMwQ5J4xgx6YP6igh0pU21Dlsidx98/fU16w7BGQjxFmM/agVBYWLSjAjy/KDkGnswRrRckpJnPE4B/L76Nz0dbuFmNxZVvswcRUltofa3JIGP6im+VXgEjcAFjiRTlIfBwY8s0ILtoupg7SpmR3/zS25ayQx2kEq0f2p1tiJAEsDMev+KcmwBYbbcbn5g96L/ZxIIny+YT5YgU0r4bpPfHsf1/WnbS7RgGRz/SmsgW0Wkt7HOKBu8lSFGJnHYcUhhFdB/NH2h+f67U8MApBYqEwIUDFRsfEIaCADkTMijNKoDKytBgkhh+VPVpCbmO6CJB/U8UFALhEkrgknIj0pwtAMDsIEmY4g1UFxICiBJnv7CTThPlEyT/ADYyTSXW/i7d0lVyD3JzP3RRvVASVAWZC9/kPyoQhYW7ISTNxfw9alsoEIu3DtUZjjd+jUdtDcu73AjAJAOKmuAXXS0wifOxHEDj8KK674K0Oo6j8Q6NhaIFo/vF9+QAPsj617LNeZfsvvtc6r1NQRs8FPKO0GK9Mr0cfp+f/wAllbza/RaKSiuj57FDVnfE117fwn1d7ZAcaR4PEYj8quhqzviK+1j4Z6pcVBcZdM/lPyj+s1m+nTj/AJz/ALeEO25VLDII/lgjtTTtdiQXgEgTiPu96Vj5VcCDg7Ymaao8kh8ESMf1ryv1EhjWywzeII4gDH1qC5pLzEA3183Ynmn3bauZMH3FLat2lMgbjExH51DUvVJataa20OC10DO8cH8qslxbXhVx86ru2+6oUGQDJ9falvSStlSxJIzwP+aLOp0W2zOJLCWbc0gHNSgEKT4g8xjjjtPtQqNJBVW2ryDxQABtBtbs5AXJxGaL7O8YIChJ/wDLkYpDeMkWgxPG5jAzSbIR/I2TztGPanQrPPhEqo4IAj5+tGvo62pQt5wCuCSSQfWM0l0HxVBJEidscmnAEW1Askz5iQok/ITimzs1OGVtqbZmlEl1wigIxiPKwzNR7GGc7o7qP1/xTmTe3kCgg+sdqaL67ufbA/KpGukeohkAwD/LBqEgjceRNWQDcXEA8wBHyqFlltoJE4+tGdIgGUQtxgw5APNNdmAFwKSACGHpTlLKcjzeppdzLhQDJg+lRPo63dUrg028VuBVBht2COQaj/dlMkSsZxgCnWtpJDKdwOc0N3Wqdc3BDiSDgxzR51RdgENgEetOZdwBDfZNNvhmsHbyuVFC/sW9wLs+0kiOKg1M/vFhyJwVNP8AHW5aleMCDSNcV3h0JVQfr7VY55auOjhcnyjOIx2qUWVKjfDE4zVa14YuLzlZBPfP9qtqRE5+tGsO/Zlj+G1y2zblU+Umo9SdrEjEiTn76UxYu+fCsMMD6dqr6p2CyRnt37UTK6xsUNOS/VLZ4FvzDP3Uzqt85UmPUR39qsaXRX18S89lgrDB9aE6Pe1dwG8pRAcycmK6bm3gyxzuFkndTdMtA6eyXEsBCqBGDyav2t1u9cDHd3HvjFT2raWAFMQggifu+lFgANc3nzK+R6DtWLd17ePj8MZC2bbWlzBOSY96dctC4IJBG0oAw7frFSoAWKm4vljaRwfakOzyiYBkyBP/ADR26Vb2kW0tpbSlTviJ/XaatLbLoqnAackzmmkRLvtbwwCoPEGZNSBrZHDeoKnge1CalRAs9u6u1iQSxO7t7j6H76lKEXBJGAYJ4IEEf1+6mnaNSjklg3JoRlW2DtG5GyZ5jH05oG3AFAWSNpwRER2P40qjcCTdG/EmTn501WhGgqSHIn3nH4U9X3+URIEkAev+KQhA5tspZV2L5t49IzNOK7XDBpFwQfD9R7fL+tPdRcRy8Tz6ZiohJSBbAdJ8ynJMSMfLB+tEs7VUPga1lOVZZBUYPcGDVt0S7b2mFDL24iorwF25acmZxKjgHifxpySWOScTjvRYZ4LraXz5ttI447g1IVRSQwLMDgf8etOJKhtwG0iOe9CCIViCWA8x9vei6hy2+xHmAiOx9PnUpCraLAfZjH/NIgEKeGjj+9F1gbcCQSwEzyOaNfRVIC7jkiDH9fnUd64NjbYbuTP6zUhYtuTaABmKiuNErCgqCSQKM026c+Gi4Ztp9Z/OpEbyNERMccGothKKx+1Mkx3qUKXLGYBJwD75NGT2G26u7A2RM5PpUgZUG6cGIX1oWyuxkURnIIH3ffTbxXY8kKFUA54/UxVP7IVIa67Qdxx7ntUI3sxDHcAcfSgXA5LspYDOxRwPpQCpK45MHtzUPa1o5LOrmQTiPSmpcLm5cZW83lX9fKmaRBaW8u5pG7Zj9etS2rDXTbCnAHmHeeeKqx6X+yvSbX6nqMgwlsfia9KrI+F+l2uk/D+l09s7i6i67kRuZgD/AI+la9erCaj8x8vlnLzZZQUUUVp5nObs1X17K3T9WrILimxclDw3lOKduxNU+o679x6dqdXAPg2meCeYFZreH8pp4Uj7th3ZA3GfupF3KpttEAYiOD/SptvLb1hmJIAEfKojactuG0H1215H6qejSh2n+JC8YHNRpaJbbacoe55BqRrd65O4oo4MU6BZWGuSp4AWKLo1bS2wSX8SJyKYoLM1xlAMYknA/pj8qmNi09ve3BOD60gIS3LDaMD2NIWaNIYgkAFWHBPangXOfEXdAGR2pZDAsQCATJpZnsPfFCQwC5bgb+Djav5Uq7mBGdpOSAKDcRGzzUpYMFBgr2I9P7UJNgOd5IdgwEyQJP3U24zqQQBuGBHYfOlbCxnPbvUfhnI2rleAYOPejekgBVTvuruPLE8VDbCKIJYt3IE0WwiyGUK84Q81YUMQBJHtxUT2Q3V2GVI24hsAD50xVLW9yqNkzkc0lw+NdClhsXkip8bZDGOCIov2guKyhsYFQp9or7k4qw3mgCJIAyfvM1X1HlIZYkdlFEvXZTcVQwPJ7TyKh3qbrOn2YG72NLce2yHcMxiRkGlYARtAHt2NGbd+kauy6h4ysA1I73GaAARjvVdCE1a9g4iPSpL+6w6sMqxCn2NGfLUou6UIDtkvGc80FgbaAABYP1NTIwB3SZqBnUbhuiGlTFFskN2F0Zk2l0JhR3HpSpqghYevIYRTCg8QgHyzn1JpbgSDIg/Pn3quc69FbUG6sRgGZjE0hZQEuMspugT3PypmlDa26LWABlzHAq3q7Afp9y2hgowZCfXinpN3LG2J2Q3dKRuJAI4OZpLbOw2+KjDk4gjsPkeaoaDVywV8Tgj+lXLtrwdSGxsuQIGQG++rrSzLym0pvEDLAuhiBg+k0y46O5uC4FufzKe4n170gG9robdLjaGBwDIwfwNF07kt3XRQUIUkHkGf19KjW6fdYpCvclznC5+8fTNSLu9Y8QjJGfpVN2bT65gVCwnlH4VZt3mNtASpUHCntRqVItq4WBBlQCpBziaht3fCvvbuEggeU1ZVSULKYMfPPvVa4PH8MsLhJEknv6f1+6jVWSC1vBIg7ljAmkD22uBy7BbgDEqMYGRHbEUWTA2HCtIgjJpqlmsG4o/7cHAyQB3+Y/KhkDbYFtgO4A71j0yD7iDRuJZdw28YJ7eoNSM7JeDeLhxlkHMHGPlTZBUhTLKJUnIK/aFEDu7pJjco3DPPp+FBKvdG2W9SDBPcfhQCVdYQiRgH15x7ZNNfNqLj7jbMLB8wz/aaNF8M3LLKVA28kHj+YfnUVq8Q+0mbgWc8HkVPNsOLm5mDYLcGZnt7Gontl0BRodCRkQYEkY+tE/6WHl7LAQDyJ9OaS35kU7gCBOR3osOWSCIYCCZ5qVLdsNAgqPw7UbnfYW5u3MBsyfenMA6tJKrQFCrDJ5DIOeDUbRcjkA+gjBNEtJILEJBmIMfPv91MY7FRTgh4IiR/nk09iS4Vtu7f9gcVExDPbQbgZLQFn9cUZqW2kKQOYEn2pFZZ2jgNgjH65pylfDV4kmOe881MqwxM/aJYDsB+hQ0fuHhMrAQPUT2qoz+KdpwvoPT1puruEXFhgNhBYe+e/tQJJA+hPtVU20djgkkKOwx9KkRQXUYj0I7Um8pbkgzxgUtorbtb2EE8SP161BKqoz3ymI4NdN8BdHbrXWrdq6k6a1/EvfIcD6n+tYOi0jX3a0nHeeY9q91+Ffh3TfD3Sbdu3b/9TcUNfuH7THmPkJrfHjuvJ835E4ePU91uwAIGB6UUUV6n5wUUk0UHIM+KqalV1OnvadyNt1ChkSMiKc9yq1x6zSdXceO3Faxq7mndlm25VjEcEjjkVFKhBuIE5mt34x6Smn6qdWCmzV7mAPIaBI/rXOoiqpbwww2giDMH1rzZTVfpeDk88JT/AN4l9ttDc9QP70jWncm2w8xGQDhafK7QdnCmQZziltqwVmALbpmDgVl3nZEMqVKlXGGH9qa6ob3hlDsVe9D2977mUnEZ4+QpvgmQLbwADAFEuwyW0G+0SnqvIin+UrtAJJ52yO/6xT7YVlWSsjlo47VHGBxAlWI59jRfo5LVu3AFsECc+p/QpCVQwq5P8u0wPf8ArTxETxjuaUAsFPYdqLIhD3tssVEgjBjNCIGyx3TzGKkYF2VCICncZFOUgHJyORUNELLamVIPGO1ILysYFyYkSBSm4GbyklTgT3oYC2fN51xBEAijUn2N4tJEZb+b1o8QgxBVj25xT7a77b3UTcEjc3EdqCxgtMEYkTNFmvoy4JcFiSWn76cpXYBEk8kLNRhGa4RcZiiCcCM08sHtgCMDgGh7R3LYuEFxM8E1TvB1bZGD61oMh2mWgEZBNVtWF3bWiRiR6/qKMZRTumEtsMhcljzFLqXDWbR5TxBJJ4pxAPA5GB2Wq9tofwnyonHrVjjlfr9p31BLbQA3yNKF8sNn59qrkrbCKoick1asA3V3dpCj3JxQmW72S1YaT4vlnIkciptRZs27BeAWiYPaq9i4bz7SxkHziO/p+BqzroPTbjboO2MjmroxsuNqPpFsNpTdgBneRHeO1XTC6kKG8jEggRzGPzrO+H7y3NB4RO6CQBFXji+FZiSTEjv6GmXV01wXy45Va/prV6yzKsXRcaXBiR6fnTRduXbS27pIAYS3AGDB/wA099m1WEFnY/ZP2ecfr1qx+7o+nZ0BGY+fpips8Zs0EvcD2juG4EhMlT3x933Ut0zbdiQpPn2E5YY/yaRrSrftui7ScRx27/rvUisjhrlweZjPH2RyKLouqtjV2B4RDXlZSobkj51V0+oGwcBgZKkcGry2kULgbi0Aj51W1Ok88mTtAhu5EYx3otxvuJ0c7du4YWINQ3Ua06qHItXCWAJ+yRUSpqPDV1ZecEHntUrC5vTfBZBIEZ96L3YltXXk7juIGfcd6bbKzbueGSxWYmDPI9oiaezkAkMreXyxie1QsGk2VYMoG5TGR8vvqLo/eURbYTzBhBETzwfpUoD3LmU2krBCnB7VGgEgjEjEe45oe6VLIVBbswPPzqr6SbQNwJMDAjPuPyoCYEqS07Y7VE2pfYTctsrBj5vkO/vT7T77QJbmD7TRZUjW0UeaSJDbv7042lLg7YDfdBpjK+02DAMSGjK+1Gy8EDBgYXjbyOanou0lywbSkjcJMkc/UVMsgBkmWyZ9ZqIODsDEySPxqVnhBJKnjAzzVUxyYgmfTP6iolDXE8pUcY95/OnbmN8tAYgZX1/4qQQLZgFlDTx6UZ2j3g2CMKFIJ9SccVE4m8qncfL9qpXA86jbIGTPHPFNcbr6jcGBHM8ZozZ2sWlD2Sp9R34o8QKQZO4yAntSXbq2bIOFciAPzqqWPjN5pgeYxmjQvL/FO7MyDNNBcAbhIBwxP9KW66q28nyhZO0c/IUw6u7ecqNPcABxuYAntVZtkWLdtr7wyiR3BwPuqxcW0lo2mUscSFMbfU1DpnulQGK21PKrirVuwASgA+6ovenV/s/spqviTSo1oG3bm5BGJAwfeMV7RPvXI/AXQtL03oVrWrbnVakFmdslVJwo9q60V6uOaj8987lnJy9fXRaKQ0k1t4y4opM0UHn7vVe5cFI933qpduQDmsDE+LNGNf0sXFH8XTtvU+3euBUgllaQwUgxgH0r0Hq2r/dum6i8Y8qGvOreqt6u/Nu54d+SGT1+Vcs52+r8Hk1hrJPO7wz4gOCYA4qU7YIJER61X3ncrGBj76lLHnHaY9q5vq40ilRedMLPmXNPjDLALHmDUbtaubQXUGZDDke9NFxlG1siJlBINRpMIdsgk+sT/wAUy2x8QAMsPICgZpPFtGBOAOCppGXcsGUucx7+tDacEIwMeUcA0jXBbUH7RbhZ71FF4ncGRWmZUmDTgg3NLkHuZ5+RouzRvbdsAJkSYwKeLDxue4CRxK/fSgBUGSFA4J5pfF83ly8wI7VFn9i2fLO0H5UN5ryt4YJzzxTPDPDPj/T3pxItrgGR3/vRRsBCtsCsTO8OJPvQPFBghbhJiRhp+lLNsY8Y9xO6ZpoZTH8Ugk5gz93vUJoF3iWSADEAzB9KAzlmAQLP3n2ptx94eXYsTCmZgf8AFSJbAyUAWOMDH96ILgO09/yio1RDbJIUenmp92TZ2woHBkx9fuFIqrd/hrJ2jB7VV0p3tPKkp9YrMvM63Ff0EQK6BVZySA2DwBz7CsTqI23TjnmOKuLzc+OsdxCXLshXJmIrc2BdIoLEjvA++sPRwrFycAYEVuWnW4hG6Rjg81rJj493bv2xtDd/9XqUJmX3be5rZ1pX/ppQGTtzj8KyLYVerX1EAgQPqa19SjMbYtJJUwymaZe4cP8ADKK3QNDf02jdrpChzIHcVfcgvbYiAPKwYfZ9PpTrBItup2sQ4GPwP9KcQJOGPPOPvqXu7ejjxmGExiuyiBYcfzH05/QpLTvZubTO0kbWim3bbAMhmP5T6HmpkIubrLiLqZ5wR7VItiS6jbEZf9XB4A7Y++oLcXNHaxAAA471OzIbiKS024J/vUFs+DeeywgMWKH+lC/unkvZPiMMfzgCprbq/wDDOS6kj5+1IqbRd2oIC5K5H1H4VVS2yMrI6tbAJHalXuejkLW772AGBRiwz/Ke1LZvA32Vl2/7ScgUjBncakiLgPcTI4pNVZNyyHI23QOJyZomrJ0fdDMq2APsncffP5VId1mHx845qooIs2jvyMyDmPSKug+NaKyCSMH0qNztWNu557uneLZ+yGGD8qkDN+8EuCvkEgNjnmksMr2Ultht4YHAkVJc2lWkAbsY9KvaST3DwgZSnG4EQD7c1X06m3dvKwPkIbjkEf4qyI3RuIOIJPNRXpW5dgqN6gEfWi5T7PtEn3B8w9RNWdo8xBDexxNV7O5gh+sVZkAfZ2QSfb9ZouyQBbA3TweM4ofkLyIztPamb99zHJxQCC4BLbYjy+mOfxolqNBsutIAaIJP6xin7tuxgIJEkT29KXbKKHCqdpkkTJxz91MJUAMPTJY+tGfR078mZIEEnGJpzJtZdxAhS09lH9aLZYsCAZ2wDEZn0qLU3A9xraGZ8sigrX9YL18L4TDcPLvkR9Kati5lvFIwcIIP302+UuWVaPMGBE+veprLswjymBRmSW9nIAApzIw2JJpbkbDtB2kbk4x86cSY8RcMO4P4getSKOc4PmAnv/iKN+k2ltlwGUxPBiYrT0WnfqHUbWi04HiXWVZ7AHvWTaYlvDsE8R9K6b4Q0hu/EeisWWO43wzOM/ZyfpirO6znl442/p7fo9Muj0VjTJ9m1bCD6Cp6KK9cfk7d3dNopYoqpsUUTRRHldy4AeapXbnOadcuTVR2k1hpzfxj1BbOjTSRLXcz6AV5yxf958hIYNIPpXW/GLm51RBIK21+6uZ8He5uElV9fWue+30MMPwkjb0l23q7fiSourIuLHc/r8addgWxPtOcRNY2k1i6TWo9sQow/uO9bbhXBKkPbdZDT7TWMp9vofH5Nzx+z1Kggfy8gRinsqtG0wfVWqkX8K6ELhoMg+gq2rbpPbvWHqxy30UO3ieG7bgcq1RwhLM0EgSSRPc8UoG6/LCQB9k95pCQhZWCkiIMc/rijVPSVLqOImB2/wAUo3/aYZbIjjNMEFiM7SIBJpVDW+UZrfKkCTQiTgj1PE0MqsoxA5n+tRm9bEhmP/iQaPFUiSu4TzOKy1uFRgrttI2mCB3FSn+RgAwnieaitCFHknGff3pW8txZlQP5h3/tQhxLDcSomIkMMH0BpjXGP8FdqgYJByMU5nDARdBY45ECmKRGCZOST3qlIiHxAc+uTU8CGJ3bfmIx60qISGLDn8ZprON5Cbd0AgmcfdRYbqF2oq8ktGe2KLW0wqvPy5puoyqkIcvjPNOsBVwMQOQKF9hzkgkHkfTkVDe0yPZKsvzJPBqQgFN2QTPOajQeJqCgIKjkg9u9Ey9G6TSae0gUJubkl+x9qZdK6C+CsC1cwZ4Df0q0DLEHJMGZ4FQa9Ue0iXxCuw45+dXe/bnlhMcdzpna+0bdxdXb2lTksORNW9LrWdgrEg9j6e9C2vAjSXn32L0AMf5fUGqt6zc0V/zEFCJQ1XDVxy8v/wBayuwZygyGII7EemasAq3i4AnsW7e331Q0d83JU/aCAyDzBmrindqN0MQACfY+lHpwspCo3tbJPhkc9xSKpuXMn+KuJECQRUt4AWwQRCkZ7x3qIoPEReCIYHgjFRujTAbSp3Fsy0ZNS3LKXG2vgQCMRAphVxZdz/25IUqMqZ4P1FDG6xWWAZBB+RP40SGraCuBubkjaG5H/NOUBS6kiOSJjHqaCzMqEeUzuDKMg8waHYtuaZIG0gdxApoOBIdktqSjAR6A1EBFxQM/wwQSPepj9uRgAc9sHt9DUKICFMQWEx6VAzaVCFQpgQy+44NKvjK3iIsKYO2MffRqd1tUuAeVTuKnv71KrAkhT5VGG7mhqb0huK9q81y2oPiQSjd4iY95pU1CuFEbSW2lSIIq3stuskKx7rHFVVRRc8O8PtT5jzgetWGtdxPZdG1JELJJEHMj0JpwUXbpUAEFSoM8emaYLVtX8Qhp7le2RUlvaiyvmAJz6/qaLN/ZNPuSyCMyDjv6/r5VMoZTLANjuf13pAy+IAACQeIx+v7U24+1ZU4MAfKRQAbcwOAsQD/enbyNrBgkofNH3/THzpixtG4hRxP6+lMU7gwgAqJAM+bmiWnrj7KkGOYkZ4NKBiYbAgkmaQDaFKg/ZgAe5pytvIYiFBkiOTVSGaq8dOgC7jceZI7CefqaopuD5EE8z7d6na+HuXQw4yAO6niKis3EuWftAxz6is2nWzArNI3BciZPf1pxS4u91QT/ADLxHrUjWuDwRzNF7cEa5bMQsmRSFx+0+nuK43KcEcR3pxO1TBM8CT9P8VX0bBlBKhVX7RPMVZQ/vFzaykIDkn8P6VSXpb0yeRJgE816f+zboi6e5qte6gkEpbPoTkxXnuhtqty3euiF+yqzMwea9t+FdGui+HNIgBBdTcaeZYzXXjx728P+R5fHi1PttCikor0Pz4JpKKKIKKKKDxq41VblwIrOeFBNTXDk1m9W1KaTpt6657bR7k1h0wx8spHn3Urz6rUXb98lUZiQvc1mX9SLiCOBwKm12oF656VUWy1x9qiucfRzv1ihUO9wBASxPArf6c4s2xpL1wSxJXuAfSqenVLFp2US3BJqhdvMbgIOQcfOnvpMf+KeX26TUMVuKwAIC5jmhL6hZRgQfvFQ9P1lzWWRbdVN1BnEEj2qYCEbC7hkTFc8pqvo8efn+UO09xmVyBOYO6pS1wAEqdg7Ads1V074QrkN29/1NXJ9ASTzPFZvTtx3cMYqSoyEb25pQiSeQODBg1DdBU7RgrJAn1qdYIBJmByKjc9nEi2P4dwn1VuKRbiXJOAw7Rn2pwgnMQMVFd8rpcA5MEAZNFv7ShZb7WeZBpqmCzKO0TwfpS4IB4MdxmmJBtk+IJJE5/GipPN5RsUECQJ59JFNEqNzSVyBA4odkJO24SPUmJ9aQC2oXJJJyskn2FCnPegbV3THDY+tNTYJk7zydk5oJaQETJbngfKlDXCHLMkzBz9wxQGoYCz/AAi2+eSSQKSzARlDT2JJpt0MV2HaDtIkSKerDwxJCz/KB3ofYuXCqhSBMwo5n5+lLaRbdrzd8t2mo9g8eXZjgRxSai9GEwq94we9C/un3L8OV8u4xIHaKj1ChtXprbgHLNByMUzRL4hN25jcZj2p+oUXb2ndRN5X8qqf5e80Yt8sUt9Ve04kErxAgj0PzqG2ya/SLZubpII3cbSPb51JeO3U3SBjwpmT3wKr6UrZ1t20GiRKehHP96sTK/lFNC+n1TW2AFwAR7+hFa+nclAwZjv8ze5xNUesWiyjUpO6z65lT+jTNDqduySQIMNzHeKv05Y3wzuNbDtvW55TLAzA/WKbbhhaYhYkrJ4GOKVW8vmMsVwOaS0v8O2IAhmWRx3xUekh3C254M5EZHB+6gkeIGAI24InIzTrhG1uQS0EMTIkDijYANoQBYz7UX2aZtC2bg45jvzipbY3rdAzuG4lTnI/xTQknGfURUarsuFCpZeRBmO/9aFiS4x8AMBnaZHJyM/LikSCgUsTgRSMxGmuBR9iRuB9DIpbMtbUkn6GPr+vSlJ7MUi4WmcKF2+szM0lpTbZbYyNoI/H/FJe8S3eF9BC8GPoKcHAvo22P5WXiZHNQtSL5G7QcHtSaqyH04Zj5oYKwHBAxUStvs7cg7cFcjdUgffbViy4b7PJnj+5pDcqVQLo3FoYw20dzinXAN2TENNOQCGCkSGA4/r+NKANxYnPrM/Oqs9IVLbnG1mO7mMR2/CgqXXc0ZnNLv2s0ACTx6RSGADuJDA5NGSEAyBPGIHNKYVg20kFYJHqBTk8oO5jM49PSnbm2FQOZwDJ/WKB1shkDNiACSRVRrm6VUQy5AnkU++6jyoAykkNj2qvdeHG5JU+UMp/A/dQ/srEeIGmCJIP4xPpUd6wbdwXrQAnLW55+VOLg3SklSAJg9wM04QbgGJ7TUPcMtXpIUz9anJa4QAoAPOeaNi3AVKwODUVlnMrt3AeWR6DvRPXSU2yqrtBgSCPar+ns+I1t585x7VWS4A0R5NshvfuK0NKwN2YACj7PpFWRbpe0tv956hasKJAIUR6177YTwtPbt/6VC/hXjfwdoxq/ibSow8s+KfeM/nXs9ejinT4v+Tz3ljiU0lE0V1fKFFFFEFFFFB4o/JrkvjXVFNPptOv87Fj9K6x/WuM+LU8bqumX0t1yyvT1fGm83FurXLkBTJq3A01oJPmOSakvRZuFLYiBzTEQXLy7shFn51jb2zHV/szY3hyx2oearMbaZAkntUt68blwyMAYHpVTvFWMZ5fpNY1V2xet3bf21OMVvJqPGXfaQMoywHK+uKwlUWre7ljTLepu6e+t220Opn50slXDkvG27h2Hfa2svMR99WbGoFxcNA7hv5artFy1Z1VldguLJQmRzkUtoLdG5fKYziudn7e7HL8txZZd+4gb2ABic06yQ1vykFe6nkVBaMOd2SQMjFSSLV7HDAwKzp6Mbvs9jdVoUg7piO9I7MWVvDZVHJJ/IUt9xuS2BkHk+tPXau7mKlb90XBKhdhYN70o+yAQMHkRnNRh/EcNmVPepBbMTPmo1sxrglvIwxEemKduckHaFxGTx70KR9nNEDwyxyBnNCEQH2IAxJg051cLAB4P80RQsu0tGRx2pTtKE5gD1ov0YNviSEIZhxGR6/WhBskkFQYyMkU/wAMKDPpNMYTG3Cocj1ohwhmcjIHdu/yqpq3N24lleDyPWrTNFoNECIgGqJZvHJQ7WCwTSMZ3rS/Z22m2FuCAxHb1ossFIvQQ0lgfSajZ/B0YVB9o7Z7ye9OusRpktgeo5/XpRqVG1w+D4pj+I/cdhx9O9NZRY11olgyMpUAjIP6NRm49+/aUwAp2j76l1Y/9LvHKQ4+pirpi9zc+lu7bFy2VKyWEEHvWC6Norj6ZpC/atT3HpW74m7TM5GVaSBicgVS6ui6jpPiZ8S2d4Y8xTH2xyzePlPcW9Pc3ojQQGHI9achCox2f+5uIHcTFZ3S7pNpUPDZ4q4hLWn425MR9fzo3hl5YxOwwwQkMANo7TOZ/CgXJZGGNxgg4g+lOK3N6OrAHI49ppl20dtwsFkMTj5TR09JlIDsj4IEgz9moSVG24Wg7oIUwYIilcFNjOAxGJntEikJbw7iiMMSCTnkH+tDezwUF24rPuVoYwcNiPzqDSMRbQsWJHlgn0xVkG4LxIFsGGlP5cVWf+D4hGAWDY7EzQ13taljaMcGYnFMZ1t3LZgwyxj1ERTrbgbWMxAMevb+tR21DKfKsliPzFF2UKWEMeDIA4PNSqi+K0AbeQf71GoG5iJ3LiamWFAImIn5Ef8ANTZAsEkgSFwBwY/X5UNvLSDkAFiO/wBP71Gh8RABMQTM5owUlcbRnHYGqbCnatsESYB9Pn+VIh8omSQxzHNIrS6vJlsj6VLkCABBJH40ZNZS1sTA7wR+VNdyuZheSV7068xUG2CZJkew9KgGcRg5j8KWroo3DliDzuA5pNhfchC7WxJNAUIGXJKiJnt+op4aSSuCMipVnajcLW9QWEgXIZTEZ71Zsl382ZMQIpqql20UYEgn7j60gQqCAxkKTnuPQ0ZmOj1LOxLEmGMqD+NK1tbVtgMArug+tNRwFNwYheI5qWJ8k8jmi6SWIFggncAuParNkeDbRVH2iNxB4FVdAd9s2mzkqSavqg3qJPlHPerCa07n4D1NvT/Elm2wE3UZASeCc/0r1mvD/hS+D8S9LuEEFtSFEem0ivbgcV6eP0+D/kp/yy/uHUUhM0V0fNLSTRSUC0UlFB//2Q=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4555" y="1547663"/>
            <a:ext cx="1045458" cy="1568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6052228"/>
            <a:ext cx="1950368" cy="12833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13807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sp>
        <p:nvSpPr>
          <p:cNvPr id="4" name="矩形 3"/>
          <p:cNvSpPr/>
          <p:nvPr/>
        </p:nvSpPr>
        <p:spPr>
          <a:xfrm>
            <a:off x="598909" y="161967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张嘉译饰演</a:t>
            </a:r>
          </a:p>
        </p:txBody>
      </p:sp>
      <p:sp>
        <p:nvSpPr>
          <p:cNvPr id="5" name="矩形 4"/>
          <p:cNvSpPr/>
          <p:nvPr/>
        </p:nvSpPr>
        <p:spPr>
          <a:xfrm>
            <a:off x="593272" y="3131840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郭麒麟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4987" y="1619672"/>
            <a:ext cx="2032987" cy="13092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矩形 9"/>
          <p:cNvSpPr/>
          <p:nvPr/>
        </p:nvSpPr>
        <p:spPr>
          <a:xfrm>
            <a:off x="581098" y="460857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曹炳琨饰演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2" name="Picture 8" descr="https://ss0.bdstatic.com/70cFuHSh_Q1YnxGkpoWK1HF6hhy/it/u=3690588417,1774880447&amp;fm=26&amp;gp=0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188" y="6048732"/>
            <a:ext cx="2056786" cy="134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矩形 11"/>
          <p:cNvSpPr/>
          <p:nvPr/>
        </p:nvSpPr>
        <p:spPr>
          <a:xfrm>
            <a:off x="581098" y="604873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闫妮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10" descr="data:image/jpeg;base64,/9j/4AAQSkZJRgABAQEAYABgAAD/2wBDAAEBAQEBAQEBAQEBAQEBAQEBAQEBAQEBAQEBAQEBAQEBAQEBAQEBAQEBAQEBAQEBAQEBAQEBAQEBAQEBAQEBAQH/2wBDAQEBAQEBAQEBAQEBAQEBAQEBAQEBAQEBAQEBAQEBAQEBAQEBAQEBAQEBAQEBAQEBAQEBAQEBAQEBAQEBAQEBAQH/wAARCAELAZA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+bfW9Hs47y2vIIY7O3hWLzQ0EcjuHhRR+5YB5WYsdxwWUkueVNWbP7DFqYubW1MUgQRvKY2dZlkQlgImhKwMdrMSTljkfKRWhqlylvcwDU4ZTO0KmJolF0wYWwbKvhACPlypXHOM1ZhhnezS5lgllt3WOYTL/AKNI/DECWIbygUHAO47wzEgDg/6AYL2jo0lOc+VwdKMnVaU4ymrq7tGts23Jp6t8sbKT/izFV5civzPmjaOlouPNdNLlbdnv7yj06XLUsS3+nqunW0C26ZnWO8SGKFoo5/8ASCoZVkALlxhgCzElQwANaqoIJ2lCIYl8jcgt4pANwAVLYbMGM/7Ryp+pFVNMP2mxCz31sIIJCqwJIJGeIMxMBKRu43E5y4U7lHGCDW9b/u4TcS3VqLSyLsDvRnkhCbseVkSfK6lQduFKcqMgV9BhlOEXSXNOKlJbzlzOSiuVSUJc1SpaKuo8sG39lu3h4mKk+VRSi2mrwaaTdlKS0VktXr72qUe1m/a8mluECp5MMG+O2fTLOHz3ljhU2y3csRUOU2sFDbccj5gcX0F9b30H9nW1p9l+2hp5p4rO8a3lFqsL2ke2JTGY4lIjlyYmI+R2zis/TpZp83Ud9bXlubu6+zSTxS3F9O1qVSN7S33xxxiMSSLNGwYIMSBjgKOvm0RFs7i5sbWN45lgsnigvSl7DcwOoS9lQlHm3ouIhGB9oBDApuwPWpt0/Z0ZStF2ppSclTbaSfMnJPmupSilytJOM9bHG6d+blinJPn92N3ZXtpyy3StLl0SSa2ZfiS0+z3hvDeahLPa3FyrC0Eptp3lURBUW3WNURAGAhaSbgrsOTjdtVa9ZZNU09YjAxlmi2W7tLeiJY5JyGtzKPLtwJHjYEbvlAJyDRnV1QGKW8v3acCfSoPPtESxlkUx/amkuQscloV859sqF4Q3zDodGzu9QvbuCbTo45GEV1JJPBdia5nKQFAx89WUW52gQsPNBUN87Zyemk5K8vayim5fvJVHRUWko8rtytXi2otRkmrtN2k1oqalaMrbxSSg77q8rNPmV31atdp3um7kVtmGA3E1ikVvBe2rW8trFBcwXdw+YXgMaCdJLiM+VjEbEOQjxsVYX7V3/s+ysEbybCOxNjMYoLf5bmF3mMAfy7hpLqNzHKrSgMqoyzzylkAvafBcWhaN2lllldROZRaveJZuuRNNGzOZLqKYqyzB0IQAlRtJqK102RrKeWAb7SG4ic6hawQuWnMrKftcTOYVkdVcPLbSSg4IlRTtz2wqyV3Oq4xc4ulN3UbOSd/ejfn99NW5p2aaStdKNOK2jduK0cbOSjyNpyvuoqz+FLW6tyocmr2o2SapZNY3VxDFb3TS/ZJYriwiJSO8uGS1KQR6s/zN5rxhWjdH2EgVpRz2uRcWV0sdxfARXUs9pBdbQhjWKzSMRD7FAqRxeSi7j5biRm2DNW45/OkFmt6+w2otdUima3S0uLCaSWW2tpEkKAMGz5MNuWuQ0gcxKpDGSwWwnt7FQbeNZ2OnjTbmQKbqGIs8r395FJLGs6K5t13bJ5oo1EYUoa6qdRWvzVI8zUeSNWc4cru4rlceaMfc54JuUUkpSlFvlQqSb2UrWcpKCjK6fWzafx2burtyjy20d+1N4GZ5LWytJJoh5NgY7OWO6nYsojnaWALB5zhmt5o3KliMZAOWRWttcXMdpqFnZyzzjb9nmmgs7Rmmba0N3qEVu1xP9gb93dmKIxMqmRHMeGq0bKNniha6soZtNuhLYyxtLmGO23Q2NlDAyym5itl3sjO5Mk8jOQCAtbH2aCCQTy6ZHBPZRW0t3NK0k89s0rfZ0RZAqMl7qFoFd1ERJnckr1B6KdaSb9+cuaMlaMuWSaaUXHmaWrtzPVyk7NxVk26V73UXeTesbRatFt25bJv3rJpJpX5WrleHfbxzyXKQOIbmGd5ooYLhY442WBLzRYfKCahGySCDzywRgMqC3A7LTrN9OtXuLQJLb2aysl8sVkb8RF3E8d59rgaOzhnNxcFlhjllAj+XgAmjZWlvDaOlxdXFvLeahbLesbQ3CIFSSTStMaBpZ7KMlNrmZjDHIVG63WQ5Xrjb4+yJd3UN/NI7nywLm2likVQqSPbx/uUAkBQoBJbsTujAUCiriJtqCnUac2nFwnHnSUeZxslZJRa5lNWi1UcWnGL1hSTtaKjK+90rSctG2rtSTtzPl3VttVGsROp21y0s81qtg8s1o9rp1tNCYcKuLy6gD3G1fLZENvmUALGAxXGuU2Sz5WKK2niS1Qz2NpE9xfSN5WluGe2IlZJZpkby0QRqQ8mEwwS30u5uQ+7zLmz8wpuu5pY5FZY3Lt9mutst3a79vlyKYwsqptUgVr3OmySQw2iI72flBFEVzfy3slx9jhtBdW8cUYMbyyJLPwZBZsQq7ywYc31iTcabrS3VOTVSL5Euaadpysqqi1GS5W2ouS5kuY3jRjrZQV3zNW5ZXbinZNW5XppFuNm0lq0Vrq3mu7mBQzXcGEcSwRWkUb3JlJk+drcPbyIsbFAkTwMyhmJDEHb1C2stSt45YNItbe7EMIv1S0tbm3uTaxZTUX82MvO94TFDe2xZldoy1vFBGrGu98D/AAi8f+InuE8MeFfEGrQadFb3E90yRQwW1vcuLW0RZtQuYZ724R1MEsNuk90rkXMscVq3nL7z4c/Zl8V61cW9pNqOp6VcvcWH2WzstCi1DW9SS5E8esNBZpPqFzaJodxb3Fg322GB9UDxXWmiSHBPjZlxBgMDH/aMxpU/ZRm0/aSd4zSf76FFVGubmjK3KvhUuVKMr9uFyvEYh8sMNKcZyjduEE7ppXhOo4XS1W9m2lKTckn8OStI15c3dtb21ncX2pTRm4srLTLSCMObeOK2TTlUgRPPKgGcylnJPyLms2P7TJfR2t4RY3KXKQTuLaziWFZm2yTSwrbicCNj88UbGdlBVCcZX9n/AA//AMEsr/xnqVpp7XXxK0QXrXUlj4hudO0uz0K80oWcly1zcT6/DpV9pWoLcRrYQWhsbi8huFS6Ia2V2X5C+MH7MqfDjWdXsE+E37T8WmaZdWOlWnja70Vtf0q01RVg86a5gmtoNZ1PR5Nl9DbtBDZpqMmo2S6XcPEzuv4zn3GmTY+VSlgsXHEVZQ5eWNTm9m3eNKSnUlGEo/EpxdOS0tywleD+lwuQY3D8lTE4f2cVU5ZNp2k3aVRNpOMZLRpynG6fMpNO6+U7KxOmaZcfZ9R8O3EGqwtasunXdpPrdglnerJLDrujNYwvo63bjfYW8813dtF80kgQ7RG0lq1xZ2kB3Xheaee42RSWsNl5TfZQ1m1oY1WzlEjzTb9jvOIziQFV+vtG/Yr8U69pnhTWdB8b6Z4i0vxZ4VsvEcUHhXR7jxL4l8P6hqNn9utPC/iLQ1vNO/s+5gjeCG8uzK8VjO8sd80MkYVtjxR+xXrXgK88T2XjjUrHTYNO07Q7vw7rWpaNePF4mvtSRXltdS0TSdan1bSNOsJY7vTRrKR32nLq8UfmxSJ5jD8+/tHCxqScsUueonV5qc41HJNckqvNWXLKMHJK0JJqXJKdoRkeusHXlBSVKNNJRhCElGSjyN1GtpzjzK6Tdr9JO8Yv4oS7u7ezhgm+yNLcpM0U0ljaRQ3sSbd7K2zekUBliLyqA0ZI2sCOOsuL+bWpLbUdTi0SC7vV0zRboaf4c0/T7ZG02Cz0qTW9Q0rTgIDeTWsayXaWAjF9Msl4Hi3hpvc9E+H2sN4efxBb/D/w3qsfg6+ttUv/AInM3m+EdUhlS3s9N0BoPEkE+la1bWN3MsEMUNvpkespDNcmKa3w1ep2v7NOv6d4W0Xx1b+FfBviK31qzurfxDqHhrWX1mLwjrFvq/2rTLSym0qa40vwX/adqlvaXV3dR6jBPZXLQWKPbxps56ma4SLSpzgp1mqk6kK1O1WTk+ZVKjmqdKnBypzXLP2kWmlCGHjFLWGW1nCbcJOMIwcZSin7tkudaO7T5o3vZKbbe8j4mvYbiOe7s4BBaspjaNLWw06MzGFiLZ7pnikcfaEDSmIvvgUrDK+9STVEt7coLZzFDPCzFtmnWwjUMRtdAIi8o2nA8sMeckAjj0PXtB8JadqN3Y6pruu2+qG81C3e4s7bw/r2gT3iQo1lbWL6NqM91HbLO3kzz6l9jmVMzpA7OyLx22VLdI5Wkso1lWK5kkVBFKIlIJs5wWlTzJCVBG4bRnAxXrU8RONOjLmXO1CdN1Y1H+9cE51acaqlOtSbioOLhOMouKm4qTb86VJwm/ciuW8XGM7q1/ikk2o2VnGzjslysqtBZyX8it9hlliVXinktI0a12QgkWqmALKZX3LKyb9oOzhs4Yj30lmL5biw+0RtcDybWztRHFH9+O1uY5oAWXYQu8KVcD5Sc82guoOJLY3Vkn2UIYWiw8iCVhjbK4UHehHmJnh8y5G7FNuobSFly8EirK0l5awSPNcgbRGzTuihJIgAzIFICZwpYYzaqNeypwqTqtqk9Ie3bp04fvOecoRpxddtc15u9Rv2kpu0xKmtVGFNp62jezcuVq/vczlBqTleOz0SS5I5kn20QQobW3uozbSTtNBbaS8UFzC3nLHs8vzA0vEZ4IQcuyqDWYWQwRtcwtGoheZZYLewljHmkuYlhji2OYySrupIY45zyemdSZ3n3u6SLLBGNq5it0UlXdhHGipK+Y9pBZ2wjOPmNYha6uYEjhWCGNBJFDt8gEyZw8awrKVDoflMZkIHY5OK2p1ZpVOZwalVTnP29RunKpKrJpc3NblcowaUYtqnF8i5byiUE5q6jJqCSSTu1eNru9km7vS9tEktLZzTiJot0EWoh3WRZvKtfMWL7oKpJCIztIAK5OACccUlrLbzSoqmBALyQL5lpZRpFM2ArGSOERtgK2QWbPOAeRT5klxcRTZZ7SWIm2X97DNHlRIqSRBRbHBZxhmJOVI+YmqYkST92VCWPmPJBAQzmF2ZfMY7UDsQBuXd0Cntkjd35J2qVOa6dScaqlGSnGNSKUVCUeaMZO0Y04K0mnV9pH2Ty9k20nFN8vurlsk1o4vybindyk9L7fDFPNNFczMI4ntWEke4W8e2JiCu7H2fBQuTJxwRn2xkve3QgkW0SxO4Z3NawKss4whVWMIWNzENy72C5z3HGs80sVxb28U8k1tcLP8AMy+WsLRY2xxs+VuZHyHePKbEOxST0zJBLEjII0ug925aNiLWMFBuEqli/wAylziMct2ORitaD5oQVVUpSvSkk703VjBz9nUqe1p0+St+7mneUb2VnO8ZyhrkfuxS5Vvyp2bcZSirXvu7e7/iW6G+ZOZSdscUJWM+W8FoTO5VfmQrGdqRSElgwAYqTyCaklub5rdoJUgWdY5186OKxLSt0MiCNI1DO3P73ftUndnkmKdfsyxfZ54JJVBeRZMssSSkr5eMB1CNl8qmGyckVTLxSqkH2gTCMTRzl4TAZCDhvK+bJyQSp+XcOoB4HLVftHBtxgoclpThWdVKnaN5JqL1acOWu5czsqdlqaRV9HGyb5tkld8rajGK1V93FKzT0TvfMkk8tRDDBpqQmVZJ5LmyXzzcKQY3crBsKhiDgEKSNucdcvUZtRvF+zym2ZXecNcw29rFHNI3zsJGWLzdiqoAxHgAYB3Veu7ObeQ8luIZImcGO4McqrEVk/eRsSHTHzEhgQ3G31zLtZJZNlvdQ+YiIUZ1aK3KM29SXQupfZkOOx5IGAK3jKnCdOdOpTdRTcpTqc01Fzk6Sm5VHJQfPGcZQl7sXFJUmrSWajpKyaUrK1+V8rtLl5bK6d+ZSi3Zt81rkWpX8JuVsXkjuGkjSIWj2du7SwxKCzo1xCuFQ4bBG4qvTPIr6rdwPDCwS3immQDYbazjXfHtTa22IZZVAIIB+uSaS1NxcSeY7QeUZJtkxfnn/lmyzRLKoDDCshJIIyMZqnqqbUWOSOKXyy5OzDsC2CCrNt2AEH5cHPr3r8F8Wcfh6GGjQviZVcHGN6dCcq9R1UuT2lOmnRo0048t3VUppKUZxklGB97whQn7SVVxglP4W4pWSa+1eV0029LJ3aW7vguxTa6GxVvuEpbQgtbZLGJw0YI+fLMwwcH8K4rxNcWcsqrby28iK0cd03kLGVjLltrl1CtGHysRjBKjcWIHJ7iCAM7f6M2AjAmZcPjBHmKAX3CPI3Y6hTwTXC36CG6nurtbeW33JBZvDcoYpMEAyXECojRxqByJZQ25gqoSTt9D6O2VutmMcbKChVfs58mHjUpU5TmqcF7OlWpU5Rl7GNK1NTk4KCXLJRk3l4i11DCQoLVzXM3Kz5V71r2bvezfVv3k+W6ZmiR/tNxZiSwW2hRVWR7OOe3SOZQZ1mmVWgZDGieVtV3SVjuOMiq81/AocJFDLp8CXEu1rLTYJtkSJJdCe6aKOMLbq6/Y/KbzJFKmMMxIrYeCWRp4bcT2NrJMZ4IreSVjc2ogRnighkwGmZ95KiQKImQg5yA2SaJ1tbGytGltpIN6pNvmmhuC0DPJeR3CtbuiLEYws26KJSQRIAFP9+UJKlQpw96EuSkpJ1VGMIxjHmnNpxXtXZtxTb0bveyf4JNczbSjZO8VGN7vRrVq/LHRJ2tte8duWvFtzbW07wzXN2jNd2yXnkizktHl88pEAIg0vkjfGx8xQRtZdxrBfVLO5S3e8+z2YtyLpGsra0nkijMhS2jlRY4YRfMf3N2bhbqP7KxAAfFdLJDIgWUQW4niuZDbJIytBFI0wW1aGGc/Y4pGXO942VRESoTb0yFt5biQyy3lo63Et5cyrLbRrbusakyqZIIMq8bAyCJImQgZErg7qudVSjKMpStFuV1UnzvnbulDlklHlbcZu0k23JJPXFwaesYNuz96F1b3E3PWOzeyk1ZJb78xfXlpdT3Ns0ejiTTCGmjtrRTEwT/SYvtMkkP2aaPzAu5bd3dMn5RtAGfPEY50lnUSwX8W97lHsvKjmMsDNb28CxRvHBGh3RHD5DNuOcZ3bkC3kV2MUTT2KqVWQC3ilulZRLMGtdkKpEd4YsxPGQpJzkSWd1a6nHFc3kd5Zxi2kkW4vQssi3LRRRvpSW0SgwgBmd3JLNtGE5zyOUb+7Vk4qPvRdSUpTsk5uDtGHNzJNOT1T5ZOS2TglHWEbtO8nHRKy0cbJ68tnZbRTT1V/M7+8t7i0aGB5kvLk2zWsUanGNsSpFDJIpDRk7jIQ7Mse8kit2ziWSS33NdWqgf2dO+HkxdBCXjWP5o9kYAAcoQQ2c85ORq1hZ/boLSZb+AwGzktLmzbz0YqIHmjSPcFhVkDRzEL80btgVuWYuF803Ewa9mmknW2sYJPs6N8qQxzTyPiSeWFd3yIqoQwJJxXwuGdP2MeTmipOUk5Xm7yS5HCSik42V3LanKLUruUOb63EcvLGUfiWrjzRvdJJtPXy0SUm/vL1s0WmvZ29v8AZSLuSRvliUyyqGdN1yyoSiSOrLvfaN38Q6DX0lAzpdtZxTebHLagq9vaTxSidxPHHJPHJHJgnbGrxsJtwIf5QTVW8Ol3VoYrU3PmwTmd2h/dh48MdOmkyXB3vvUKrKQ7sDlcHUs7mO5RZpIbNbiFvOltoJLiWNVfJBtN+wuYkJcNtTa6ouQWzXtUXNx9pGm2pq7qqacmpuSs4xacLKHK5fDez0vp5VRO696173vZu903KzvzXbutGla6ts+gWeK1hMEFrNDeJKUs3lt7e4kilvXYXn7+2VId0mFEoCgLjjaCBWhpnkW81oLkeZcsrRSW90yLHb31uDL9o+0LvWGC4B2o0ocwpgIVIArnUvraT7Zb3hlNlHLbvaIJWluHdgrJc3U1szNp8czktNA4klLBt/ysprrUj1a3g87T1tEuPMW4uLe3zbwzyTvvtUivEaVHcqwkeCeONY0bMpBXFejTXuuErKVVc0pSqNJ80INXqycmopyftFG3vKzmm2Y3dtVzWbdo2UlZ2lfRc10rLe+rt7kToYVaFwIg0siwhZZvMs9RMVuB/wAe8UVvGn2sPkoI7jMgRsljjnT+2uGhngjjtV0+1SO3srZXgeGOZ94uZ0h2stuIN6T2vziIEhCrEEY9tqENvNf3RLx3bzW8ZCWwnjtLlnSGSUMq2zTyqSfMTEirDumXcygVu2q3UNxcwXbW12jFna9nV1jmUPt82IxiCaS3hyA0EauzjOFJ67xTXvOMXJQhG/M06mkFUUOZuM1D2iTlvaTirXd7jq1u9Peckmkr72s+kW0+VXktHaKto2ly222C6bHqUt3cDEXlW7RQTD95LNIJRueOPasUCzsY3D/ddxWrFHdRxXyuzJazLPG1jYPb20NvACGl3LCyJaB1LKbyCFnQnayM20jHGpiO7uLuSYW2lJP++NrYb3u/3RRLiCTBeG0RyrbCh2EEkZBrVsp4J5omnkt541sGinmWa3jlliLM9s0dvHIBIyAkO04UzMThQVY11xUrp+z5fhvGKqVGmlCaSvyrnVkoqmn7zTTd7CTV+VNaNp3ai7aK7d5Nq92nKyaWy5U5Wn1Cytluo7RmldZvtVtJe20MmpWX2KSONES41CJYXdoNsUMxUXM0WxkbcQRtR6bpUaW880dpc/abvFswuZI9SQSws1nG0MEcSxyteM9uDctMQShkkK81nwakZISbyIXdwbhIor2VrW1QRDasUtvbRs8Vy4UJFJbyDzI1RplkB4Gss6lwkM5iTTo0vHt4phvlhuldJo55JUn86zmDmffHtmtxCoRlJIPSvaKUYr2kXzXlN1I2klCKWjhFxi5OMI8sFK7fPZPmLumnzJSWqUZJNJ2u/du1zWXNeMnfTXewI7OzvTbRQs+IojcWFzbLFaQ6jK+xbaO4xLdTXyXQl+0SBRbsyo6P5bKK7GwVpW88KzzLMWvHnKXF6qWoMS5srUAvNaBWkSCaIPGBlwuOcVL2aJDK17pOo28ttDHZBJri+ezkgZoLRntbuCNJZb8B9rC580GJX2AbSO58LL4etlmsdYvNYEF/NDqUpskt4dZnjWJbYraPqOBBc3bq84t0mkjmto5ZDIyA5utUcKPPKM5yS5X7KU6k2ote0lywSblDaVNpqUlGV+RXdQUZSUVKybi03JKEdPd1Um2mlb3dI3et7ot6e1sbf7FZQ2Gop5MDbJktYZLoBmEEs8cW2JbqAybgZibpYyCRtwa3rCGwUC3t7bTHe1SBWmE7XE7CJjLLaRSgOu6KQ8k7jkYU7Qa2x4X0bULCz1Xwd4yHinWbKC7vtY8FXmh/2b4r0GxikJurrQpLG7u9B8aQ3tq4nu00xrO90gWioLaePey1bKK6FxGNOcLp0NrFazTC1AiiuZ286GZ5H8p28213ebLu5lG0KQVY8PtqM1UUHUTi5OUZKpSqXSjG1WlUgpWnGMJUWqcFUg7pyiqZ1KjKDTcYyUklFwlTnFrR2UouSutPaLnvDTnUZKSjoQQOzBrmY217EJXRFKfKolV7e0VZCIo45FDLFO6FEkbfiUpsPrXgzwncX8qXMk76PZXMNuDq73irNcGW4R7q105glwLWzeEFRcCzea9kDrG9qgDVj+DNAsrvUrKa4vYWvJ9UsotKilsodaWe+eV72GR47p1FxZWcRKywb/LsyzGUI6ore8fET4w/DT4a6Prdprdj4K8U/EfR45NL0C50XR1Gm3uu3FskN1o2o2emXMGr2+naXE8eoazLpNqA0KW2nLd+bfqB+N+JPinlfB9KWEVV1sfOlKUMNTTVaU6kHWoxo05P2dq8o8qqVXOnCKkoqb2+24b4XxOZzp1Zx5Kd48s7/Z0iqkppOyju18cm4pOz0+h/CnhP4eaFoiav451/wz8OvDWs3Vvqlha2fifXNX1zXYDZsV8NNoFnfpqMxnmXz5tQhvLmKzszJaTxqQEH1h4C+MPhTwLP4bl0Lxh8Mvh9Y3ujW8+k+G7/AMdadZ67LHI99DDNd2GoRxTvBNZ2j3FhHd6s0ojLqVlYxI38gH7Sn/BQfxR4W1zUNK8E3mn634suFvtK1XXrqBE1KzEixiXT4bGGeW307SLKRXjsLfS5bJ7cje0ly7TO35cat+0R8U9b1ifXtX8XX82pNBDaWdw7lpNLis1WOwSyb/j8jnsjGktvJBcxFJWPzFS4P8k4/jXifiHEe2zKbw2FnNezwlKq3NUpcsZxqqXM4znFNpyu4yUZct00fsmE4VwuHpJUI01NRt7WS1lLdSSSUqUbtJpPm3TleLR/p8fDb9uL9njTL5tL8cfHL4Qazpdk0uvprfgb4rW+taXoVkk62vkal/beuf2rqckrtNd3UOjWN5a6emI3jWBMqz9ov9oD9mD45eG799D/AGg/DMl5Y2Wn2NtN8M/Gh1PWNUfV7opo+kX6aV9r0xrSaeOWO5ury5hu9OmD7J4lLRP/AJrXws+IHx08T6hJFpej3XxC0q+jii1fTNa8D6Z4k3Q2sL26QjUprN9U0sytIHuJtK1KyLqxJjPLN+p/7Pv7OXx38W3lvZWnw28afDvT49PCaxffC/TvEugRXWm3SrN/xMGNveWd5DEWa6tkmv2J2gGPdgH5jMOLsowFaUMRmWX4TFxc6VKnUxicv526tKhGtiKUrpTqt0pqFO/LCc173sQ4czCpQapYaviaHLTdSVLDVZJVIxSup8qjOMZNqklUvezk+XQ/oG+Pn7WEn7Lt/Z6drHxJvdd8Oa/rHh3TLXw74Sh8DXmteGT4Wju5bmz166js9KsmutbZ5LvS9dh0+6s5bGzVSrXDR7/a/hf/AMFNP2L76HR9D+JXjrwhd6TfQxodV+Lnw8Eurabpsnl6x/wi2p63oUmpWviO7sXX7VBe28EKX1w9uk1vbi2mLfib45/4Jz/tP/GW41TStF1PXtV8OaVYR6dANcsNOhnn0iCCPVNJ02TX9TFtey6i6Xay2mry6TahzdCDVUe6tIyn4JftEfB/47fAnXA/irw34z8K2nhxdT0nRBd2d++mRGG5ksI1dyot7p7uyiLNfoitLhC6E/MePL+NXm8YRrY3BUa06nsI0Y4huGIxPNKE54WviqOBxGIwlWPsIwkqSvUk4KMeWzHwr9XjGVTDYykrqpz1KUrRjLlag6b5oQak5uaTS5Ypq1pN/wCinonij9g79oSaPxd4b8R/Cq/1nVNQki8M2WjaLY+FvEPiDS/DCxiz0GTwtazQya7q9nPta2utLbT7+40y5gtr52hXyT9HP+zx4b8beDdTm8P6zrPw/wDFV1p1zJpmoQ6hYwNZ6dbtFc3Gg31xp1jaRaXYyWksEA0qa3nutKSGGGyvIJQ85/y0/g7+1b8cf2fvFFr4t+DfxF1zwlrFhEIpLi3cXTSPJMlxfXcq3EMq2z387FocAsYgsNwsjW0YP9Tf/BMf/guxDrnjXwx8CfiHo99oNx8Q/EkJ1TxXqGtQ61puu+ItQaOW68QqPFWpxXXh/WJZ0LNoGlXM2j6veC4a1trQX8cEH2GEzHGQcKc8R7KdOcHSoqE54etGc6aSVObqw1Sbkp3vFaTvt5eJyaFKUqroxr0Z8ynUhJxrU04uKlJxfOklvKMrRaXNF3PuP9pj4R3PhC6mvfF3hr4P2mk2R1Z9M8Z/CvwtI1/4imu70QT33jyw0vVrrXvEsw+zyzXNxc6hqM2mXUrTpbJM0cCfnf4xsdL0zxC8Gh+ILfV9Igsba++2DRtR0+CGKZrkNdrZasrXEunG5VoGljl89Jod80aKSK/eX42fEj4TeIdRaG68R+DPG+g39vDqGlahpOiadb2t/ZasJJ4dT8OeJdMnjm0LU3u4SjafdWmzTby0nhv5mnWRV/Hr4pfDmbQbvxBqunawmv6XpurS6kY4prEy2+jXENvdXw1tJhbXMNxei7t3LaMl7pepLczXMnkXfmRn7Xh7iOFXMXluKkqM6cJ04UqbfsldUpusoYiniJ067ipvlc6dKdSc3GCg3CPxGb5VKNN16aVSm7ynNy5ZqSSi0p05QhUg5O73do2l73vv5oDxHZc3SW9tHFdgMGiFwCCDHKJV2cJdIUmjXB2IV56mpBEY3mt0t7KWGO1EUnkWgSe4DKoh2yNjDYIK7gVGQGDDipryJdL1S7FikjrDMLXZkGVXlTi8e0kkk86ZYmVPLBQwxxxs8YY7az4itvPbyCa4uoonlSe4aOQG9mZWk8tflBLhv3cYAA3ErwBmv0uaUoRqQVXm9gpU6E/clzezpVZU5xjHmhVjeFNe0q89RtTjrdnyUopctOXLZfE73alFxS1vyu+rT5be64vexWtE2NE10NRljS4e2hhiuFit1mb963mxNuQgD/XHbtCglWVhTboWapPdu8CvaOTDZQBFtWkzysDIoNzvJGf3iOGyXZscpAZJlmBaSKYrO9za7BJJCJcoqS+Z5Yg3RnO5SzY4xg5NaK8a3V7Gc6fMBZtHAoVRCiMCySTOQEWeIEhirMSepznHTL2s60pKVX2kFBzo0pudoN800lKNSDi4K1VQtLln7RVE5JmKVO10k4uzTk1FNK1rWcXdSVrO9mr2SZVKXKlpW8qGUZkvo1HkwzpON0K2MBJJkhH+sMhI27zjOBVSTBVWsILiX5y9xKFAdY0UhkCllUBwxA+T5iMqafFd2l0Jxa3MMuN26ORXR43KlFbyFwr/AD7cHcDghxwABVLS4FmpgVZEZpZD5kUiyQ43FgSePmBiIxuAOR3LlCTd6kZxq0eVuLjVox9moxqNSpN05T5bydJKbcEowTlC0TNtW5oyTU22oqcJS5kuW7v8U2nq1Cz1l7r3qo2xdrNLZqvmtE0nlrcvK3WCUDOF2Kv7zO5l2gsc1R8ya483z5oTFagXMVubbzpJJ9uAoHyZDcbiCcZ+VctUSyeWUMMkjSRLIrTzK7whwz7HaPBwiMQWXdgquMDJFOnvrS5nhbbbO8rK1zIAxmSaKNFNzb7RkrcShWSIuAADwQDXZOlWg5SjTlUbvZytKVGVNuU3yVIt2nySim37X32qbXNJPJNcnLzWatyrVJtpJvR+8rWeq7N6R0p/aRbI7oiT3V2wS4Qq2Ld2HyRZzuiVFwdoYAEkk5JNVvMtLeOeTUHaCWJXUW6KXBJ+Uvn5mwxy2QSDuJGauXl1G9xKnlSlFj3JclVCXbscyFmHIMbnjdvOe/phTPtWO4uNk0Sp5PzEmZGOAyMmMzNOc+Sd2YsDAIPGMKbrQ5qyq03NQqThTrxVVt2lRp0p8vs0owtTcJQ9pDRS/e3kxNKX7tQdla0r26c02002m/f3XM78vu6kcwD3cJheN9yTrao7ICytblnjKlWLKwPRtp/unNZ8wzYpG8QSecfZolQCH7LKIjsnkjDZKMwypxhucjOMobxvMFxbpsuY5odqBiN1oWxOsm1WbKjlEByW2gMMZNSZoY7gzvO0uwiUxsHSUtIWJQvKTJ5aHGw5A4PAXNOdOSdJNySpQ5tIuU+alKpNwnKMlGDlOpTftZRUarUopu8rNzg1ZR1lJKPM1yqLcNtny2i1Zt293yZLbyNNEWmhSaVAvl3LfN5jkbgI1GPLZFjZcsAMHLdKq6jGszeYWkSZTGRA+MBWDEktHhGBCqBgnA64JzW1a5VhdyKkO6V2hRIJVZ1ACMmxwqSPLu2qpIDdQcmsHUvtDzzO8D75R/yyIjiiAHyRui/6uVc5kHzDBXByMD+WPFXHQq4vERhGtOdCGKrU4wq1alHEV40pNYW1FulzVmk78/Mqjn7OnHmgl+m8K0pU8PFuTtKC5PdV7WSTV25WSu9725bu70wr+SUWsj71lEDqZIwXDKFIIYuu1gMMOmF6ZyTiuOW4s9QE6RRWgt0keWc3VvFLBANrmSVIn2C7nDlVSEM0mW+UcHPoN5d/YNLluLsxJZhy0heFppWHy74hs2kkNsaLe21myCQqmuVs1t7izvPPubWSGGeSd1m3FYkZFmjlSGFGk8xSY0MsIlEbErgg7h/QH0ecqhTyijip0vc9rFQlRlUeHpe2cJP3Wpv2srRfI6kqkW5KdSTTb+F8Q8Vz4tUVLVLn1UXfk5ly3TbjD4nKLS0s1ZWtUmUx29tHBLY2kQhR7eCdz5boqFpxI0IeSzvJmfJgWRikIjGRgrVG5lkitZLeKPEkFsZ7o21zElvCrylA7ahOySTQ3CHL2sC+ZtOI33c1syxhIozHPbpICLqO/ltmsdPWea3Z5kW4uCIPLiWEiZ03Mkzjeis/FC0u1idIUvXsrq8sJb+6a723NruQlUtJ0ULFDHOSfsxhd5GjKuiKMV/W7jJUYzUOblSdrNJq6cZtxip3jFNaPm573Vj8rduZpylFXklezTS5Yrl9611uk7RtbquZctmPbE8d2DBEzwSOTYi3ZoFMc1rcP++uJySd0KFVKS7ZHfqDlPCskywW09xFFc3Esu1mRdQF46fPbyE7o47WS3HkKFWNArcKrAEdPcm0S+mt7xiHjjtJJpJiI/PMimezSQmOGCCOJBi5mjaaW7YIZcDJHNv9sdLlYn0+cZE8Wo3VxBDPvnfY1w43M8qs3EcCBzHGoB5NKUk/f+FcimpSqP2bUk5J3as+XmTbUk1G6+07TKK2T+HR2i21ayaSTbTSTtuk9L2UW8GaSZmvoILJ0ihlVDbNLFJbWyKu1p/PiUXV6lvGXkeMyxhUDElgu05FyDKJpYmklKxwvGlyrSvBZ+fCpvNNLzMyK+0yC3ySBtYptxjeke9JN4yWy75Y5m0uKGVpLtFcR5GwmYRTOBvjliQTRloQfmArAma4VzCkMDWlvcSzXYurSTS75pJmRiI/PaMxRwr+5EKb8Iiksu4CsYwbcJRUYyjKPN+8jebtBy5m+a7volFpO27tpnUUVGTTvbm3jeSjZJaRtey6Wko72ScUeY6lpsX9mwFtRt4tUt4rO5IuLlljLK0O9WZD8qyx7owepJIHJFXbe8ub2RZJbFoG8vyFgt5SI54DgzTCVhhNpVCrZ3nOEZfmNZ7R2moxTK+k3Esey3VLq1tQYrhkSKRVR8HcY2GShzhhkYIyNUTT+Tb2bXocPHIotFnSKUGPaMyux3I0YYAIGG7OAuQK+Bwd1eDfPVVScvfi1GEJqDkoezk70207RmouCbSd0z6bE3Uad4tPl2VnLaLabjJN3u+ZNcq3S102ILmyfUYvMKmW5t0EUnmSANaW4ZWiaQKYI5d28GQ4mchCxwa0YbS2klt0094RNboWluirGVCzrK0JmCu0jLbqN5VRGvzZIG3POwlU0xtMtr+NZ4yfOgunRZ3G8u0M0SgLDtU5W4xmQBVweh1YrhbKOSWJbaWZYkFqDFMYg8rIszh4h9mhBjBWSeVRHsIEh2nFfQ4emrJQlOMuXljGSfvq6ipy50rRcJq0NYpJzu76eVN3kk21dtN/CkpJP3Xu2+jtzK1l0a60m3i1KCeK4nE8CyS3v72KW4S3u2MMF1FaqDGbGMIweWYvIj52ouMnW02Zd2mmNri9tLa/W5s471JIrtrWSJZLqdZCwikllwYFdo1jiiAKIrLkVftapbQPLGkMro8TBYDNJAJmyskEYhkjvYNsSBTbkww5yBvDVv6dqqNBHfhbdxNDGqX4gD3Tpd3JDRMLaSSN0jV9jl44boAEOqOCK7abm6KXs+e7krSlfWOkVezS0bas7qK5dWtM9HJe9FNaydnok46O71a0vzW95JNpxSWrMYGuZIby8kuGu2GoKTdKbkRXLh7V3mhSQyx2MYKzRP5UQm25cjKHqvMia0ktbi8t47hBbC7mEZj8y5RjJaT3xEk0C6e6bWbyipccsFbNc3P9tLoFggW1h8q2lnhS3mjUXBE8QQ+XLN9nuWGya3GEzkuOK6NLqSWRJ5o7EJGsfl28eZbRpnwkLW0RjhgiSRlAnS4lMKyYChVDV1xjJxpOyla81yzTtOPL7qvB2k0k5LdLld23YuOjd3q1a8k0uV7qOt3brKyT96Ks2zQvA626ap5tvpsgiW2uI7WNmheXcCtqkFwPN2yffWSOJ12kA4U5GitiLF0Sb7Fb25tYrpZZlZvJW7VjJ5cigh5XmWIPG4Cx7tqLlhnOtLq3uRDMWm+3tdzQGJ7aaNUMzCJHMQZUi81C0UCBgkZKzqcLmuhto7BzNHumjW2a4tr971p7maBooy62yaVHJILhmOHjuZfmyNyHIYjaPNCMYNT5U5OWiT05VCN/e5uVr3JOLdSzdlo217zdknKdt27X5eeT00TbS5o6JJXk278tzR1802RuLzSYX/tCN/NnuREqMqkyxR2rR5YyQxYRRkfOxxzinv5RkWR4rTT5Sk6Q+VLINsE07G2E0yNGzxX8QdGhAwrMqqFyaoSxl7ixv7W3trp7dI2dLuKaZrkFSIjbqp+0adNgZkn3RsfnTdjJradJ5JBLdiS1u4EAis/s8ZSW2kUy26o96JE+1Wk4LZklYyROjbGIQjspxcakZpySlBpU3PWE7p8ijFyclO0ZOSgow3TTlIfKnHlve1pWS01jHlSX8143f8zV/eSizoIYrO2ZJYfKkntBbT2ZgtZRHDd3QeOJJAz+TLDp2XjLSyh1ZgWHBY7UcBhWOWd5Ybi3jdEzfRST6iYmhAkghkkeOFLG2mmiliZ9u2ZwrhQDWDpYSJ7NIES/h1gss1m325rCC8XP2q223EMUskl8wYy3jLJaRXETrE+BtHsPh6bRdXWzsjJBoHiO3tr230i91GOG78M69YxyiGS11Vo43Oga3LsREv0WbT57ERtdiKXeoyr1alBqSi6kb61Lt1IxcUmnyR5ox5oy9q4052UnNJRXNHelTjUbipQUmopRuk3J8rajJvlUmnG3vRcmuW3NLlllpbzTwRXVpeLatHML+1e3vs3Om6p8qrbxtZBFtI44f38U0crFJwu7eMofSLDS5NflXyfMfxPeWsbm21CZWsNZug4gm1qXy2FrbTIpKv8AbRaxXd588LvKzQHC0TR2juptH1aw/syAQXM+paiireT2lwFYQ3rwWVza6RdafHqDW8CywrBb3sMxnhO2MrXY6Xr+maDoEuuXkVzY3mtLqln8P7exuJLW31WWwtEGveM/FdiQzLpWlrHdW/gexgvWtZ9Wdr2RHENtJJ+W+JfiDQ4KylVKcJYnOcTObyzCc0ZymtJynXnS9slQhKDbhUUak21TpOlUmqtP63hjh6rm2IbmlDB0lCFeTi786kvchGXI/bRhNNPa3MnzJNHn3xB+KE3gTUYPBmh3A0nxvcqnh+98QanYedb6Ouv26vqckFvdJbR6ZqaabDcarfJBNJcAWysjo5QP8SfEX4haTpNn4o8YaVf22n+G/BelXvhfwtqd7IsmtX3iCe0trXVfFFzeFvNllnne2iiubYz3k9091BApEG6HqfO8c+M9L8Sav4g8T6xq5ZtQ8QaRYa9qF1q9pbalfTRRHV7JZ1lsreSwtLjS9Mtd6WcdzawWeozMyvKD8n/FPwXrnjz4XaJY+DYJr3SvFvxe0/wj4eWNczanp/ga1kstWuLW9hVo7aHUPEfiO7u3kSJ5XuS7NIAI8fwHnGOxWcY2txJn2IVXF1JyxOJxcsTCSwtFxVaLjaNOFHDUlh1GNOlTpQUHeSk1KUv6Fy3BUaEcPl+EgpQ56dCNOEZOVWUnFU43cpTlUqTk4p3u7pKKtc+P/gh8FfiX+0h8TIvCvwt0HxDrPiPU9QFrbXFpo83iE+bKfNjbUrqRbiC1bgyTo8YWEMFfaARX9hX7Dn/Bvh8OdP0vw141/ag0a18a+LZPIvdZ8G6no66NYwykK7RSTWU0cd3bsu3fEsCb3BG5QAD95f8ABI//AIJ0eB/2W/hVoGv6v4asYviNq0aX+o6qY5nvtPM0Ue+zgZ5mKELmMyMjs4XdvGdq/udZ2MbIkSpmJCqtJNLuIjGSgBYk7j0YZGSRx6fC4/Na2dKbqQ9lgZ1JPDYaNSrGpXw7ioQq4/8Ah8066cqiwnJyUacoRqzr1LzX7llPCWFwEadXFqNXFOEZTc0pU6E9P3VNRlytQilecoybk2kowiub5++Dn7Kf7PHwV0m10b4b/B74d+F7W0Rog+neGNJjuAgORE9zLaSXUigYXdJKWIA6k8/QcPhzTYEaGysNOs4HX5o7eyhjUgjlWVI1VlxwFZduOMgZrorawTAeTEbFwihcsSo4Usy4AUkcbuOPSuutbK2KDKmRvuM0WGDk8feOCuDk8nAxgZ6jlw+EirclOFOVl/CjCLsrJJtK/wAKslsktPL3MRisPhYqNOPuW1SjdXVtbK0Xrrda+ejPI18H6Yjzt9msS0ufNRrSDbKrOW2vlC7NuZ2bkliRuyFGPIPiB+zT8FfinaXuj+Pvh34W8TWd6kgnh1nS7W4VjKAGZd8JZHH8DKQwHcEDP15c6WgbamwSMMqGSMyKBgYLAtnAwB055HIIrnbuzETHcU3qDhJV2yMBgcsOCeuBnOOCDRXwUasZRrU6dam1rGrFVItNRumpJqzW+lml62VLG0MRHlnThJO3KnTSacWtUndPVab69NEz+Tz/AIKCf8G5XwQ+Jmiaz4t/ZfnPwo8fWltNcWHhzY0/hjW7+W7kuJoLopsa2SXeUjZy6xARgBcE1/FJ8dPgL8ZP2VfiXqPgD4r+EtS8I+KfD1+WtJr63mWyvkt7iSO01bTbpQI54biWIXEdvuZgsKliQwNf6+Gt2bNHKjr+7lTy3RgGEgfHBJIznJ/mODivxT/4Kvf8E0/Av7bXwe1XytLstP8Aix4c066u/B/imGMQ3r3Nvbs0VlduitJcIwAijdnym5iuAxpYHM8bw7OFTC/WMVlNHl+s5S+atVw9BKKlXyWXMqlGrRhHmll0ufDYhc0sPHCYqVSrifHzfhXCZlS9rgoU6GMcfckpRjTry5VaFaDtCMZS0VRaxb95uC5V/Gj+zP8At7+KtH8O/CbwZ4q8UambLwrqV/p9pdS3d3diy028u4PsmnagZrOK3t9FS8uNQvLKa3u7pbWfU70z2ix3Eklf0j6PfaD4ujv49Ud3Sz021uBbQwadqdvqF1e2F1LpkNvcXXmMvh2/jubpYZLV1jtNTtYbQjzlhI/jO03R9e+DXxV1H4UeONNh0bW9E8VHwZ4oha28hL/RpmvrHUk1FpvNBtNQVrVHvovLksWEU0aMkcgb98vgP8Q/EHgzQLDTvFuvZPwy1RPhfeXpL3U934P8ZNFfeGb2506R4pdait4ktHlt51nSz1DyLppgrzRr9lmWatVcFnuDrRxNarh8DOnXg2lVwNNSqUsReMG5RqU5NVK9W3u2U2pSuvxLG5XGi6uCq0nRcZ16NSjy+9Cq5WlT5be66c0lyWfvN7xSt9A/Ebw1c+DfFJjvYb+G2vTceItF0zV9Fv8AQvElpaTpmK0nhvFKXQWTzLdr2KeVWMRllxuUL5YJpo4kWYyW5n2TxyzTlzukuSVYLHhY9owNzAtgDJyePqbxzp174mtdaku/7TljtMazolzEkqus1jC+neIYotKvHmtrCyuFha+vLaxWK3lvbG4jWLEzE/LNzbhVstwa6upEaS7hBLq8QbfI3H3UVjnI+6SCtf1HwrmtPNsowuIqSVTFVKNCnVc4pSVqc61KVSKbpU5SU71KqhNTnypOCcWvxPN8F9UxtaEbxpKdWUYvZ3lBOnJ2blytqMLNWirJtozL+5uoo2maedXdtl1ONqyXG4bUkOdodgcKCBsReWBIJqpFJKFgKXMQe0LqryR2/wBsG9hvLTbWilTJBjypG04wTmtgWs0j3arMqtEHhkWJlvVxs8zaI7jcIoyuEZ4wGZiFxk1jx2UtxA6yxkriNluntwkar0MSwqodREAQcNtJ5AzmvqoToqlL95ClKm6XtG4uLtNOKUfcjH3IRtCKnJ8iioQjCFRVPHmuqaaktOVSlZczdua6aUZRTk+VRcurdmqd3IjRreXFykMsrMshEEaZBYGPBjUKHdAxyScsRheapyDzVe5jfCM6RmSXczyJHkHyhHt2yurZww2kcDmt+5t1t4RBNHFcW8kqpAJfMiBZQWjAV4gvBO6PB+UngDvSmtvLi3ZtbcJPayQqszzfvh5qiNokR1EjFgBuAYngE8mijXpyVo80o+1cIzpyhyezb5eTpVfIvcacZKEuVt3TSiy5klZ31Skkp8yS3d/tO93ftqrGHeQpB9nWB5xC3NwjNCMKzfMrIXWUuynhgMAngcc0JY7SNNylYyJsQqyCS7mzny/3gVVEcQBUtwAGOc1tSR3UlxJNJJayEySrEx3yO7Km6SJXZRlgcqVwoU5XJxmo3cSpDG4EqzLGsIYnCb8+ZEhHKhPuspG3J5994e2jTpKbcpTjF1XCd3LmbavpGLnHlSUpXlFN7SbJUYuWjtaVlaMmknyuS96UrXS2jyq7Wi0S5y6jeV4W81haxkFYYSE2SFgWjkmfdGc/fYKOCTjHNZt5HBdzrPLJiGKXYLTBd47iLKx3DGParCEj5XYYIyzc9OlltJObeKCFtjBFAUuFMp2qQXxhk2naRg5yQetNNowWQSIsYcxrdG1VVlSJhiZTtww4J3knjnPODQ66hCMrzU3GVGHs3GMlCXK3JR5JJzaSjCp7suZ8qdmJ0GlOySTatd3s29Fvtb3bba7dDkryC0S9BkkXyvKRlaON2kuF4Ajj/gEu9gxYgrtB471CCU82DaYmkEh8syKXWFYzJDsVVImmc8yorKFPGM5ropbc24aaWRVtwnl2wBXdGpwVcjHysfunoSxJz0rGlt4YlCsscEd4J4yh3w3E+7IMkckMZmZgvHD5AyFA61y1al6MouU24Uk+a941FTvKSi7RfPGEOefNztzSinGEfecKUfa072vKXveXM0mpbppyTWlvd1tJu6t28c8drIt7JFdsFtTEIn2PD8pYMRk4JIHmHPADYPGa5a6njnlmBkWJlLAht6hiO7sCwK9NjAFmG7OQAB2UsckVj5geJJWKQkSxOTIVXGyRHKhSqAkFiCRk4BJFcqbW4ndmiVHmmVtpSMLFGIiFKkL5nJ3fLkjG09QSa/jDjrMKdbiT6jCU41KmKcVUp04Rw1GtUpRpxqKVCEFpOvRqShOk4wlUhKpJRaR+u5FS9lgVN6csHJ31dlayjfmtG176p3VkrGbJNp8djf2Et2J5RJaSJb+S89qzSkoY5WZQJVckFlTB/hIJGK5J4Vt1S1DxXC/aW+1W1taiyuCAfuWjzBbiKKNhGziJdhVAr8nJ73WrSdNL81boiOKKNVitkjc3LK+H52BpPKYsuWBIbgYC848dhdxS2v2oXEthFA8t01zE8lyIpdu/7LKuVQwuVPGHVN2OFJr+6vBPBUsLktKcZyfM0nGaetWjQoU24L6rRlGc5RlUUFJe9N/vY2Uj8a4wq+2zGtG6dpcrcVKL5XNy19+V/ekoNtWlGOkbPXlpxevIUVrK5EMckUSSWJm02OC9jlivbhYpllitmSNt13wJTMBMjKJMVmRrbhVtp7nUBPJCqyQYS7WU+WEsEW1ki2pC9vtlglhKTRsV8wZBFdvLb2hu57maya0vfJuZJIrW4S/tzAIUh80QGN2uYbi2SCS6kX5I3OWUspJ5e6gVo7ONHaxMd5DqTz2hDLOQCksUEs8o8ueBELbERTMFO1AOK/fIzUlZRnFWi5OCS1jzScm6d+aLqNvnjBOUm3yK/KviHHfVXT0jsuWSV2ua0ouysru3KrO7btxrNc3S3SXmoy3j2qTC0t57XZLZwltkSBpmjtmd48pE1zIu12yCV+U5kcCLch2mFmxadUjScFkS0VZvIMcjIsF60gKyy26/Z5g2+FmHJ3r6O91JJZrdTFdspunlltEVp4IT5UM9vJPm1gBbELW+Bnd5gBOKrxyXMlw+rPeWC6eZtt1IAkbrdRxiMRhpoZGAixsnEZEDN9wBOqqSlyyXMqatfkSUVF/HyJQoxT53drsk7rWxntKMlFbJbX6Jc/vS5lypRT1as1a6Svx94bdHQ3NvMWnE8kMNte27XWmTxzK9lFbSG5iiVJyfMlDyswk5B2kocC8S51OyeK5S5Z2FyHv5bpHkgk3RySxXduRJKZTBGyxSwu0TTFBnaNp7a7tb+NZbezhsIYHnRbuGVrF5JLeU+ZHHELlZjHeSkDy5lmjeNG3rjbtPMLavbWCSPMZWtkeM3MrC8ac3dwyw2lzrEZMol05QxREfLKWP/LNa5lJS5ZJxjVU4cr5p+0Ufclrso9IqN2pLlbk9Gs5QlaVrcri3L3U4vls3FuUUm1Lmeys24paI8kuLyxu2g0Zbud9QS1ju5LC2dYzM0ESSOVIIw3lo7KpbLlQDuDU+FI/JtYLkSWzXUjGC2vpI/LmaTaybpYS0okTawMfBGR5nvRudPsbSaGQ3QhnmtPKhvd8S3EW223FlkyXDAA/MueMA8cVb0ENqNva24vY79rOZruOU7WuEuYCVilYHJmWQu3nZwJCi5HAr8/wbpqHtKbm4c/M5SjKL5p8/NOL5VFxfLG6neVlKz+G31mIp3ppqTjFJJrkaV3aKtry2dlZb369C1dJe28SNHJCDKWl2x+XFFePbnLw+ZJ+8edIkJjEX3ioU4JxXRaU00i2mpRvdLLeL5f2O5O6FraYbmilDBVWV1AIKnzISNjAMRirHA1u9zbzaXHe+SJLlrmaP/Smv2VpkS0VCxjZCUZ5AiYjG1gVyTqxA30Vk00i2qupC2oyIElOGuX85EZkZnQHzQOOQABzXv0K6tCOig5ycqlr88ZRTS5ISclzKK15YJJJq17LxK0bK73Vkt7pe7fS3utrW6Ta5tDfS6tUv7W1gsbyS22JBZTfaA0wuS7NKNtzt8q3h+b5HKswbegK81vWKq0pP9lSNZLPPcQlLuFII7VCzi7Kq5aaWJyZLkQFo4DkHdXKRxw3FzLqErLf3ksqQzQw+b5PlW6+Ws0ZOxGufLYLEPLJvGV1dsxADqbG1WwtRb24kurmK4hlgs4VMi3Sufktd9uy+ZFZbvLC7o1eNR5xbJNerTmuRJJtyjBTUvaNSkkr1Of2lONPkdrOUOVppt7xXPBe89Ukk7OyW9motWd27aJNO6Wmib7DR9TnvRG9nFZLa2wigRYY4I508klWe4gZhFNIzc+apMpizwC2Kv6XeQXd20cUOoTW6KtuZGiWKztVeUySR3UTEQGOFiyQSXEgDAgjArkU+3xTXc+JIJjJHEba2to/9LSM7bxoEPmG0eEkHzkYnhlHJzXeSXU0EfnXN1MxU2ytBDAZSxVlQH7KiiG5ZkZSysjENyTuPPUqcYe6lSfPpFRqSbp6Jy0jrUcmlyzjKKvdPmTTjrF3to1LpeMVdapO3NpblXMmno7qySv0WlXMVrcSmeOd5raSW3nsxHHK/2QwuQUFu0gFsqkyh1LTJg7eNtXYdRimXT5tiT2MNrcLceVDcbgAzCKVfljmkQLIgZ5lMgKHJGRnPi+z2MVtDJdQ3lo0g+xQzxSuLd87pWAjt0WSGNdx3zTEbgYxxhTp2PmM1zexrNPI++AWcUEdrJdQLg+bbvZgf6LHFvzHKvBKkEncauEqd1U5akrxUFJSlGnZrlSSlG8Z3cruc/ct8UlHnlXSzkou9mrJvTlk205Nt2UdUveWlo3sb6T6baW9hG0sqajNLaQRxQWiXfk2hkYRw3CLJC8dmXlWU3U8jZ8xot4IwL1lbSf6VPcaLcwagwkjjlktlXTonRWaSV7GS9MoivIEPlSAlllWMxKUJIwprO/gt4xaKtwk80VnbI7OZX0mXF1cWuo38sckxljnxLYIoFvAFKXbqJI66TSXvLgf2fHdK140y2rTIZYbz7IsQJjuLklElVNwC+Qu1W24c453goxhKcHCom71Iym3OFO8W1GVOKdOlF6OEozble70d9FF3jFrdcqfK07yUbSi3vK9mpXVlZ8iskdXL9nmktvssOp3Uy/ZI7RLeze1ljnRDEbiSEzrKyQjcXh8xY5AN6ktIxroLJ03RItxEXntZbLT7GW34k8uQ29xvtF89g0uob7wQmSSdSSWVo9tc3aqRdXFvKs9tP57q1xeahcXU41JlAhdpbl3VYZUGxLcMiBcEJkEn0nwvpl5NLBotjssL3ULXfqWuXFnNbxaPHO1zDL/ZUQB8/UiUGdRjCAhP3coyHHLi8Vh8BhKlfE1Y06GFw08RUnVqJU4YelTVWtVq1eXl5IRjF+5Tu1KMXaU7rpw9CWJrQpU0ueo1H3U1zTk48sVFuDcnvq+WKSlJrllzes/D/wCH1r8QY7HQ9Ra+Pga2jk1HxJbWJexv7rw9pMxtdQstKnQRPOmv3bSWtq07ZhtWe4REuEtxXn3xYgu9Z8PRS6RpdunjP4oeKNQ8M+CNPtYVktvBvw70fTYP+Eml05I2ktPI8OaHBZWEVvbySLJrupzW8JO1nEOu/HXT/B9i3hzR2NgfG9u/h3w3ZXNzcWum2ngmytYY9d8VXW13u/tUVjum0eK8xcXusX1vdxSxzWfn19Ffs1WfhzxLoWq/EHxHrBgsPhtpmq2uj3eu+ZLNZ+GvDseo+I/FOqeGbZDuj1TXPFUem6UrXLSiS10xY45JkvAp/wA/eM+IanFfEuPzetSksPVqSw+WKo7xpYWFSdbCpSdm7Uarry9lyrnxF5Jy5W/3zK8D/Y+Aw2HUV+75JTlHmTqVZNRlJSuvcdRRhFXVlC2zkn+c/wAYdb0r4O/s/eMGnj1Btei8IWVpNo0dpIklhqmva5deGNB0yO++eEabrWnWH9pCCNpGLSxgbMBk91/4JE+CrH4n+MvhF4F1nQNLvoPhN4h8a+KbtY1kv4bRr7T7SyuNNaWQmMRXOsTNdwXG0m1fT5I0O9q/L/8AbP8AiXrfj3SfBngzwbrEmqar8cvi3qPxD0+ws4bpp08PeE5Jfh58PBbtMWmtrTUtVk8X6wln5KosSWl9sU7GH9Xf/BFj9lTS/wBnL9nq/wDip8TbnR9Dnv8AyxqnivxTqFlpmm2OlWk8kKFdTu5LeIJql/Oxd55ftF5fSQpGrFsV+Icc4vByhlHD1KrSeKzfMqePlRozqSlHK8qnDF4uq4tu1KnXeBy2cZctOpHFSaSmuVfsfAGTyxOMePrXlTwL9vzSinfEScMPQpK6s5NrEVqfKnaFNSTk3GT/AKAfBmmQaTollZ2+wSpbxOZVDRApHGEAII+YnAjGepBZiCa7u1SEyRCMOxbe7sTgFyMlAQdrBT26c4r8y/G3/BRz9mvQ9Vh0jRPix4bWAPeQLfpcpJY311pil7yKO/ZPs8Wn2iksbhpcXmVS2EsgIrxDx/8A8Fl/2Z/hpLaQ3/xz+FkE19Zx3sBtdS1DxLbW4njgntY7h9Bsr5Iw8EySXEEkMF7blijxPsIGVPKMZOnGvOjUpU3FShOVKUVKC05lzJXjo02k1e9j9Ur59ltObp08VQrzWko0sRSqezn7qUZOEpQ5vejdJpxvDm3sfuZY29zMPkYxHITKpuaRshsKjDdtjHDnHJ5Ga3YtHutvmxPPtc7cFZUQHnfuGMgZA5HC4Nfj98Df+CtHwu+J+tWNh4M+L/wi+IE19bR30Wi6XNf2WrrZzM0S+YmpWtpJZNJeQSwxG7WJjA0MmwBgx/Tf4a/tTeFvHs8mnQXXhlNQiyj6bB4k0SbUoyYWkBudMiv5JYd7Yii2tJ5xBKheg7YYClSSdeU47NPkmtNLNW6Xdrt6PzPEnmeKxM5fU6NKom7csa1GbdteX3brmiry5L3SWqVtfUzFdQhwI3IRlC7mYHkHAU/xFj0B59gQScPUIZyXiZSULL5kTbjIjNj5y38RHOADgDBOO3oln410a6klSeGISRdE2soZlABbZNGHU5OBuyP4lYg5rn9W8eaI0nkTRWgwzSSSfK+1UXODImAGBwWGflGQSck1NTD4dx0xcLtpJWu3ey2Tvr5vb5CwuIzFV7f2XO6S55bWW902+W+miWuuj3PPbtN8RjKPKC2EMg2tnPRi3zLhfmBxggEZwTXnOvWplinhlSQK0c0SNIC4AkUbijZA3AAMMkjCMOM4rtvHPxg+EfhfRn1nX/Fen6NZxWfmyXN6yW1sIpZDFDLKHYO5MhCW4jRXuHZQpJPPyPZ/tp/AHxNcT6LZ6/d7EvbyzS+ms5IISbRS88qtfJarNEigoZbU3MY6PIHJB4KmDaknGcJr3ZJqSV78tlaTu990lrp01+gw+Z0lTftaNSjJSalGopJqKdpSTtZtNR2STu5Ozsfxg/8ABwH+xlqXg/4hS/tD+E9L8q2vtRktvFzaaksElza/ZybfWnMUW23FqcRzAEiTzhKx3bgPz1+Gfxs034ifDbTtZuLuU/ECHwsfhZ4gjkuJg2qPoNlDqPhbxRMspWMi50rSf7Puru3IuluZpY1kDMu7+6b9tT4e/Cr9pj4N+K/CNhqumajf6zoN7/YiyxRuuo3Mlo0kdlHLyhF0n7gFNwSbYuSSRX+cz468Fa98Afjh8QPg7dpdWFsk1/pdgt2HhnVsJeabOkkJZfOivLf7EFVlE0lyVIw5FHD06cMZV4WxlBKFOhUzfKZTVSVOthZ4nlzHCOzjGUsDisTQr0YKaSw+MhyU3DDVGfFcb5fTqSoZ7g5RcMZONHFRhZOliqVKKp1opq6jiqUGpXTSrU5Xd6kYn9OvwO+IekfEb9nvwR8SodQlk1DRPF6eEfHnmRvNaz2V1o1new65dSzuZLW+uLg6pDJYFpFnkuYZI8r5m3jLqGy0++u4JLM3Vo4YxoT9muYLMlltfImRgshMRQlWIZmzjJr4/wD+CX3jnT/F3gr4i/CLVbm2tbfxbr2i31nYzeXHex6zpFheHS7mzu5pHglcMbS0vI54ovKu5Le2V995ui/RvU9O0DxHDa6/da3H4fgW91Dw/eRz+HWv4Vv9FaL7MA2m3PmFbi0UmSZIpH+0sU8sldp/fvDTN8LKOOyipUpynlmIlhsQqk4w5516WGxeGnOMGnGco1HyRVtJK6aWv868YYJUK9PFQg/Z4mKqU5SptrnjKUMRvKMJWnyv4pWfNdN2Z4OLQW4E8dtePNBAqQOnkxifzMoUliV2SQgsHMxO8qpBAJxUAsJYbJozJePePIL2SIXBjgRojxEsZXygOcPk/M2G4JzXql/pGnhpFtNYg1GEODA9rY31gWToN0d5BE3J77mYAY2heayU01luGlRUkdN0TgOVkl8zBDjrtEP3WUAliCSa/WnXcakozj7CqvZytOcmsTTg5OnRU5ScJUkpVpSULVKbknJJKPN8OqELQcI3u7LVKMEuVcy5leV76JuUWk1focI9jmXzhHPHcsjZS8AMkcoQsZIIkkYDcuUVnHQgjtiCfSEa2kE1ldCRokaWQmPIJkDNMFUgFh0jHVQSOO3pMVoXcrlcSFzLNLEQ7lFyqFhljkgRocjBIPtTE0wK8Uz+YWVwCrsWBBDDyiBx8gIz5oGdwIztqHmFODu1yumoWjCpJ3lGPu0lyySUOZWTmpP3Iylu0r+rws+e0pO6dkt04pyiuW/Rtrfd3u1bzUaAy3KytEJrdkPk20qOA3y7hDLKB5ZSQAsGQmTzGIb5RTbjTbdYpZJLc2/mSIjvb7DOkX3xEDIfKWNThEYYb5TuzkZ7y8hlX7OsJmGx2kijllCxrtYnaSgwynPyL2GAO5rB1BEKXDwzlZXjZLmNgRAfnJ8hHAPlyNuO0LwQvUHGdYYurUVF1pcmjhLkqSk4whNRcZezpcsZSUrc8o1JOorK6uyXQhFLWKjzXbabcrxsrtu943asmrKK0scxe2cd5KyraTRb4QI1UKpnaNQI5QBgyZAJLxkqXIAzzVaeyiuIYw1vOdreQkaJb200HGAJR5u+cKVIZ2BEhyx+9Wiz7FdHf5rQLJbNFLL5TQDmXcrcsVZtgAYKCMgc1h6jL9puFBdpJtoQk7YhGFwQqqqgyKgBAyckAjceRTtJqFOE3FRSanB1HyuMI3bl8bjUvzTSUXaPLy2sjNqPMpNxS5+WXNGKdt7uytpOyi2pLZq2piyWb7fIe3CtlWCTtEkkTA7ikqhm2yYGAG6gg9CKyr2MXGo20P2ZNgxGUkdFijLZ/epOAV+fuqncuMHFbM1xJcM6gmNJGfzhMw82eUcmVXKBi/ACDJ2oSo985IzKJrd7iVI1DOIp0HyuvR0bbuYEjcQTjkehrizXFujg8VUqSpU3GlVTalXlCm6tPklOUYTu1FauMKtNSu0qsdUXhqKliYRbbtKMk3GN6vK9FZpaOz1avpblKesDyYiTKjKjlv3uPIYgMrPknIjVCcE/OWA45NcbZQgTxXECO6bfNDLcNLE/nMyjanWLaUbIP3uCcYrodcdggGN5UW6NEy8OD85UAZYFyqjOM7Tt6HjNsZjbSsitEtvHExSdQ6oZWO9CF53DLMioRhWQkcnNfwxWxX9reI1TBxtUpU55dOphp1cTGpXzDESqVYRp0PYTp1MLWwuGwzrVpVYydSjhox9nTp11X/VqUVQypy1i3Cp71krRio3bd/iTk0la1vPlFms5IJbp53lWyDRPKsUTsLcOgD26Q48yRpCVZWjOAzckVomG2traEW0BLuA6OJJIbgzPC5jM63LsivgMpgIw7HAOVFVYNQlbUrlJYZZ2njjW2d0k8kS4DM8zFwExnIUqPl9jWyJJbaZla8huJ9RjJl05IDJazW6KxlcibYN6KMq6yK45Ze9f6jeHWDnQyTAqVN88sNRrOHPeNX/ZqLlK1NOXNCLlFvnhB8qje/NN/gOc1PaYytPmimqjSck72UtLKTVtk7K6fS6aicRqiwxwPrUonW0mhit5YhBEo06eZUiktrmCAtqKrcbEkMiwmNQ+4ttyK4y7g2C68vSLUKY7xt0Vz5qxq81sBI8Uu2aOOBI7pjcSKqSrPG8XG4V6PNqUFykzC8USrB+8uo4Ykku4A7Rx23ns5gghjiVY41Xdcyy788ECuEumsreJryU3KQwSTu9o8LXFxc2t6DFZlPuSpJaEqFU5AK42cZr9QipxTi6TT5oRUVz8qipOUNFODc3dpt3UudOUKUvcPnJxSd7RaaUtVDWzV5Nu9uVa2XSNk5RaS5u4t7+K3k/tyGzlvXWLEcSm3tiC26N7idPkcrCFHkRdT87DPNcwu6ARvbBmtpDPdPbixMsoljk2GzXfhB5wG+3mkBjaPG5iTXZm5uZo3ZzbXsMSgrEsLtcCCQgNd3TpK1uMLiFRgzRyYcrgVzl8u0vPHJePNeG5MM0cpu7jydoighW3CxrMsEfyxR4HlnJLsahVOXmhOMINybmk+Sk5WS5HByk6Uoxd0nL2nvJrZpZOLsndx0i7tOUotNXbcd3a2jajrey68+0M9xC06W04+y2twZoRCFVooZ0X7W0cx33bWjSCGVYOV3+YuUQmudcWMMX2yGzfS4o1jvlSMW91MPIDuxu7O5kSx33TZa2aRy8SsxOORW5di9gt9RvA0jzLaWkzzW0Unmtb3NzJbzLcQsfKaImOOa5UbFUxlmJKjPMz620l3Ikt7Y3CteCC4Szihure5s3iiiMDRxxyR280LugBdgQJDjdk4hJznzRtKMZRv78rxjPkaheL5ZXdoxc0nZPlVua2FSyjZ2TWi91WvblcruzTsuj3035U/IdUSGZ/t39nvcyxRxw2xQwRKXkgVSoM5WJcqxG5wAOQCW25ZBHa6bHbolmYdSmk3wwi8tkuPORDII0a1Bi8oxbzM0jbUwoB3GopIluZJbZX+0RJHaAW9yAUlkAgYO0ZwXUYJX+IMNwJximJJb2s0cl3p32Se6jYxLpywiZCiyxGQySYL4DAhAACCwJ45/OsCpRpwp++1BNKnGc1OVkpQjy86/d2qOc1GCSs05LY+rxFp30bbvJRlrGMXHvfdPmeie611Ois7q6N2syaUJN1xIk9zancqu8KbmaaWWNnUKQjSqrDKMo5UCrFtHLAl4tjATbTL588cpeRpEEmGMdxvSaPLAkLhQ38QA4rGsdW824FifttvttN80AQCSxKHZbmWNCUaW+wZCgYGNGB+fJzvW+oPGsLLbxxySqt2YZZHDiHLRuioI/NbZJtkLGMIu7DDvX02GhKnJfu4LmjSag5z5JRpu8ZT5nbTl91xSUI2ab5ot+HWTVoqXLe60VrN2k2ndOz63fLJLVXRvDznkglV4/sMoVJLaBQ0sKLGv2dIGkl3NcpPvadQeISrLtJydiwtQkVrc2FqYLlLqWC6lnu5ZFhlJLSXEsbbBJYbSX/ALOyN0W2FHz1xVvtUt0tGRZxqEbzNGqQ293amaSCa4b51EQixbxIitIrsGO7AwAets5tUFrFcXn224k8pW8qNYo5jLId9veFWmWMizQrGUaOZZ9u5sZwfUp88aUbKnGF3Fxc9ZqKSkpJLlndWd5SftOV3Vm2ct+aTupKe7birxfuaxbu0018KSVk7X0R1agaPc28Es04hNv9qWeG4SW3SUYhh2IyGWL7Q0mzyfkjjY4eQMMVp2t3eWk0FqlnqMV5NdG3RpZYgoERH76VllmQxSCQSL5cnmCJTIyIASOUt471beVtT0/UQnmRQy31/ZOZnkucXLSJc2kq+TDcOqyRCNkKuPJJIOa7WG0UXTtHO4kNxaSyQJHI/lwyKw3lE3BZWEQW+mZ3k8lzE5YgtXVDlilzSpVJShLmqJzcW4RTjKTVSSSftY3jJX0irxtZ3CK0tfa9r2tZq8XdW05dOt7u7UUl0Aa6eOWKaC7t5p2itLJZlWeWK4WKQyeSIpc3enopMzGURqn323qpU6mk/wBr29va6rpVxqF1PFN9guSdNgS5uYyJLcz2qJstXtRKyJC0cCyclpdwBYZzoXvba9MdzcIxaeOHTpjDZJAI2Rriaa52SKg3FJol58kPtZsBav2sc4W2ePVJdJWxkmmivIFllimtBIkiy20bps8iAllQROyy8tI6EKC4uLpQclTfM48/OlVivcnCpSsrzbclHmSa5ZLm5bXOiKcnzJv3W2kpcjs3CSdrxi+W+qel00rc1nu26T39xAix6ta3aQXVrcajI1sYsySKtxbXNnAY7YLCUVxMhSRTghGKnO9ELW4i+y3c8l5c3d2Bpm6OR7y5dJZvtTXkxZUFsLcLLGE2uG8tGAbK1h2c6y2l41/c31vbRXTyWNsn2qe1ZxC94+pXf2OJftP20nd9is2uTGX2yMoDEdFbSSzxbf7ViR4TZX832m2SwsrsXr86fbxSsbqA3k7o21XJjWNlGc8bxqcjgrcsacrQjBzahFpVIvn5ZS5U2ocsUoxblGMtLq7SjztSi21yzdoXba3abj73ut3s3fVtuNnttdST/a7iytpJLqBme1NxaTJfXaWMSLEdRjdPsSxwIWeC5j3ziMIsq/KKv/FH4qp8IPA3gebXb+7udW1Szu9K0u2guImvpdMiuLi+vrgyxgkpfahqE9vHc7AF0uETqqpGSOr8ADT5bw6D4j066nvtSdrDT5ZbAfYLaaPVbFo0bUHvoZ9N0ss5sY7m3M9xf3EqRGKeIPHH+Lf7Wvx+vviB8bfG9xossn/CPeCQ/gnwNp88lpFE8kCz6Y13HBaMY4hLcXGsalEkLs++SGKbyo1Cr+IeN/E0sm4ajlOGcY4nOKssIqvMnUeAVNRxTpVIJJcz9lRl7qcVUaco8y5f0vw/yR5hmTxlWUnTwUIy5VHlft7p01Ug5q91yzau1JWbSer+n/DPxCb4x+PPC934e0hNK1/XmtvBuha/fX8eoWaW2i2+p6j4l1aWyVXgttO0PSsanrd5PGYY5LOK3l8pHGfuX41ftHeE/h78N/A/wz+GGpDT7MeEX1LW7V7oPe2mk6vcfY/CIm3KBfa74knttO1zU1dkSGO5eOGDC4r8kfh54h0D4KeF/GvjF9ahvbrTfAWk/C7wZJa28nmSyeLdOSb4o6lYpi3nkt4bWW+0R75wUvJZUtzMxVWPzx4y+L2ueLNA1bUtYmuI9W8UXwutMlUQvNPaWs0elRxXkeCbXTbWwS3TTYoQpW5XfEyAE1/H8pOFOSjdOo2m1KWinJztDlaVL2c78rinJpRbm7Wl+xPL44ivT5najhnBwTbcatRKM7yun7klyOKbs/eUrNwS+5v2Zn8K6h+0NbfEjxTqE+m+EPCF54O8AeE9dFjJqup23hi0vptE1zVfDnh9EnfVtX1e5i1bykDW5ivLuWdpLeErLX3r/wAFwv2qtQ8ceGv2Sfgt8LJviT8Pf2fNM0C81bVfhxqOn3/h638R+JdN1XT00TxVr8lqZLbVrmbSbj+0dFSK9ubOCK9jCxJqBV1/Or9i+88VeJtU8LaX4UvtD+Evgbw34h8NXPjf4p6pp91qfivV7DT9Ys9Qt/Dng3R3nngvJr+4t54dRkNtDYSRNLc6zfLH8lf1OftE/Gf/AIJ+2f7Gf7RHwhk09LHx18UvA+sW9hb+J9Rl+I3xNvvEqaTGPCb6NdXz3l14P0rT5dN0/wCw2ujJpem6TbDaDcxohr8pxub8J5dxdj8fj8ZgK3ENOnQy5Uq+Nowp5RlVFwxFKlQpuc4vGY6tXli8V7WEHGEMGoqLp8sv2jh/g/jHOcgo/wBn5fisJkNd4ucsbTw9SvWzTExjCleTUYTWBwNOm6UZUZaSxFZVXJSp28T/AOCRn/BGD9mj4mfs9+Dv2rP2tbC8+KFx8UYNQ8V+FPAGr69eaT4I0DwTb3t1babceKvss8F54jl1IW76k8NxeWlnp8VxAuJpfNr748eX3/BCD9nzVX8OWX7Hv7P/AIz8QWt2mmX1p4R8D6BNbQM1tvYnVPFGu2VpqREIBaS0eckkojgqwr41/ZSsP2yP2wv2AP2X/gh8GNX074S/C7SPhbaeEfFvxbvNTSO8ur3QdYutMu7Lw7Y2EbSS3scsMitcTy+WpBEkbAqw+mNP/wCDer9mS60bRrr4vfG/9ojxz4x0+wS1fXfB+seGbGIXbW0MN0XsrrSr6S4YiIMv2qfeWaX5gJa9TEYnGYnGVFLGVKFOnOK9oqXtpSW9qKrVY0acaCcZqUo1vaNunBRu6se/BZdgMFgcJDD5ThsS5U4Tt9YeDpTuk5yrVMNh6uKxNXEaNKMsNGCcXOq1FUzsPAtv/wAEIvi7ffYx+x98J/hjd3g8tNR1vwXP4dsrhrg+UEt/FHhHxHe2ttIUbdETIkafI2VBBq18RP8Agg1+wn8S9Nm8bfsnfFX4vfs6eJdTglGj+Kvhr8V9V+IfgtbyRXeBn0LUtSmuLWC1fAit9M1OxuInQRrhlBrwPxJ/wQv8D/Drw1caf+zj+0P8YfBmqWl/Lq+l3Pj74e6P4htbm+nhhiNjrraWbM3mmMLcRyR4YW6NJJBGJPmNHwn+xd/wUg+BGt+GNU+E3ivQdL1jU9Pmn8Xav8NPFMmneA21Ke6+zQ3ureE/Flojv/adtK13JDDazXWmXCSmOadAHbw8wzPPMrnCpSjPP8NOdKFVYWg8DmVD2klFzdB4mvh8XBXU5zpVsJFQ5rxbXK/psqyPh/NsPyYiH+rOYRVaWHjisRDNMoqtKMv94jChi8JVSXIva4fGTlO0YNLVfl3+05+0R/wWQ/4ImfFTwb8I/En7VS/F34fePNLu9X+D/i/x7pNn8QfCHi3SLO9hsp7G+s/FVvLr/h/VdOkmhttV0+81e6lga+t7m0ujBtFU4P8Ag58/a18OaYlv4+/Zx+DGoa9ciac3elN4j0CFo4GKXN3caZc3F5A0VxIGa3e32wSq4EahSoPWf8FUfgF+0V+0X+01+yP+xdrXjO8+O3x58b+Htd8e+MLZJ1t7HwVpN1Mvl2Vnqc0Qs9Fhu49Iu7i6uJBY2kccelTymRimfgv9sf8A4JifGn9hPV/hL8TPi58NL2x8J6l498DaPqqr4s074ieHNQTT/EejXdtpv/CSacsUVr9s0uK6i1XRL2OKYGMzQtNbyKa+kw+Z5biFl8cbl9aljMVCcko0VUo0p89aNKGPxFCSwtGvW9jJRVSUo2lTbbdSm5fH5jkfEGCxObvKs3jWyzBVcNB15YrkrYqm6WGniKuXUcUnjcVhcDLFWrzi6bXLJu0F7v8AQb8EfFf/AAWy/bo8GaN8Tv8Ahgn9lTwp8KPGWmQ674Vufj38RfGXgy+1jS7m2J0zVI/Dnh/VINcksrmGcXemXGo2VtbTQq2LQ71eszxZ+xD/AMF19Jlslg+K/wDwTWsNDsw0C/DiGPS7yXTrFpTMmmWWoeM9Iu7pAru7mZpTJcllNyZCq49q+I/7Vn7ePxsu9O0n4TfDr4tXPhPWI307wv4e+HWk2eieHdO0zRbe00k3HivxXdNbRabZCUomm6erR3N7AUuViESM1fn34w/YK/4LRa/rWq+JNL+DGmWZju5ZrSDUPix4WW51KJ4pHFzcTXusPdi48x4kijRxHGd5ZWyqjLD4xYtS+q5dllKileOIzNckq0Y/DOhVWExWIknzNpSrU3dPlS3l243APLmo47Oc3r13Fc2Dyek6ioyVlKjiVLG4HDOry3jKdOhWm6i96Tle3c+O/hX/AMFuvhze6r4i8S/s2/Cr4t+GrWzhj0aP4S33gaZpri1tA5drfwLq/hfVYbbzkDx3NqFuQjKs0bKmD/Nx/wAFD/EnxW+J3xRtfHPxs/Zy8Ufs0fE+MWVhq4k0/VJvCmsXtmI1hnjuJt9zYallRLM013ey3TEsgL7a/ql+G3xv/wCCgP7FureGNF/aO+HPjbSPhpqsenWms+J9WOl+JPCVrfSWgS/0Ftb0K5urHTjLcc2t7cfZoSf+Ph1diT2X/BRX4XeGPin8NvB3x5a0nv8A4f3Hinw9ZfF8XVsms2E3w312JrW9hu9JkhltIrm2kIs01qyZL3RdQay1K0neW1UNzUp4ehjcNjauHpSxGWxnOFeGIxHuYfFUqlDE1NJctaUqfMuTEUlGDSnFQlaa5M0y6tjcu/2XFV3Tq1JJ4WvhqGHft6bThD2cY2pJSleNSlVrQtZacrgfyVfsL+MT4F+Mfgi50/VYLlfEviAaXeyWF3K1pDJDOmraZa3ET/Z9QtnluYLi2ulnhSeR44vKco+H/ov+Immy+FPEHi/w0mi6vpsV3cWXi9rbV77TtVEE9xEJTBYz6VZ2dtAJZrqeaSzhDzRpb2IuXmAkav5otD+FunfA/wAb/HPx1bT6zfaR+z9+0l8PvBPhm+sreG90XXorvxTq17b6VqOqzEOb5/D2mi4jyzNPFb3MruGwrf01X3xG8D/HXw3p3i3UPEdj8O5/+FeaZrF/4gvtB8S6/pk2pW8+jaTpFpDL4ajv57W0ubC7gfXp7mzuZrOUTRgQzxsg+7yLHU8m4vwuLrTjRy/NqVHA4lTdKF8TTdOrCvNxUZznRpxp01P2sYunUqclOdRRZ+GcTYOrjctq06cJ1KmDlOpTlFSlypxgp01dxUYTdWUnaLblGN5JXT8wWRGbcWdCsY8twm8AcZLDqDu4zgfQrnDyGyjsGaKb7rBFVlljJwBt48uTkyYOQcZHOKy7VjHeS2kF3Dqdp50ostTtrW/ht9b00HzINZsIdSht72KxuoWE0cV5BDcxgSCWNSo3WRJGnlp5jNE7s0aRtuPDHzDyBhRwQfwIHSv6DapQnyQ96fLTcJO9SXso03Bzi+SM4zaqRblr0crOSv8AkrhZtKTainbZ3ktXrvo07dNbbbWpkcDnKmRtjkAkLyD8rLxwB2Jx05NVpAysUExLLsXawJi+XhZnbBZtuSAFyfmOeMVa8zeG/eyLJuYxiMjYFxhn2EYUkZBbJxkHg8VnvK0KyvJIzKoARSysyqSGY/KBuB+Xk9F9cHOEIe0v7ilaSTio1I1KrmlbmcoyUYqnF05OTbsrqT2cpNRd3Za2T26a933cbK63auZOp3RhSMxbbhwzqYhKIUEiBixcuFPJHAUFdpGeSRXEX+pshQiCZklJkCvKhM8//LWLdnCInSGdd20AZznjodQuVmcNbMksnmkl0kjMMm8HLAsoO2HcA3ckEcHBPCeIbtjcRQQyF28lt67TstpF4zCxRcoxOWGeSBmvVw9GmnShOmlUtPmbdanKEYx5otxjJQlFJqMakoQk1BuL5tTOq3GHMpapLkTikmtpNp80mtbadbNq1zCuNWCXDdbdS0jPCXeTZNsA8p5FVjKNoX522gkgFflBOK+oMzlCsqLcFZPtEc3nuzjPmRQlwojYEkDAwGyFz3ybuS5jcIm+MvIVkeXYBJn+7uIJc5AA56ckkcVrnyxC6qt3O0M+wW8MDSPC8abnnnYMqpGTjeVLKoyctmvZnh4QjSlHmm6ipRbpyc4e7HljOXNNQS59E580Vd3fReY5yakm4wXVP3Obb3bJSfpomtLOzaJRdFbmRWmjd5NyxlQ5Xg7sTqAzI/oUUjJ69q0tOmM0puo5ZHRUeKaD92xV0OMqroz+XJnK8Z47c44nyx9oZmluA9oXuDaWyGa4nXZgJFGNoLf3lL8AHqa7PQ5rdIZJ4Ud5Lv518xWjnC9kkUj5HXlWQcKeATXy3HVWlg8kr1Y81aUqailThBLmb0puKakrxXOpwk+ZwbipJSUfQyeE6uLjFt03B3UZbrl5PeUr2TbtF3S0dm1dXpa7bi4c3EkkgjjCSFdqMA6uAjHDKcK+04zn5SMHpWVY+cpuL23SJpgNzFis0TbWBMiR/djYKWLL97d95VJ+a/qgWSZpZbkA+V5awwq42sHyzEgPGXHIG5lGcMDnArRt1tbawacrMyywrGQkQCBzkb3Cnh2Y/vH5L4AIXv8AxJwLhJ5z4nVY1KFdYTDYyjjsLHEVsTiXWx2Gxc6UK0OeThhcC6GKnLC4KNepSpyq16jpwqe2a/TsxrfVcplK0vaexlF2Si1FxTTT6yUk26j0SSTbsm+dhkuZHkiEgumaUeVFBbsjz+Zz5jMhMkcaO5jaSURqNpGdo5ldDHaGfElsbq9aWSC3SPUC8VmfIL+R5jTRwtMPLbYAdvzKrId1dJo9vNbXBZoXa0kHysIuZXcEeVBcxsJJFjLbmtSoAYHa/OBdurSC2hvIb2DWTPaPHHOINPkghJaSOWKK2fzJJ3idWDNcAAfMysuea/1o4XUcHl9CjCmmnSoytFQ9pVvyRc+SPs0pJzTm4xlFVJRVor3H/PeM5p1pzdlJzklq0ld3dpOUmocrcYu791OUrW18w1oWMk9sIra7tStodTlFjDFPYzwyM43S2gC3LNHIp2JA2+JyGdQuWrnbmW72o6KgjjilmCK3mT3s0i+WLeRkeV7OWSPDHDsIpCcMWGa7HVbeW1upZdNtZF1GGwlWSzjEoiEbP5c0cchDSC5FvtmkQRlZGPl4VuTwt1Y+RKLCzguHs9SupZLcXNvPHI84kZrgXDnBtrdHyBESwUD7/SvqYyjKn8acVTU4e0krtOU5Tk5c/WEozhK/K1eUHFxTflzVtLNte6pJpW1SUU9b7WbTXK7OXMppHM3af2i8dqxOn2nlpa2lrcblvXd43EtpcNbJBMyB/nP2kyNswyR7iHrDWK8s4ZLadpxdxx/arW8s2liihIfy/wCz7barXBgcqFmDReYCSQWBJGyyJdf2hHLHe2rCNUkMluzQzXB+bzhKiiWR4VzjDRgpwXB4rnNRnktg7TNLdWgWFo5pLSTbDDbSgYXy7rfHCZMLLcEsyHkq2KbjK/sFKW0JODu5Sk7NOM+a8nP3nLmcubn0205n0ktVq24tdHG3NZtcqUeW8eXl2S2k8W/uJYnaK+WW3eK9VpLaF5r66d2XLPqIUpu0sKTiGMtNHMULxfezzEqafZXZaQ/Z7m4vWc2GnRXEWn3SSDzbeea2uoBcJJGkblpBJFGGIWRyWjro5Y5IFM8Esly/+lyWsscARLa4vSJLgS28sxkEDKoaKSe5+0hwuy22tkc7vvY5IM2t7e3l80CMYYmlf7Splk2TK6NO9ksabZlxCCJVIL7BmEmp2jfl91NKfs0no2qik5NQSTk7znq5KDfLzPCa0cpWUrStdX0S93laurvTZJWTbWvKvJdXsorlxMHW3ucaeFu90gERKR7sbCoJf7gyvUgZA6TT6Lp4lgD7Zg0LK9xNenfEYyrCO3UliplZ/wB7gBhhRkcYqSPtQW5SSSNHsZJWMhMmyN4JBtj2/MdwxtVuRkjnio7eORWv7qe0zbTXd5LbSSpiSHBi27kCuyeYwGwg5Ow8jINfneBVWHs71pxjRnNJKSfMpRpxjGN5RbaXNJU1JJq9ottp/W123CVt7Kyaala6vZ2Ttr5q1/NG3p04klvRGsU3myiORXkSNrWa2i2JiUsjmYxAeUJG+bcjBScGtMyWcj2EEUEy3KJFarcYcSJbyI5lj8yQmQmF1U3ZclS/lknvVO3tVurJJJ4bYXDXKNcN5LkzyRxrtlkQxq0riMKI5W+ZCFxnHN1Einhge3WaVHkRo7wNcW7XCjzUkgS4IZ5CGQieJo1HCksRxX0mFdN21mkp8iTsoRcIx5HJvScHF2VO0JuKTacpO3i10+aSa5kk05c0dFJWXLyro2mnZdErI1NMhTU9N821tJ/I8q8ha2EcTGf7KzW8t/cXckpkiBZpSir98NkblKgdrpVra6asME7yPZtG0ljKt1K2oW1yJHErxhssqurKfIA/dxkFUAHHnGlw20n9n3IuDZy3VvPYLDLbTXHlRTXixXELQFkkkkLeWImCER537s5Wu5NlDY3sbQx3aoq28Vvc3DSyZkuL1nNnJE2GgnaYmT7YW3Nbn7PgbQR7MlFTnRjWkk/aNJRknam+W6ns5wdrVLSk7yupbnLZqUpOC7KNlZOTvZpLVWWt7K9rWsdRZ6bJetHA7RW8yxWsep+fezanCnlRu6TWt2WdTfQQ4Y2rL+7Xcc5UAdSlvJBHNPpsu+4/0UX1xejabVoJCkQ8sMTLZTROXZ0B3K7F2yOOXtrSAs8vlxRx7nmJs5p4Y3TynilmmhQHaSX272G53+T3rorU26wXj2gV4LCG1hljFvezzCRYVWJldo0LxMckQLkTDJJJAq+Zp+7UjFc0I8qilSlKbpXU3KU+ZTfL7NSnJRioqU5yim9FFcqk39lrVtS5UrLoktFJS5Utb8nKneO6sUOI2RUtIXulsFFmklxMksg4aZJEkRIZGIUAlY8SZII4Gox1O7jbR3S4gOmZtEjguBLcyW8hzJG1vLHHD5Mm5SFhlVUDBGUkrTrFIntk+zX9uzzLbjVLC2MqgzXkbeSjC54UoMSSLwYip+8QAbKi1jnjtJT59utzcXSi2luFmkZUWPbcXToYz5LKZYkyCXQBclwVunXk1pTi50+ZrmjN1FJNWm48qU3GMopKckpQmpxlsnoqas5XsnKytJq6draxV+ZOzXItHdWckjZt9IiRbW5vI7m2e3tPNtIHQtHZRwxvbE77Z1iWa/j3xXCpiURoq8HJOpY3+3zIGtpv7PtY/tMjW8U9w13iGRYbe2jJZl+zmQTAk5RogO+DgRafdyyyeQ88gntfMuLlxKbKzjizLGFErxGW8uAAHVEJWRsAsRk6tmlzbS2sNhFm7v4ImhmumuCnm3jBWWONyiwsWXyru5nKxW1q8zlhIyGutTUoyUq0KjlFNLm5FCKvKaeknC0VJuUtbrm15kyor31yQWr0uruXKktJLRt6NS0X2X1St/Frxkvwn+CfjLx+mr6pYeK7W2GnaDBf2mm3Wi63rusxy6P4POkXNpcPf2eo6a11qWp3a3ELRwXX2G7YoYnKfz2+IwukeKdTsY9RtfEVtp2rMp1SDdHbaxPEwa6vUYIJAb1lLXUpG5izlQrs1fe37evxGt9S8T6D8ONEvp10zwHY3L34hV7WPVvFGpTwSandLDmQXOk6VbwLpOgzyoHaD7RdiZzcMW/OxLaS6kdQg2xJLNcfOi+VHtMrnLMQ5CsT8hbLDAya/hvxf4kjn/FdSlQrKtgsnpyy6lOKhGEsUq0qmNnBRlJuLqulQUpNv/ZVC9oRjH+leBMpeV5HTdSHJiMdP6zUi3JzUOVQoxd0k7RTneKtP2imtZNvv/EPj7Ute8OWWixwRQyXN1AZUjEcsaadpkbQaVplq7L9oRI5JLi5v9xCXEiWkkhdkdjvfDjwzP8AEfx/4L8DW0F29xezWmiwWcQBFzbyStDDJBkhRcGe6EoLL5e6GJ2BLAnyax8tHe78wRxRhIRMJHkaLzCSG2R8hpgpt0YkANIwOAMn9f8A/gkd8G5PiT+1J4J1650mC60mzuZvFkkbxyz3Nno3h2LzbS0RJF2BbzWVtlLkr5sFs+DsGa/EeIcdWy7JMzxtCpGniaWGnDBzqJTprHYmUMNgueEnacPrdajzwTUmk7aNp/oWVYRY3M8BhFT51XxNKnKEbRcqfNCVVadXRhJXez5X0TP7N/2E/wBi/wCBv7NPwW8I/Dbw14D0XUNXTQrKHxf4y1GxttT1rV9eudNt317yNRv4ZZ7K2gndre2srYLHiJ5GLuCx+wL79kT4CTs3i6X4c+Htb1aOOSC5m1bSdP1C4awuUVLvzbi4tRcXM1xbxiACYtiONYYTGPmB8CojqkFzbuESO2imS1Yh08yYuTcs8bEuk8coMQViDtIGCDmvedM1RoriayCTZGbRw6LJ/rCVYlGU7RGQM5z1OGABr87pYWhOjTdSjTqTd6nNWpxqTdSTvOrJyi5TqSnecqjcp1J+9Ocrs/oOjOtgYfV8LXr0KdFQpOnRqzhFwSXLFRjNRSSsklFxjeySskfjh+w38W/hJ/wTO8ffE/8AYZ/a78aaT8IPBdx8SfE3xM/Y8+KXjomy+HPxG+HnxI1BdWvfBFj4ljibSNP8T+E9VuJYZdG1F7aaCKZtheJFY/0CeGtf8KeKLCHWvhxqnhPxbol5DFNHqXgvWNE1y0vI2wUmim0q6uVbzVxneVcYAYE5r82f2of2Wv2hP2ivCsPgfwn4r/Z/h8LzGaO68L/Hr4PaX8WvB+s29yCIIWsNVKXfh28jz5jajpMzSSqAPJyu4/llN/wQL/aV8I+KLDx34ctv2YhBal5pvDvwM+LP7QvwStru6LYea00v/hIofDeju0WfKj0+2jt4ZCzCJ93y9ssyqRp1LZRm1WWHi3Ovg4YaqsRyqNpUqXtlWnUesZ01SU5SjzRUnNROilwzluJh9ZxPGvCeWyqwk6GUZnWzLD16U0uWNGMqeWfUqdGTjejP67VdJSUKqXI5n9SN3Y61dpEv9n3tvC0qosYtW8xHbB2kFVAD85cZwfQCvGPj58Q/h1+z54A8T/Fb4veINN8B/DnwXo134j13W/EF1HaxCCzjKyssczfar69cuIYbezhmmcSMsUbMBj+ar4mfsq+Kv2f9F1DVfjfZ/wDBRmLS9HS5u00n4IftseM9ZOormNfsfhLT9T0i7udVBkcW6wyakl0HKmNmTBH3b8Gv+Can7Avjzwf8Pf2gPjN4O+MWs2H/AAjmn+MRoP7X/wC0H4w+II8M/wBpW8d1HB8StH8Qa9F4Tt9VswVe40hrcWtpchhOz3OQIweZ5fjpzg1jVUpeylWwtbDV8HiVCT+08RQjTgnyyTcHUlFLm5Wt+DHcPZzleDpY2SwCwdedehhsdhcThMywdbEQhSm1SWFxrxFWqlOHxUaUfsuoqmiq/wDBL/4D658TPi18ef8AgqJ8VWkk8VftT3jaD+zzod3Yy2s/g/8AZj0i5Np4Tv8A7HeJ9q03UfHdpZ2mpPG/l3H9lQ27soN7IK/Rz9tr9krw1+2R+zP8T/2fvGcX2C28c+H5G8M+I2RvtHg/xtpim/8AB/im0Kr5sR0nVY4vtTRYd7Ca4t8FZMV6F8M/jv8As1a1NY+EvhL8ZPgv4rl0uGGz03w34G8a+FtYk06zsEFvbWNno2k3skkFjZwoIbSGKDy7aNPLBwMj6G17xlpt1p8gvr+0RYoGKxbY4izogLSFztCwxjBkLPtCjPQGvTjSlVk6r5oTvD2dOK5oe448kU23ZRily6NrRpqx41avUpSw+GVFVKEVOlWqV041uSTk5t0lCN3UnUqTq3lyynUqe7FOy+GP+Cf3ia68b/s/eH/BnxX0yx0P49fBpE+Cvx80PTZ47OG1+I/gOzg0641qzSzkULpnjnR10vxd4fvGLJqGi6nb3EZaVJo0+rtU+HWmCRp7DUtWQBiwilunv4lkbAUl55FkEStyVUAcDrgY/Lf9ob9k/wDaBg+Oep/to/sI/H/w78OPjZrvhnw54W+J/wAJ/iTpK+J/2f8A48+HvCclwNKn8SR2E8Go+HvGGjabMbKy8SafLHciyiEUksCqZJPmK7/4LOftXfCOUWP7Qn7C/wAM/GOkRW05n+IH7L/7Smg+LdAv7i1l8qdk03xLp9vZ6VLuV9tnda5dyx+XJEZmaNic6uJw2HpJ43MMBheZz/eYzE0cEpckkvixEqVOXLzRc5Rk4xbTvC6vosuzDFYqUsqy3McdTUYSlTwWGr42UJcik0qOHpTq2u5KlBU3OUYqMFOUZI/bPW/BVnd6ZqWmeLNQHiXQ9Ssp9O1HQ9W02yutHvbCdDFPaX9hcQTQXMMqkriVWPIbesmGH5WfHL4f337M/hDxf4T8NaDB4x/ZW8a2Ot6h4j8Iahekar8HXit59b1a+0TUr15P7V+HrLay38mi3SrfaPOgispJLd0VfHV/4OE/2bvEVv5L/stftWWuuwPHFNpNlD8MdRjluJEDKsWpQeJzY+SBgq/mkO3TaxIXyHx9+2H+0H/wUv8ADOs/AT4N/s/f8M0fBnxxZXegfED4/fGH4gaDqPxPsfBFwGTxjZeAfhV4VXUFuNZ1jSRLo1nqup6nDaaTJd/apIrhCBWFOvl9SvDDrNcrnOopJSw2Y4HFVXTioSqezpUq1R1bwnFqnZqbcHppJdNfL85w+HbxHD+fYZ8t/Z47JM2y+lFzUoUas6uJwdGnRjGXNKVWc6bhBOSjKMpI/iQ8b/FLxNq1zrHwy1Dw5bWmleMvjVc/FnVrzTotVsvEXjhNZW5sfCIurO4uZNLWystE1JpPDDfYlmhuNVmmuJZI2VU/Vr9hD4+eILXR9AtE1C0s7zwr8RLzSdOe9tbfVrqxg8cwXa6f5PhqW2urO6Wz1yFRZObOaAXoglktWfCnN/4Lm/s5eGvgF8ffgJ8QvBGhL4X8FeKvhn4c8L6bpdkkqmS/+E11Z6BCBcJGsUF9f6H/AGbeSzOfMkuIZWI/eA18T/s0eLLTw3451vQtQuJrOx1a7vbFtWtppUn0vVrC7s/E3h/WoZ7aW2uYb+CM3UekiG4jQz23mSc5FelndHGZvwzg8wwsPYZrgMwy7M6caGKr0IU62Cx+GhiIzrwlh6tXDKlz4ieHlKmsZDDqhJ09Zw/HMdhqOWZxjcBWbq4SpDEYfmnSjKc6WIpXoN0oc8Y1uVRjfmkqbaab5Vf+hHUrfTby9u57fxIum3M1os08XjC/vRqwvZYJpdQ0uG9j0iy020El407x2DEuBNDbQsvlYXnreUTQwS+WYiYguGWRVjVgBJHj52HOd2W3NuU5GcVh6f4kvPGXhLwr4tzYR2usWN/ctftbRBr2+sNQ8rXLF9XhjRta1OyvHH2lplZ4GnWOFzEWqzpsgMcjpcrHFHACsCxkKrmQyM7BgDl9wOQpO4YI6Cv6byTFU8xyHA5qq9WVLFUMPUpTabpVJ1aahCcoqEnCVZvmSUXCChec0lJn8/Zhh3hcbiMNKChKjUlBqLum01dKSS0j8Ka+Ja6XsumjPlZLJgAhFaJo1+U8qm1mLEM2AWAJxwTg5qC48uMhYSZJZi0RHkkGGVkc7S5XBVD91lBVscHPFQpPbXImGUlCgFJBIzFWOCcjCNj+E+3PODVTUbxysYSURu6iAOpZXGT96LO7cVAwAANoK5wcY66UZTm1GpGnVUYRrYealTiofV+dSlGMKlWrGTi6j5OR3p2aalK3A0ru6000u7tLlaW6S3u0lZ9LbnJasJYE/cwxXKhWWVF2obYuAJZGfCLJAxG4hTuRwxyAMDzTUjOBKsgPko67ZlJkdV5wy/MA4PA/iUAnHau41pg4RWXybeGZhIymSYjIw3mFCGzKclgV/wCWmBwCa4fUi0kKW1vPbvHD5nlmJZA+JGBWGbIIURjhAAc4wWGK+qwuipO3soucU5TjflpxacZucZO043bcZSScZSTlUklzcOJUuaTupJxja7i7XTfwNc3L0jrZ8tuVdOZmilkl/fMRIIyyF0QrG4GY0YfM3zjD54+8QDwBWbGl1NFJH5m2cuiySJB5as7KqSAuhVirDIy3YnIyONq9VJZZHiikaWS3QTSRsVMaQ/edM43OGJKHHzAd8VUljgaRYPtjLCABFJNA6zSTdFEZiYqXJ6GXGW5fgmuudZOk/aJLkhGpOUqUaiptJN2cHNtSveMUoSai2kmcnK3ObV7y5U0mo30XK7PlTu1e9rPReZyc8OoPfNAAkduqhpDBsW4uDwhCSzkMAASTsYEr1wMV19pcxwafDGSU8nMVs7xxnYFjOEkaNjucMCC7k/NnLEkVyd6oleEyzyvsTKNtZbjImClH6iLziCgYM2c46c1euLiG3tJEjdkllj+5KI2EJQYaMIcl3XPLAjeeeOM/mniZWTyiGHjUpQag4uNOjOUZ+5UjN16qTnaaVRTn7rgk4O93f3+G8O3immm5OUEnJq8Y+5JKMe+yvdNpp2dmTm8uNsxxFLA04QxLhSVIXLKCR0kXdlgcgEZrqnSNdPMSTRMH8sNAQZJF3nCOEV1O0EHDEEcDJrzWwubO6ESBEUOyF3SVgzKH6urhmUBvQ8npgdPoXwzotjctZEpC0yoqxXJhDNlQT8zKDujGduw4Dlj0IJr+cPB+nhcHxvOeZ5xhMdiKOAweMo4SjKNPk9vjsxrSq4WnGu1LBwhKhThUquvOjKm6lFPnqKH2vEFKUsA40qUqcZOUJNqSTThHdxXuy0v9lO+rukzK0rw5PBbCJoTtEaXTXS+SJym7dFHaJKxCiYB/NbBnUoMMu4Gnaik1je71mCypb3UJie2mnmvI7eQSWaxOzsYSY3IneX5TtRRuAFe96f4fgEKD5pJQjECVWMJwx3CMcGJiMlVGSFwQ2QMcr4i8FefIZLWK5S4ZZB5tvNJAFt5o2ULOplV5APl8py7gjdmM1/pTkOeYOrR9nVrUbThLndladrc117zlHRcqUFFbxvdN/i+My6pBznBczSdk1JO91ZRSi02tnJNttu907HzPqK2ZujHbxu8t1BNefZ5I7l0lneNM211KUCR+fKJRMVYBEVCGUMM+b6xFYx20hnuLhXSO/knh2RNGsU126raGMS+e9sFPk20sG1tigyOTuz7f4j0S5tZpYrm6aWzlkuo4oBDcyzRlUidnT7PZq3mSDKlp5Gh2jJbOQPLNQ05JJbhxbx6aWZ4bW4YJcEtN5ivaX0ZAeF3toifs8aCJWP2tJATsr7HD4mjUXtI1JNeyhU5nNXlFWUG+eHNonvGM2tXzNLT5+vRcHrFRalZRiluuVp21SUrXXvxTv0Z562kx+VdX0Ud0k8FvslFnJ9ts1t4EEkK7ZNjSG6t8mSGISSpIACw7YsMMZa7kFrdfYoniuSziGF4rR3TytJbT5SFSD7Th3aQmWU4Dsc4rvVSFp3VL+2SBZpFsrZElBsrbyzDcnzArAzTSf6ubaGUNycDA5vUVt5QsKwid3gMKzR7pUmvUn823tLkSLGLm4+USGWRgHjBbduG2tqtZ1PaUnObclC8rT5Yxum4t1FBcyVldS9yXOlGW743T2bSSbvb3Va75bJOK3b/lW2nK9FxbWRjaZJ4Lh4rtrlp2tbC3iL28MiqbyQ/eE7bgiygGUxqQhdRiuUlt4bkSSRQ7YWlmh/tFLq6YJbylIyzXqus4aYLiXCr5G0BGUsc9/fwFdQtlu5GvILW1uL2dbm4vZp2nIMljBb2qKlvLbQsGdXklUQyKg2NxnipXm+0wPLf3lrcXs721lDOizlbSZlZhNYwxxwlRJ9wgMygjc2SCYhNNRcbe0lGnJP31DeWqioxm5KnHmfPHlinG19TGcZOMlHVJu6VnZxS3549W3ZX1a3TXMcRqGkSXKXEiW0BgaK0W3vNO3DeCIQw3TFhGx+YKzIV3HngnNKy8H6hJc3U9xbT3CR25+xSrJIgtnUblSSNQI7iaQ58yQL5Z2LsA6H7z/wCFbWFxO7TxW8MktvanbBDHHbOPIiZlWNYERsjO4AjPHBwa0Yvh9p7ovnPOvkkxRhshVjAHlqoC42gBtnYAkY9PxTD8W5Zh48lNaNckm25SblGm7U+R80udJqfvcutSMlZyT/RpcO46ooyeildLtyxbTTk7vW2ite2z1bPg1PC096JtRZYpbthA08k4liRXjZU3ylWQRuqxhQQNu1VLBhkV0Fr4IumgtrgtcXss4uoJLy3M5ha1d2eSK3SIJFG1uzInnmHzHU537jX3PB8N7NUlktbSxlQsokhntY2+0YI3NMGGH4ORuBYDnPGB1i+AIbiNg72sax26o8UMEaW0ES7SsVtCqhWLYPmuBkkAE45PpQ46y+Lh7JRdFNxS9o4OnFKnB0HyRvBLni4xb5Z2ilFqLa5ZcK4qWstHZXd21JxatJuTum9U7JvVXsl73wLYeB7xPsVxapd+VbQiBbW4SYyS7Z1llwXUbl8yPYJfv4yMnGR0ln4ElvWOHlaeSeRjb3U9zHKd4xHbQnyVhU2oyLWUv1Cs0jYJr7ri+HlhGYzYLGcx/vkaAFY1J3SGNN6CNjncWAOcg5Oa3Ifh3ZbIAonkEbtFIJhGwK/61V3vkqpU7AQTlRjJGK6X4iYSHNJS1jNxUlP3oczcl7e8Xy8+rjycrnH3rqyRP+qk0rzaTlrJJ3V4tK6bd1be7WqWl7nwzY+B0f8AtB7KOZP7XuIrVf7QlLeddQ4IjhAKLbwBlPnSLtV1A2ksc10tp4KuibZTp7hYo1aJBcXSmWW2fAe4Mci7/LQMwxhR8gUbcg/acfgDT/Ja1ezguSwEMSvBCphVm3bEjRQQCR9/gk4PFaifD60hjSFFUB4gqNGN0kZMg85UcD5f3eVYcEID1rpj4gYScbOs4ubi1KcpOXIlGnGbcXzScYwalCSVrTcLcujXDDu17SMk0tFfW01Jq1nu29dkmk1bf48tfBN2spvZbK4MAa1uJ74kM3nx5lLyRxKE2Rou0EqQqkuwYrg7zeDLgW7zTAeZdRfaImtS9/GXhaSaIPHsESRNGQJXWFJELDBzyPsu18HWsMaLAdkfl7DH5YaJmP7v54j8pJRvL3EZCkkHitSDwciPIY4kimlt2tmljxvljbb+7aUDKJ/Du/5Zj5e+Khcf0ZPmhOF6UuVxjOorRpyjGa97mpwUHFSlCNOdo6xit1quGkldVG7tppxTSldJ9U9dVbSyu1J6JfDV14R1d7ewSS0u5EMgv7ho0S6vLeHiRIbaxWRHuSsgDo3JjiKgq22srx/4ij+GHhTVviRqci6ZL4Xs21OzuJLVm8Q2upbBHBp9vZTokE0d1dSWInc7kSG6k8yOSJJ1P6CweD4vMgkaKTdEu1XhzGy7QF4IwQqhSpJILKAx5NfnF/wU5GoaD8EoYYJRLZX+qaUupILfzrmY3V9JHYoZ8qbSBZIJBI5kCyLkHrXBxF4mSwmQ5hUwUKMMYsLXpYeoqjtCvXaXPBSpS9o4QjKalOpGPuqMqPK0j0sl4ToYnNsLTrzq1KPtYVJx5uR1I0Wpctrxir2cbrWz7pKP4TfEfxhqHxH8aeKPHOv6j9s1HxLqU19PdpHDaCOKRh8y2kLRpDGABHHawqtqAC6RIrgVxIXzDFDDta484yODt2hVGAzMmdqbcuyqSvVVGCBVG7mkklZ5crKBmYbVVVlYASEKpICtgYIIDfe5zkvs4pt5MSlTPthYyIdojmdYt5yM7GZgFI4ZiAMk1/GspyqScpTlU5pc15WcpNu/NJxjFSlL4pPlV5NvRts/oFRjCMYRjGEYQjFRVuWKjFJWslppp5fed7pb6fPdWmnC7thooaVfEOqPaFxJFKm+4e0jkiDLcPAhtrLCkxzTJIwypNf2D/8ABEz4UaPp3hTVfihqujxadf6i9hp+jJa2siQaZDe22meTpMtxIGMkdnbrPCUbzElmmuJtykrj+OO4xYX+n6DIggxqthBqF9AGadklnhYptIyLpI3zMD8+WUEbTX+hh+w94H0HwH8EPAmi6Pp+Yn0LRdTRm/dTTf2rptvqWyePCtHLAZmtjkAqEKDhcD4PjfEQlHKMBdxjVxzx3s1LSt9RjT5Kc4JXnT9pXjW2sqtKmpXTSPuPD7ATxOcvEtSdPAYerWk19mVX93Tk29mpNvTXlu+jt+snwg0yC1t9SikltjK13cyC7jwTOLyUSwyuUBXzAFdZC+HBVQOMg+332nrZana3kSxebcWqRb4yNs5hkxl12/eKj53zjJyOox474IS2aTdawtAGNpK8Dy7BIohVT8gwWYS5zwcnPXOD9RRabb6jFaTuigwafNANjkRFXljaXaoGEdivLjDcHnivJjHl5I3VowjG6u17qS3stEtvV3e5+k1amspttJ1Jc7dtObllZK7W+mjstbW6mmOjC2kGDIjRsGLBwGjAAZQ2R8nIO4E9umK9Bv7ycaXNLG5LmPCKoUlickIgAACsQCQOOnBHFee/Y0sJ1Cby0flOv3tgikGP4v4ExyfXPQmu/QpLZpEEfDRgs+dpJAPCKSAdwyOAcFh25row3NetFSabVvK7aSdn23tul0vY8/H+ylLC1nCNSMJrWcU9Fytp3u0la29nqjk9E8OeRaXGsav5d/qU7i4ikvYo5k00IQYo7OKVXjhcYWRpUAkLcBgABXwx8Yv2SE+K2q65bR/Gfxj4e8C+JvtR8U/DSfw/4Z8TeE7u91HfJe6hay6pbvq2nRvIDIlot3JZrMfMggjOAPs7WvEd1NJe6HZwyItv5K3kqSYWzRgGQuQSZAsRInSI745Gi3/KVNcjdeN/CXhODOualbwssbG5uJby2hiijXcYke4nZI0LE8RgPIXb5VYsM5YilRnGFGalKml7zVWpBuTtfmlSnGduXRrmSaXK7qx62U1swo1K2JwqjPEV26cILD4bEqNNcrioUsTRrU41Iu3s5QUakJLnhKMnc/F6H/git4M+EAvfiT+z1aeEb/xtp+qafr9rol/Zw+CNUu7rSrgzxnRfFukC0n0zUzJl4orkS6dMrPDMrbzXpnxE+EP7W/7VPgPxH8NPip8Itc+FvgOMWz63c3fjF9IvviBcWQkSXRLVfCWrSX1zoUO5dTa4lubG3vLiNS0bbmQ/ojb/ALWP7Pd/f3+h6f448Hanr2lTSLq+l23iSHUdY0YKkQkbUba1lebTlCsGzdQxJg5BPzAdRa/Hb4aazEE8P+ItJuob2BY43j8SW0kTsjmMxQFGWInepURtIXLBhszkVlQw+X4dSp4WSp03BxqYahXXJUm27OanGpWbTk01CtGKSS5VqeniaHE2Iaq47KnOo6ka1PG4vLeSpQoy9nUvD2VWjh7VIr2kZVsPWc+aUmpu0l+UX7MH7D3xK/ZItj4d+Evi+Kz8I+JNYU+NbHxj4l8Ua9NYaVcgtf8A/CK2d1PexHVmiYwwTzT26RbzIfMZQh+8PBn7EfwS8GatH4jg8JxeLfDt15USeEvFcUeuaX4fYsztdaehWE3Mc7zSvPHqX2l7dpGCEB69/urrStWtp002eGW5jWO4tQzjAdQCQkytsnMqgnaSwYgEjjNdj4L8T2V+9z4fup4V1OxiWaS0c48y0Lt5U6yg+UzbSqsqElXVwRkVjDLMJOcVUw6qeylKpSVf9/KlUk1Ob56vNOSnJKU/acylOFOTu6cGpxWc5hQw9qUo4So4KjiJYKCwSxNCSilGUMOoRpypaRpumocilJRf7yop8Dqn7MX7MmpWTxt8APhTGhVSv2fwnp9sGYZOVaGNHG3J4BBUjAORXjOt/s3fBnwbFqOteAvBOi+DNRltZRd3mhW/lyTRArG1oDIxdImVR8qOOg4IxX2Hq0kkMiGBsQsjLgsZA7EjZKDnBYjICkdiRznPk3jGMnSL5GwDLaOdoGXJMm1Sp+8c7jx0UgdMV1QwuHdaNVYfDqrTfuVFRpKcE42lyT5U4KSk4ys7uL5XoeJHHY2nhvZTxmNnRq2m6M8ViJ05Pmi05051JQm04xd5J6pPeKt/HR/wc1aNaQfBD9mDUSSLuP4oeL7eLy1GRbXnhy2uG8yQlmVlktY2QAjILZzgY/l4+HOvX1/4psr61KWpj02z1OEK5V5NZ8GwPMJnjHE5uoWlXYVZ5Ekxg8iv6tv+Do3w7JN8I/2bbu0aQW+h+LNdmuwjMYTHe6da2qXcighF8sBlSVhkbyq8Nz/GppeqXGlTGa2nmSW3cS2zrlNks22K5LSDlU8j+LBBbqCOT9pkdSlXwdandy9niamHmlHWF6OGqKydlK0a3Ou7lq9U1+R8VKUs2qSbtJ06Tvs3GVOLfM+91bVd9T+mP9nDUJLrwd460i2022s08O67pvi20lHiH+0La20Dx/bWj6LpsXhm6igufC095c6bqF551qupjXIS+oXE0bCNB7ytyI9rtOzB8MrbQF24+dkD/M0TZBjEmGCttZQwIr5C/wCCf3ivQ/Hfwv8AE/jrWRfHWdO+Etx8OtV12xvrG1stHbwj4ktNZtNS8WT3lhfXkUMGmai40iTRIU1O+jtX0vTJYo2uWr6LvriS31OS5nuGkiELmGBmAglhdyJPJRGaKRpJxJ5EgBEyMjjAYCv2Hwzw+JxHCeW/WHCNbD1Mzy+dONKpT9pVyjMlg5SoKqpONOvPDxxNFNyhGjiY2lKLTPxfi+1POcRNRUYVI4WtK7UnyYimne8fdfI04PrdbLVnZ/blkVmYOhJAJjTnDMpiOyJScSJndwcckdM02fUdgil8oeWG8qL5GIjcDAcxSBX2kEbtrckgcZNcNNqN0PLWOaaBJvNkVRnDbHVYYmkH3BGuWC/L8oKDgkUPf3u5ISltMJw/2h0CtthCMSwOSBJuKEnht2McivvY4KjFOpNwcKk5VKtNz9koQSlTrtxUeWb5Ivl0u1FRve1vlZVE/dXNzJNKyvrJLlas9LJu97XTel7N39XuQ0VyFYi4aUM1xPH9jQxqP36tySwUFUTcCcEZJzXDyz2oOIbhmYhfkZAsCKTyqzIFZnyAFD7iRknrU9xqRuTJOd7J5ccexbhPId1V4nOxsnediCX/AG1GedtcpqUIeM3M8lxC6oMRRmRWYvhd6qpC5QkMp7YOMV6+Hw8IKFGdSdLnknyRXMoylCMVTlTTjemlC3MklFpyWjsedXq+858seWSjG17JdG+Z2S5r2Su9LbtIW7ntzIokSQzNJHGuWkVijbirGQsE+zq27zUH7z7h3YPOJcXVpDBdpsuXhQBFjtjKTuJKESMmXifOSxyxXk5Iqa7GFj85hcQAC3EpH2h4F2qWaRHYmMuBvaVgCRjk7eMqTyrUvI1/dRrEZnWN7hwkoRvkmkUxgSwMMMpJKlT1I5rrhOLjRg51OaTpWUJ1VGclKL5Yct50m/dTdrO+vuNM45P3m7RS+F3im9lHW7s0vLe3Vq5otbpFdyyiGRI2ZHUPHO6jEIPlq8uMgjltozyWBBArF1S0Eg+2LAgkkxErmVk8vdkIoRz2wfmcZfg54FdHbXUhiuH2yO8nzh5oiyPGUGXiLenQlccEjIHFEsoVYxdfZkjmiGfNWNxDJGuA+WGVcdRnkHpyK/NuMcFUx2HlD2dSUvZ0oRbxE6lSrGnRhP2bUm225O7TveNNr4mfSZFiIYapFzlBJSuoOG8nJrmUkrbNK2606PThrK3mtJkkilEZMS+d5qfO/ltuG1EUZIYDvjb83PNfT3w+1pLaa03zDzzEGJBUBdxwF8thlsjHuO3GDXjltjbEgjZElDyZKxKu1OoYhz8uccYwCRkDJrqtGmjEiSAxo4RoWU7Ru6FWZ8ZXaQcEEdT3xX8kY3IM2yHil5xgp1MFh4U6lB4Sli50qdWq8Sp1MTCjQqQo0qsuZwWHmnTlCFVSj76a/SZ4ihjsI6UlzylaSmo7XVle6u0ubV7pNXSR9nWVzbtG8yKWdFWZQZSCrtyz7N2STnG3kY7dTSaj88LXHbyy0SAZUyZBkRjuZs4JK87UAOCK+frPxo1jCIMBfLZY5cNu6AMNrk5KEEDnIJJHrW3p3jmVipl2FGd8RqBgq3BD9jkkNjndgdeK/XeEPFvGQwdGtjJzlShUlhnGOIjVoxq4epGhiYwxDlOPJUqU50qdStTS541JzUItW+XxmRe/PlipfbbScebRSutNHJ2el90rO7T6fVtHtL4vIZ5E320sLAtlwZ0w8TSIMm3HUKCPmZsk9vCtY+HFtby23lmRiLtJ52SKQYs1MsNvHJcMXURQXkrTbSrP9mCRvmMEV7VZ69ZvcRRhmdgX3RsBJHhssFKngDkhV5AwcDrnp7WO3lbcG8oOfM+fgRyMAd4XBBQZGOSMcDua/oTh/wAVadKMW8Q4wrQhUUFUSUrxTozrKUU2pQk9HCKnNJcyaPlcZw853U6KUudtT5W0pKy1back7Wae8bpXTufIGpfDoRJcMbFmFskPnXcTI8EUpPlyWxMSo0spJEp2AqvRhkVzdx8OriOLzbSC6gtzE7XCywmZJo45VnRgCwSPM2XWRAJgn7tnKHFfbF7pdlEXZGDQSuzzRugWMTREq7Kv3Q8zHcTjLHJ5ODVA6XZFBumYxTI8jxyBWADnhCCSDGDwikAAcCvq5eLOXxprmxkdqM2589nCVOHLFwfNy1Ze9GF/i5fce7fmf6q0/dSjLW94pcu7g09Ek9UrppXVlfZHw/P8M7y6BkkE9vHeshtrtpZFi+0KpUPLBGQUjKkqUOIwSCMNg1hn4eG4uC6LIUjhEU91IrJdWsiMEQRGULtclXY7HjypiLZJDV9tajpthFNKIrhlVygRBhxGyMrBRCMqAxUBxj7hJwAOIY/Dum3LgXN2+2S4E0rmV1E0szIJN4VTujj8tRGudq5wBgGuZ+LeCahUqYiMYS+BuNT93FOmppXg3zpe7KHtIQTUpctm05fCMZRvyys93KKu5K/KtUk1eUm9G7O3M2rnlT3qB1fKy7YbXEZmBHNvCCcccqDu/vcdelWre8EpDna6qWUxEgEMDkFD0IPPXPQ46183zeOkUQhFIl8q3jk2uSzI1uimdQSNoJABHAGcjjirsfjkJb2sxZiY4MyxCQxtKxZgjj72QoB9QSx7cD8EwtXEKlB060oOpUdGnCV1Oag0nKVnZ33U01dyhom2z9LnFQSUorZLSL91Wvbdpea16vV7/TFtfvGhVgoMjsC5ALqOSUjAIBDDPJYEEn1rdt7+Pbjz1gZkjUDkSqhBYmSMK8h7AhZG7HB4x80w+O0UnZLLs8ppWLuJBG5iBCnoee+OcnIPQnoNN8bW8wgZZUYGKKXzY5HVVfblogzDhkzgnuw5Hp3fWsZ7JtSpuClCVSbclOm4x50pKcZ041I8kfiU5NJJKS0WEqcW7NXekmo2W9mrN7LdPS97a9/qKw1SOdCWuIljCtEsrsyO5IC5VAoPBUE7iDyOMDA2Y78BYgTGqjEjSSMVVtpxuY8kGOMBXyCd3bvXy9a+N7Jhd5l3fZQd8iybpIw4yzgAYYDaApAyMnFbMfji1MS3Qu5oVdVaOTcX3xkBg46+WZAQzKOOecngYwpYtttvERS5U5cqknzRXLyuCjNVfZuMm+RqN+VaO755UYfFzQSldWbV1tFty7cybdutk99fpi1vw3zqVeUyqyLny3kjAOQu8Djp8w+Q59yKvR300axbogH3XG5jJtjzINuzcFYZjydw5zyRzXzhF4wEgErXczFEWWDMw8ssxwTtckA7eTtPAz8tasfjSVHjdJBETlizzGSM5HJwGC5JxkY4xgk5wNpVMVGrF0at51p1HN1afslRlpN2l/FnTqNRpyVNJuSilGKirx7Fu3LKD01cVpzLlXK7X1Wjle/xJdbP6LivhkI2wMpjPBUllLAE56Y/3sEjGADWtDeqMfMFVWcMDJsZieOuOOOCWxk/dHU186W3jcK9uGBeTasckiyeZGil92884UqOQx6cDGK2ofGZk/cpcpIrI0/2oyBi7hjlcgkYUADA4HfitpyzClFtYlRhUTXNJTSpqLd4Ra9pGKk1OSU5Nzlzc7irMzdJ3tZ8yWqum2rRbfVX5dbdHs1oz36G+bAX5UUEiNZHDNhcMWZgcMpOM4OSOOc18e/ty/Du6+IH7PPxI1+4t7GHTPh94X1jxLqqSzobaOW4tl0nw1eS54uoo9QkiktrZc+ZdXTFQGhc16j/AMJxBOse5pi6spwmAWIwMKwGdp2EkgYzx7jwT9r/AMaTP+y/8a7Oxtbm/l1LwqmlxxxyKFU32q2LyXE+1ghhs1jLZdCsTrC6BCCxurUx1WjbHcqoKFSpKm/aQSlRg24L31CvKbdNy5YOnHmspyfNFbYHmp4rDOmpKp7emo6J2j7SC1f95Xu+mvc/mHWaFJ1ltrcyM8UTQJetvME2xX3qi5jfJyFRiNgXYR0r0zQJmsLSXxFqDCd5ImlvruRInaGJ2jTRorKzlVYlu/Pj82GIZjEKvISVicjl/Bfh6bxJ4itPDdpA1zqWsH+z7JVgEzpPuSS7uECuAfIto5nV+yqTzmve/izp9j8N7v4V6fqWki9jiuh4r8YeHH8yKS8i03WY9KtNGuhLxDHJodhdlVTCKNYkkBy3H5zJr7DXtHrCmmvaSs17kFNON3slK8dbyT1P01WnVp0pS5IyknObTsoJpN3Vm0rq6Ti2rpNM+w/2MPgBdftP2PiDwJL8CfGeuX15rUPiufxdoelXiWGmC1ggEd9deLpbNdOSNCyTzWX2r7WRmOOIrk1/aX8F9Oh0/wCG3gmFZ5GXTtI07T7a5bKXTS6VbxW0kU5HzvKs8TwbmwhVGIxnn6u/YP8AjX+yH+03+xNY+K/2bLTwZpHgrSPBZtfEXw/8J2WnaLfeAvEFjpUazeGNf0q2jhudPv5bq3d4LmdXTU4VN3bzSRua8C8Bad/ZuhNZiFIVsLi4lgtmCSSwwPJLK5j2jDtGWPuOcnJ5/GMfhXUzOrms6uLTzFKt9Rr4zGYnD4CtTp0aVRYali582FdWFGj7SjTjTpwlT/d06aclL+geHMDhsuws8PSftK9CMMNVxShTh9ZoVP3lFqdKUo1YLkcqc3KblTq+9JppL6M8IeJT9qhMMyxzIsGZDIw81llV/KOAVVnjD7TnthiOa+5PDmoSSQW9wjxFJ2HlxlscFAxViOCDhs4HXnOOR+bGmJHJMl/aySxSwOBIgOYklt5FYhYlYIzbTg7lJWNiB1Jr7B+H3jATxRWVw4EkJVsrgbUdSI2U5O/aWO7t93J716NFykrzs3J3TT6JLbS6T1TTbemr1sujFwjyRStHdOLsmrcu9rrVdVbyWqZ9SSPNcG2mlijKJEA0YwxyGOVAxyowCOfl6gYq7JOZFSUBkWKMqQo+bBB6ucsDnowHHXjHPC2Gp+Y7yGdt8YVwF2AkBcHAJ4yQcrycnPOa6W2vfPYKkyFLhNkWCdyyIp3o428MATkdTnnGDXbCTV9dXa+2ytbXfdr1t1PInRcbcqTjF+61eyUrc6e6d1t1dr6JM/P79v3x3+178M/gpceLf2UPg03xr8Y3/iu00zU9A0/UtNsdQ8I+ELq1m+3+LhbXVxZP4ieyuBGLi1tbkzpC0RWNipFfj58If2jf2e9E8KeFvGX/AAUb+JnxK0X473HxgeQ/BjRvhn43+3W/g/QNWNzpeo6voX2N9JPg2OCJbvUtbt9Rv7q8WOQWlu8hEI/qLktxc2DxjEqeWUVF+REwzKfuffIOTtYlTwSvHHzP4n+FOl67rU7wpJpmoW8iLAwELIyqjDz18xZXRm3MyKSImOCRkZrgxmD9rjcPjpzqV40cLVpQwVWUp4J1qsqcqeKqUE4OdSioSjCPPyyjOSktIuP2HDuZYH+zMZkuNq1sro4jHUMRVzPKo4ajmVXC04zhWy6eLrYfE1Y4bEqSdT2cZQi6dOUqNWUUfBHgP/gpz/wRB+H3xS+J3jG08V+Hfhp4q+KY8NaL4q8UeLPgt4u0bRfF1nomnXa2ep2V/J4emkk0+SPUHsb29lhg+0X0SqYpGjR63PDv7YX/AAQ1+PPw0sPhlp/7QXwFj0rTPFthrGn6Na/294P8Tw+JE1+4ubGe0guNHs9QlFzcsTP5SSQGFt9xsjO6vtqy+HngTV9M1fwt48+HOi+IYkiiEk2qaD4b1HS72Mszp+51OwkQSxsgysW0CQ7wAearaJ8FfhH4L0yW1+HHwX8B+F7qRC5uNJ8I+CNKWF5dxaX/AEHTEuBI4Y7pPODOGIzgkV7NGOGlh4QxGHwFVuNaU1Swjo051K1TnnfDv2qTlJ81T981Kd5NanBjcrwMc0qTwGfcTYWjTWWwwtXE53ha2JpxweEWHwE1jEsP+4w2HjSo0af1aNWjRg6NP2cbRj+KP7cHxUg/YA8O+Ev2oP2dfjuvxr/Zs+Ifxel0MeELjxVb6/8A8Ifps+neXfzeFNSuR9su7HQtXt7q81G0uvMMNtII4pwqbB+rX7LHxr8P/tR/CX4a/HjwLNOvh7xBp+vW8Wqahpt7o0GqXmj3D2Woz2cF7BbTS23223le21BI3t7q3UT2jSRShjfvf2f9K1W/eTxRp2iT6KblZv7EbR9LntA+QWkjs5rRrVJJGP7144VaVCwcuTX1L4V/sX/hGbW1js49K0fRwLOx02zt4La3tY4StuiW9rBFFBb27rhTFCipgnOcivMwtGOGxGInQjVoUKsny4WVR1cPSTVNtYeM4RnhlzKcuSMp0nz2jTg7yfq8QVMPXyrAYOeJpZxi8BOnT/tmGHjhMdVoShNww+YSoTdLMqkU6MKWJnRpVoqlOVatXU6ccP0CGSW0vZWmN08UaBJI2DxKWXzFjyVBaSIEq7bQDgY9a4zWokj84/LPO1r5kSyufLzG/wC/Rd2BH8rZAHGRzxXUIJLSw8m2Jc3tzcyzk4UrGpCLhgRtwg7ds8Ag15p4v1CO1ivDKyg2qvc5aXdskChVVjkbElUse4HXHNdsVu4p6vo9btrbW6v038+rPjJtSSha6XKl00SimtGuqva6u+tz+WT/AIOXCusfAvwDbpGlxd6fqV9PbJbyFwILSS1W7MsMYIdViIIfJAKt6Cv4q/BWgx+INatdJkkSNbxWKgsPOuEVxHJFaQ/8tbrJ/cxFl8wrx1r+wL/gvF8R7zUPD/hy6sbMavoWk6zf2niZpIJ5Y7fR9QjWwuCj2qubVlkufOWeRBE5tyhOTx/Kd4B+DfiLU/FWlvbwzjSrbxdpek7kSYXAg1CKa50q+E0Xlx+RcNataO4ywuS8RBPFexwm5uGduUqTpyzhOiqU3OpyxyzLaMo1E1HkqSq0anJFNx9moy5lJtR/MeL0qeatSjOK+qUp80ouPMvfV4zatJKyWjbTvte598f8EtfF8/we/ac8W+EPE6Ra94c1Dwp4r0zU/Al5p51TSvFerRaXcW/h5L/TSY49k95Pb77yOaC5sZEiuIvPBMMn6Y6vZat4fjhsdTltbvUYEt/scMNvc2Ttb3kP2u5tfsOoEX6jR7hzYC7ngihujAJreNY2CL+en7O/w9Go/tYfCLxm2s3Hhsz+HPE7eL75tHuNRkmvfDMMyapo95ZWUsEja3Jps2mXum6gGW2W1toZJSzJz+sfiHwrpNxrBu9O1nXNYsoLAaYNS8RW2mr4g1QxbZBPPdWjSOUmjBaEtL5pjI80K2Qf6X8L8DOtgM0nUkvqUcVRqYeLoNSp4unTarKNaKs44mnKlGpzc0m6duaCjFP8L44r0pV8C6V1iPYzjOcZxT9m6sJUYOF1KcotzknLRRkuW+ql4VayI6zrO0jTQENEhcBYpCRiOQYOXPJMaruxzgkhqjuZ4WjA8xljMqyzxKXWQyD77KyonyAZ8qNTvcE5HUV0Or+Gra0LtFPdJPctuRA3lmJ2IVJp94InzlUFy4BYt5eCSCONmgTzUmeeWZ7VpIWRZlCi5hwGlKRqF3JkY3ZA3EDANfo1TCqjKWIVarKEVG1NQinGooQjOEI3s4+0ct3Zttq8XFv4SNWppGpHlk7ttNK60s797XTS3dk7OyL82I5rYo6XLzbTJDEPmKMcK208RkJjcHxhgTwaxrtmhZkhuf3gmkeObeBH5SsQ0LBzncnRlGFZvmX1p0pLuHdwd4bbs+SR8gjKNkMuOdw5G4kjrXN3FxZtY3dxOryQW7fZrl0Ll1lRgXkhRPm83ay5IzuyTgYArgpYaUlOMpNr93DkhTjKE6lSo+SHvrXlvyRTSUk2nptVSonyqyjr7zk9VH3Ve60XvWbtqmrq+t6BYiW4lkv/AD22N5NvLCiurFmBLOrFJFLcrklguFbvXNajayX9zb3IjlndYxC5czx2yooCs3loCihOsYb5XA+XIIFdRcW8NnENlnPe3btbsxgdzDbW0qFiX3DnahjZ+nz716nFczc2V7diMQzXYwQ01xHlIbuVM7rZo4yRFKhylsG5cBcg5Nd1HFQU3WjUVOnFKmqs3TpxlS5Yq8KVBu8ZXSpxn7Oc94RcVJrhnD3UnBttKTjG8mtn7zaVpNXlO3Ny21e3N09szT3UNqo8uaC3YPexv8tg7qFGUcgSErxyCoBOASAa2dlpOoVLqG4aGScyzFYzvZjyfMMbNnI5U/Kp4TANeO3v9oraFoGuVWKcxM8oaK4LqMlrgjB8odFkYHcRt4zViy1m5tbeexW+la4uY7cW1s4UXCTu485i+CXjeIEx5+6MsD2Hm4jCuUHJYihNLlpKmqLnGnH2l6lScl+8UIQqznGkpRpQ/eTXLOcnPppYhwlG1NxsuZVHK0m+VWio/C5S5bJq8rtJq2i9eWO9F35u21WIkCPy33GdBEd6OxBjQtIFfpg7cYDHmSLVBcSr5ZDtC0gkYKBHCy/eQYQFmwDk4OeNuetedR+LJpNkUVvPe3cHyySSSxrAmTt+YRY8tcDBfqvLMDjjTjmN5MZUkMEsaH7RbW0oitwXOS0MpYCeUkHYMDzwSSQVGfgs54OyzMYP63RwMXGMXR9phqdWnSqU1UaqKDjWadT2idOdWLalzOSvKLh9Bg84xFGyhKcrSSkm2pTu481mkknZu8Y6LdOybOwutZ8yOQ20gdjljGiFA43BWIdlCxlTnIfBPIA4p9nrmxSqvtkh5ZdySgeuOFGD13Z3DnArgZG+zTSzveXMMcqhHgnmCoV7khsIznHWNjzge9ZEmrTw3KBY5BYTAojLb4Mm4fKxbdnHJBbr16V+TZj4WUsPOM8vhKDjRXNXozjhoS91zqUaVXD0aLj7Sag+WnKMW1JL2XNJS+twefUqkYwqxcLvS/va3ilze8+muqe6d9re46X4mnlugHcBF+cvkRgkZLI2w4wqgEnI646Hn1Kz8YTCHAm3IU3Bd+CgUZU/N8zRgDlV+YjBGA2K+U7LUYbabzm89oYHZpFiZXwJFCFpVb7qA55/xNdnZ67DJbqojZgo+SQSxlwu0fd6ADbwo7DHORz8DjuGc4wtac40qUMFhlTqU7UqcZ0sZXxWHlVl7tN0VF4F4mhenh61arOcfaVaaXtV7Ep4arTUE05Svd811yKO6XM3dSsm3ZLWyex9Jw+LWdWSZ0cvGCqHcpDfeZ+DgqTgD26HtWDe+K2kZvnjQqpiyrGJjiTcDu4faB1yNw6CvAL/AMVfYQLgCctGGSXMy4MYIYCIgneob5i+Mj7uOawZfFDTAv5jq8pLhd+7ajD5eS2Ohz2A9eudsDgc+lCVSUlQjLEVI0pQ/duphaccNOg6sby5K7lGanTjDkpRnzwrOTd5WHw+loq9ldvlve61WjaWitdK+zvqfQg8RZErNOdkWCcuFkV3ZVDlx1UAgdcgHGDVJPFEryIFkI8qV9u+QuCFdRuUqc7T2JGT3GcV84XXi6SzDo77orgBS5lXC5IGWbBBxkbTg4PA56Mj8RIZoVjnWRXKKziUyDaSCACNoTHOSM9cdcZxxOW8R1sVGcsfUWFnR/cUaWHqRca0Z2nVq1X7SnK0JwlGm6TVWcZKqpU5tPaNKg00qcZtNNu6sk7NRSXW3a2+nc+fZL2KQ72uFknVYDHcSEbkUQRqQoyq4kG5ACTycgcVcF/JJAroxGHRHjVlCk5OzdskLEEBiuPlAycDPPmKXEmSyyK5EUBGxAyEiJOrHhe/UNyMA81cjvp2XKyrGzKwXdEkilwQAOQMMQTj1/Ov2WnWalTV2/ZSi25Ras7Rcko2ilFa25YxtvF31OCW1nrfX3d9r63bbb3vd9uyPUrfVZo4pFidVilbLREsAWXbkCSQ4Iyoxgn+L0FX7fUZoi2ZmEELBY1UKQQ+JHcglRhHO0g/MeOCDmvNVvjFbLGY5HkUKqQuqoCSckhQSEGWLAgMP++iKtWt9I4kEgdVZWCliDkoRvOGKgbeinJ3HcR1NdlKveMnJKMHVSk+Zu65oRc4u6m2qavdrSSSvJpo5p0Xe8Wk0m7PrrzWvblS5nqrpPWySPV4NbltZJJZriNQehjiY/K4wgcKDnce5yADj3qWfXbiW3tiZvljukDopO4KsYVg0a4YLkEDoFFecQ60XuXS2Mc/l4EsLxY4EYAlZw+AikcAKfmGBgc1dtL+UxuX2JGpfzN0fMvXcY5s58psjbkEbfUk59LDYjkcakqSdS1OT5m6dlGLhJRh7NyjJuVoy96Mr3uk7nBUpX2bSUpJtWb5koyT1bTT30V94tN2PTrPxBcLcvI0pZWKtaRl3CnMOMsskmzYy5wCVyQMcjjVt9buraJJ5bhJmkZmS3hV0Fu7HLsyxykNuIJJySSOQDgHxvT9TmlgkklWJSsnl4ukJjHk7tiRFWBZ2bBJODsyMHrWy1/I8UkQSO3MsSsPKOzEzDMjKDuxuPox4wWOBXrKpTTjTnZx5qUKrum7U4U4PkatKEEpqclDmc0qqcvZycDhnTj/ABEpRvzcqcZxs5Pm1TVpX5dL9090mvZ/+EhniltYmvLh7Ntq3AUSOQ6/vVUFSxIBUA8MOMZ7DYt/EcpIK3F6tmLguJpIlMUSLzt4CsiMTjEgG7Ge3Hib+IINKtYYZRHI8SxxmZEeTfI7Km4ncPLJ3lQBuBPcdKfb6y0zJLvlFpeDCpIsixGaMkbZo1YllXk7sqBk4yTkdlGlRqU/axptRkp06dZxhGFdwb/eJQpOSrShJSTblenGNOpdXick5VFKKc3JqUJqPvXgrJaq7dk0klaOrukt19DWXieeWZ3iuSXSeFxcPEDCFyVeGFUJLMYsBSoZS5OTuBp3ia1svFHhXxNoGvmHUtL1G0YXdpeI0dg8UMsV3bWmo/Z5reV7F54Y4NQSKeB5rZ5o1lRjuHhf9spMy+ZOkcUSlCLe3ltolYkrsjUSOCxIwpJG5zu4LYHocWs+FtZ8Kx6cPE8Hhu/1DRbtPETeI9J1BbSHUpfNsbX+x73S4LuaTTriF0LR3cMFxHcRzzCNkCuxXwr5adWEKs4NwhXw9OlSb+rwal7CVStBaVIwlSSglGKmo2tqFKq41XH2jiou8ZyfJz1Ju3PL2fLa0mpNufPbmcZXSPzl/ZG8HeH/AIoftg+J7S1gsIdO0zTfiX4m0KCGGSx0rTp7GOSK1Ntbm5muYbWIXMy2dobu5kVVSFXkAFeT/tn3UbfH3XrNSvkaNovhbSzDEs0Sx3umaHpthqCywTlmjvLqaCRrxmdluZ2eQ4LEn0z9mW6svgj+3V4e0/UbuKbTIvEniPwwLyxjuDbapY67Y31rYzWMd1FBPdxXl01obbz4QJ+GGxgMcX+3X4Nn8I/tGeOEuJZpJ9YGmeIpY7lTLc2kuqQj7dYtMDsEVpeLshidRNFG6q2GTLfhuKjUWb15VqThUaqpxs4wpTqT5qvs6dLlo0+d3aagv5YSsuU/WMPOPPFRqc9OphMO6TblJ1Ixcr1Oebc5uScG3Nym2/e95O32B/wRR/ai8dfAD9snwz4O0LxHqFn8O/jXp2q+DPiH4PjvXTSfEQWxnu9Euri1kVo7jUtGuVY6bcReTcNGZYGby2IP90OlaJp/2aW/tAHiujLPZToT9muhJKSqg7iyD7PlHBIUPuzjt/mZfAP4iTfCX42fCz4lQlseDvG2g6vchGCyGwS9jh1FYjg/vTYy3AQ4IBJNf6N3wK+JOj674Q0q4sZzd6fqOn6fqVhLCGujaQ3tnHc23mIJXTZ5MsZuE3jEjMDlua+B4opxhmtNyp3jXwarKo01F1KVV0qsXJPWo4zoy1tLlTeqTa/auAcZOrlmIw8qk5Tw2JioKUr2oVIRcIJycpKMKkZqMYrkXtJJ+9KJ7N4fk+x6nfQzQTxKLqOOOCA+YssMyb0naM43OYy6XCAjcSoGQSa9L0SVbS8ENpc2p2W8yxKXliMschLRRqxIG5nwETJVBghirg14nrus39lNb3KpYSWv2m0ns7nT5Hmkvolfc8Eu4skN3A4J8jczeWCUO9QtdHHaW97oGneIbC4mO7UJpEeC/e5aS1mm23dnG07NGs1ncpmwhnCSAQtZoEYgnyMLKLTSTl7OTk1eMXZyvGX2/dbe/VaaOzPpsXzqercFJKMUk5K8VHS/NGz20d7czu/daPtLw74il1DSlubGYRXkMMsGJ23n7TEMR2tzCf3gVnwBIxDHDbSSBj0PQtWaVbH7WptdSDJJd21sJ2jeVuHkiMilwCwOFJBI5Yd6+LPC3jTTLXVLCbWh5Wt3qLEIGlkSK9lJbbc2RkCreRyxp9qCgtNayM8QRgoI9mf4naZYTW+pR6hFFBamO31G2k3N/Z145BLiTcrp9qhKyMJGPynKAZNemkqkY2s5X95LRKyVr3stdbX39Ty+f2c25OUVJWjzp2bl8Sile6683TSztv8AV7XPlSAqjCG4ZMPhiWdgfvELtAI+9jkkHIHIrEk0m6m1FbnEO2eDyJ0ZMTny23IySnBZNuQq8EgBcgdeb8KeNNM8QW8ctpcxyLLI6wASGSN1A3GSMFiwUHIEnCscjjGK9G0u+guZkeeaDJ3QKkkik7o9rBk5JkXytxdkBAA2sechKDckndJSjZ7bNflffTfW5pGr7KMpxUJe44yv7900uWMUk1e2j9NHdGdd+HS1rITNKyyBSePnKHjy0yj4yeA2M8decjl9E8KX2mJe+dJePFNczOXleKdpVdlaMGRUR0jjXKqmBtxgZJOfbDc2lrbI21HADF03AMecoUyGBJAyowSQOwrMk1LT72KWKJ1RghaRSdroFPOUGPmwcOeUXuc9O1KUUoqtZuKaWj7Lz39b/k/Mp13Lm5sJGUZVIXm0lZJpppb3V1tdfNHkt/YRRu7kz3LSttjjmY/IT8pMSD5jEMjJYAD2HNZltJHO11ayGNLe1jM0jAmNS8Tpsi8sAhJHk46ndgluBmuw1kJHGLgyLGqugDx4OxcgPB8u4Kjrk7g2VbnB7+ReL9btdGsb6+iiMiFzMFjAZ7i5GPLx915OQisATgEsewPFGU6kndXb238rLX1/4Op7bcY0EoNwUpRfuu3JytaKT1be2yVt1qm+vfXt6XUgZLb7NA8aYYPvMjBmfBGMqCEwMtxkCvjL9oD4mxaTp9zpllLM+q3hFpBFCU86CKYOZ7m8bJ2wYyF3H5N25tuK9A1/xkNJ0GLULu9FsxtWupYQol/fyLuRS7uCqbgVAb5twIVcYr8s/i/8Rr6ae9W6nzquvy3draDazJp0N1GpeS5uofvhreVGiQFBATJ5pUx5qMbioYPCynUai3GST6q0W0/vt06PfphhqP1jEKMfhg4u2ttZKKbdneMUnKTvazSvd3f5G/8ABSX9pr4C/Df4TfGLwj478vxH8XPH3h+Lw38P/C9m7XMy6feLPI+v6zFwLSysH8xoJ2KySy/6vzAuR+PfwJS2kittW1mC2i07wT4X8N+Ip2ja4vm1O/023F+lvsRltUnh027fUIY7pm8y5Et6iyOHjHy7+3R8SIvjr+198TNW0W6jutJTXrXwT4ZnSZ4on0nw9Cmltcp5sjqokeGZ3+bbIzLtDs5J/Rr9n/4U6bZ6faXHiSa78N+F7nR7fVPFl7qFsJ4PDXgqG2sHmLxJJ5bXss1kT/pSebYWN/cxPEqMYF93hfJqeBwKx01L+0M7hhMXi4TvDkhTjVqYfCxhByj7elRxtSliK8U+epaTUoU0fk/HOfvNMWqF4U8Nl0sRhcK43lOtGc6UZ1pcyUrSlh4SpUkrUlKaTbme2fs/+FLXw/8AtRfHW0j0u2m0LS/B2kSaff3lvMsmj3vivSomvY9GZUng+2XOnW4hu0QRzJESrFcbK+ormWx+w3QkmkS4ZC/2q1jHmQRlsJMqyMpZUyEY4ygGG2g15z4Z8YXdzP4y8cXdpa2epeL5NQ8e31pDaC0vV0UTpb+Hmht0xHCBpZjmNqyo0sd5F5SlgUOTfeL5bu5uRay29xaNBm2CRhJFhEgMkJfJEk0O0Q3ECbklZNyyhiyr/X3AVaeByClhZRlh5SlDGVuerVVva1FVinOpTkoupQfvUpQjB01GM1N8zl/OmfyhicbOpf2nLy07RUW17OmoxgoqfvKM07yk7qTtomrJrV/KJbi5kvI7+9eIRzxLDcWwkiQjy0SIStkoVSUlCQCpYAgGuH1C4LJbst01vKxDM3l5jgO0lw4lc53AAk5ywXk5FO1DUbi4Ms0NlCFZG3eVcqkhHVztIaRMAE4Vh3XkHNcc9/HqJaXyY4FskdfLlCSJeFw6yRuJD80oC5jAOTlg3QV9jiK8asOduMadGynKnKjNw5oqnTpuEG4qLlbkUYpQhJKTUItL5pNaX5r3sudSind05Smm7zdraN8rutFezd2e4lBM8mrRSmBXWEGKOaC4Eg3CNRGxCiQsFfyyzRgsSMiszzHiFrbRObJpHcyWcMDXNrKpAfzoSdjeS7syLcO4BK7QWYcMd4pFFrFGtnDbRO8Zs40MEccMau4SLCqjyFmEsiuxGGAywFQQzyZCQrMIZRG6TylpJFZslYrRQoxYpy6QBvldi+47sDynKTtUjTjZKOjjSpr2bT5ZxcF7OU4ylOrKNp1bx/duCbUj7SjKV3JNOUXKScvdatq5JPltduKs/ev0dfXEsZaNhBEYmCiWOaU3KxHnDW5bDLkn5i23JIxxWRqjy2sRmjvtSktri0IuoIYzB9qRcsskSxB33RS5jUoBI+MrlTuO0xvZbec4sl8tCkouYFDyiMli43ukg3cKNpOCCOWzWSslrexwMZri2vbaZJQot1W3+zopHk20hy7kt86cZ6DBwDWMJRaipU4OnFyVZRTnCbspwc4ujN2lJJ3jKHs3JO8ZOxUk9fefNZOD0i0k7OKvKzaT0TV3rbRu+DPPA1osJubi3mKpdSymJTMVIIS2uXunjBG0GQKPnLgZXk1lXEQN2l06i9jitEMEzw7QjbSGMn2WVZUz/tOM/wAPAxW5rLWz2lxYXcT3RkaGaBbiEwXRmVdsZkfcWMGfm3rk9VKDNY9zZ27QGVbl4Zo7dIGjtS6QNOq4kjZHAL+XwCwHz9R0zSdVe637RRrSqU2+XmvGapyUqdSPJXSveN5XUUmt48xag1a9pWUG9W3vbWM5ct9mtb3ey3OeupLkvdJqN5MIZUExhji8u0LIysiIw2yHbgFiWO7bg5yVJaXlxZTWt8t0s9vn57XHlO2FIgdCx+cw7mbahLENwOMCx4gYyRqWW2X7GyCaJGaV7hflVQCpKKCSN2S20dOTg0buZLqK2mTToFWNEjZXAMduAQRKJWTiaQjKHaAoDLyTms+ZulTXsYKFZyo1I0/YxhTj7OKjHl5YtTrQSqRqRTmuWMXNSSiWqalKXvXnBWi5c/NOzu7t3XLTldWdk9XZps2bXXpIrOax1aRZ1uZjO9w8ObVg8rGONpmLFHKbIvkxhgehp51y3uUJlW6sILF2VIraSWfaC4VZBuLpnJVd7fKgLZIOMczO1wbsRQRxpFLDu+dFEKJEmRK8OSCSxYZBQdZOSeMe6N0qSSrLHHvjIeSEjyZkbaxTyxkHcQCFHLbTyCcnzF7NyftFTi6rp1W1LlSdT3HOVOypwlKEHScOSTTiuSMVfm9CLlG7Tm+RzUVJRbUW4uC5rKUknaUZPfXXU9NN7a3BKW93NZSoqi5KwrLbnOSEMsZZlZ1OSpBAZuGweK0Fxe23mlJoUEDGRQBJGZoVJw8hkChWfqRxgN0BGK88hlF9a3j+VdRx3RthJHaXgtyJIVVfMBK5jMhAbbgjoC3UVLPqBvo5bK6gulhiU273RumL4QbCWVUy5AXJbID8nvz4GIwOXtSoyo+7zRhWU6NCc6ELU5y5E3TdSXNKrCKTkoxUWnzPmfpUq1f3ZQkrNKUEpTSm1JpXltFNKMpaJ6vmXLodhdXN1ccSPCVkZ3jE5kIdyhKxptBxuPJY4QAnpxXOS3F0sSRs0FjMvm+dFHLuDbzlQgLbslfmyPl64JGapS6pNIsUARLsKpijcBkMEQUguyHDMWX5d24Yxn1NZcs+5GEkUZdT5VuyQZdgmQEaQyE7k4XdyTyCAAc8EaOFp/vFh6cbz3jzNys1CMvesl7qTlenGV9VaMW36Ea1STtKrJLlXNLRvS10uVb9IrmUWt3eyWytyJUkvHuoojGrCVVO9mCAquOqgg7WbAwVyv3gDWfZX0iyxtkTebKpgONuQGBLOZGjAwSAAD05YZHOddXAkWdYrJVUqWmAkC7Tt+XbuAzlgCeRjnrzVOwuzcraJd2/kwxttSQzfxBlPOF+XcehJXoSO9cU/qcFVqLDuTcoWpuVLmhRipuCioz56slNOLg5OTptXUlZPeE68lCLqWcYN8z5nGUny33TUZapuSSTbs2rO3nhMUBQI7EukABUEBsxxnLcbfu5+Y+nJBFaEEiqQHdRsRnVGG4ZDAeZleNyg8ZzycgEiuU+3osaAAEpbQrgylhzGp9eV6gcZ+uM1bttS2Rssm0Mw8sbTuBZhkFxxgcYz3yTjOBXyEJJpSfM7XjLVzlJtxvK71ulve/rayPo50nGzvFRSS0vZbWWnVuz0tp63OqVkG6SOR7g7AAzO4MTOTuWIMctuJPJDEZ7DpoxJBMrEykyQ4RxOfkyu4LGArDBbA+bHB6npXJHUSTCFf7mFYkxgDtgBgTj3HPFaFvfR2wuJFNvLM7lcMQy4Y5LFjxgfLkkd+QSa66dSKhGdm5xjyxj8MneSSi0rRirNyk1q9XJyephPZp7NpPR/en11Wzu9NGdUP8AVyeXE0XKeYyAAhiNvDqMlShXAJOevoa0IFVI2t1LASAooXdKCG+VSQxIXgAkDA7Dqc8n/aImdHLlvLZXWK3YJExUD940gOH5wu3+7z35vjWotskjLsm3GQsjqiq/Uk+uGHKkZPbvXZTmrPRttqdoTinGSS5VJKSulLblTTu0YcsbJPkbb16pJ8qdtOqstder7Pca2QrJDK7R7isgYqyqShPJJYqCOfu7Op6g4q3EtqypciYFbcsZMs7FiMAuxD5AYkkD7oBPfrjxa0JAWZFlWWNVw+ArMCD155xwSOSCc4OQV/tP995Nra2/lYH2otJtXackbMjDEDkgYGQM9q9ahi27RlOcJRtNJVIRg00o1XJPlkuaNowTbV9UnzJLzZ0Evd92SjeLtFyvaScWnd2s9XJXe6Z2EN9BIlsstu32qU7/ALPHEJGbYS8JCMcFS6Lk9Ock017mHcYXS5tndvmgmYxb2kbMqQorElUO3LIAAX44IFYA8QWj3HmxTSsyxpDG5VFYKGGBjGcZGMFs45z0xo6ZrF5f3v8Aolg2o3NsHmaMRGe5lSBS0joyBpFhii8x5sK2/wCQoGfZG3p4eoqdpwozaUVPleInBxqy9/ljGSdNR5X7NNuTUrKThFpx5akU5SjKes2kkqcndaKO172leSV+9tdH1+n6VHKHVLZ9haaSQLFIyK8UcbxrK0jPIxUbWLxqQqvuIcDn2lvDerwaFa3154C8EpHpkUK/2/o+vLe6jrUV4n9q29zqbaXqt9b67dR21zDaKYobea2h+y2l4ILiORT6/wDBP9niP48fDi78d/DnTNG13xLbwaxpOsfDTxh4klg1qC+W1EsGrRWmiQ2vi7Q7FW3fZLprfWRbagsh1Gyi01EkP2J4B/4J3+I/if8ACO5+J8dvovwQl8KRR+HtQt/iD4dxHca1omnXc2t61r/xA8JanKNfs7vUmh0/w9qh0Kys9QsntX1hodQtU3cSz7AzeLoY2WJw+IwXLRrUsTOUmp1YuEHGOHqzhVTnT0qRnJU5Q/e1cPPl5t6eW14rD14UadehXanTq0ZXj+6abvKVJyUkre5y8zTbjGruv56v21vAs+k6X4B+L2iiy07xBY6pB/al7pd3BHdab9oAuvDszLaE3Fn5EljLFCJi8qPKGaQiVVrjv2hdVH7RXwk8HfGzTZ5J/E/hDSrTQPH+m29t5t2985ht5Lm/MW+dpVit7eeO9uAftWNQuJAjOgr1L/goLYL8I57H4aeCPFknxJ+FeqWOmalda3qPh2fSf+ER8eTo1xr+h+HdRmcahc+Hl1DfNpVrrSOY4pG+xsYDE9fnN8PfiFq3gHV5r6ya4nsr4iLVdIa7eG11OA8YfB2x3K5Oy4lVhtJjIIyD+ZY6vTxOLr4ijKFSnVqz1TqTjGKkr06c5cilGDslUlGp7qbfvSlJ/oGCoShhMJGSkqlCChFzTUnB8ukot6XSukm0nqr7nnYd1DsnmdGwRsOeMHDZBBCliCvORleen9Wf/BKv9sK51j4Q+F/Cmu6kf7R8JfZfCt2887AyW+niQWlxcPLvDXP2IorK5/eLGrfMTur+ZPxrFpF3q9t4i8K3L6jp2u20011olzaq2qeHriMH7Zp91HDFGt1DbgmW11GGIRsg+YBgc+w/sx/GLxH8A/idB9otb6bQdVmsovEGlQeZPPCRGt1bavawruFzdWds4kl8oMZbXMZbmvmM/wArWa4HlprlxlDnrYOanOD53FRnTnyyip06kfdaknZtTXVP7ThjO5ZJmdOvJt4Suo0sXTkrr2Upwl7Tlu0p0nFSi0+no1/oh/DjxV4f8UaM+npc2E6XdtNexWkjCAylWUfaLGZBzLG213UMj27YXLB816NaibwrprSxWdvqnh66k/0+MNFAkE7T+bMZYgD5F6lzIl3BchQsk0e0lTICfw6/Zm/aUt73TPD19ZajaTWd4kF5p2sxs9/pU8E8aj/SLMYmUXTqVuo0w9sQd5V1CH9Q5PiVeXuk3M+hXAstYNncfZ2kIudKnZ7OWeW6uraQB7qBdgNl5yHZkxyKxCkflGWZnQxFLWSValzU5KGjjKPKp0502lKnUpzjKMqc1GUW7NJ6H7ni4U6tOlXpzjPD14xrUqj1i4zjpNSje/NFx1jzNNXkmrM6L4lfEDw94O0HVNYur+K/Wzt3XwtpGsSLDr02qyyGWRfDVtOEa2l0dy7B5CsOoglIJHIw/wAleKf2kNS8HWWn2ceoTa/farpsFvaWPiLTDYS2tpEGum8Qa0kZl/tEyWU02F1E2ryfZWt7Rw+QqfEL4gf8IfaibV9QtdY1MaZaK3iG2WO88Qpqd2hmt7Pw0k1rcyRXM4E4liFo7aehWWKMbUNfnFf/ABB1/wAU+JNX8T3FhqP/AAj87/8AEie6RryVAVleGVhMI5tTmjuZWttPvrpY7fUNl5MYIHJjrsePnU1ovllTlCNRVJ+zTc2oxi3KVpyhJq6tJRS2vqvCxNKjSUY1JzlGrrF0VKrNJ2cpKDjH2acOZN31ejeyP1K+Gf7Z+qfDjxS0+para63pM+m2eowadZ6lFbf2ZpE1k0breGfEdnf29x5d7LZXDIiLMLWAzSxvn6t+DP8AwUA8F+J77WfEN3qZit5768n+wfaJLoW1tpLXNvKlguFnhhvZGQ3MUceVtgLoMY2Ar+eLxAFg0LxRfzTyzamNPvdeNnb3dlHcane2MfnPqOsbV8t7LTTJDMulQDEqrLMpDowPimm33iDUYrrXvDWuQ6HpNjDpyXepvqC6fb2+pTwRB7uwtf8AW3q3DW8lvPCgYyExxSEeZkfTZdetT5pylOLqRglypqe8pRU202naXLrJaRbcY6v4HM84rYKrOlSVODgpSjGV04xTSjKSfNyPlV5NLmTbtfZ/2feF/wBsXwR4nnkit/EVjkRRlH+3K9vD56uYBKx2mAhUkRUlKyAxgn5Tmpr/APar8DaDbXd3N4msY4LJ9QmmvJ72MMYdPWVHjlJbeItRvbaWCIpG6SM29cgZr+NXTfjB4uhtWOgavdyRa5sNlfXt09m2uXzXLQ6nPqcDssenkagJodKtFbyobWFpvnThsfWv2gviDfa7p0kt95FhKFtWt7y4iurl1bM0tzDIW8qd1NsWhuCP9Ba5lMUbLIWr03gJupJezheE5wc+eCtGL6wjKbXK0+dt6PR9zGHFkIUlL2VWV1fVxXNPl2XMlJuTT5VytRtGW+39f+p/tgadr2r6N4O0QxW15d3kAv7u5ceRp9ndQ73m3IFFzIjsgmgO25hiYTNGsS7q+avE/wC1joni/wAZQfDjQ78TvbSeIJdQ1qCZo7eyn023MrQpLIWjcQwvGjlWwt1ufJjKmv5wvB/xz8d67Lrt++qXWnQNJrNppKXGoXTPdXmp3FhpbXL3MZaaG4n0lxpen6ncOir9uaWcqEDD6f8A2fNE8XXurw2DSWxj1Tw5fR3d/G8lvbW+m6tIsmrat9rv2SY3jPZLCixK8imSGFyIwymMdQWCoufPT53USSjr7vK7ws+Vx1UW566NJR1ub5VnuKzbFwpKnKFJKLcpNSlzyTUY2TWnP7uvxS3Ssr/rj4l+NEGveFdPvbuWPz7UT29zZeaXluYIWkhsLy5VQI3c2wWUEZCXTlW5GK/GD/goh+1na/A74ReKdf05f7O8W+L9O1DwT4B0x5S0k2ua3BdQ6xrmwsXRPD1oZrh5lXZ9smtkJwFWvsv4nfEXwp8KvCfiDXfEOsJpvhTwLot3q/ijxBdPDJIkEM80ltYWiS7U+1TPcCWOFkzqF66xwgom4fyS/HX47XX7Yvxp1j4leKGey8E+GltdB+GPgi/vZ4rTT9DheSSOXUfL/eLe6h5Z1XVZ4/mvL1zauxSOIH53A4F8R5hHD1+ZYXCSw9bHJU+aE4aOGF5pRd5Yq0o1LNxjRVRzXI7P6XPc2hkGXyVKfNi8XGrCgvhlG65XWUb6Kjd+zXLeU+VRfMlJZ/7J/wAKNJSW0+LfxB+z3kl1cXNl8ONFu0S8l1jXjIv9o+KddtpOf7K0RDPcxRyjOqX/AMkXyRBj+pK6qfEtiPAmmNv8DeFp5fGnxm17T7WWOPxVrzMt14M+EtrfvvW4jR3Fz4xFsyxBh9gmE6shf8nfE3xch8P2U8ehXqXEsltHpdpNF5ttKsqIgmkt0ljiXTLJIyYoIyqSlE3EFmr9yP2OvA9n+0T+yB4Y8RfDvXm0WX4X+KIfD/xS+GmkX88njT4i3WvMb2LxX4WsrS2leO/GhxLo0j363cup6rJavAgkhQV+y5VhcNi84yzC4mvVwtKtXjGoqcKk4Yj2LhNYdqjGTisVP90nGnKbpxlGC5ldfz7ndavSwOLxUIyqyhFODUotU+f3Pa2k4qUaOk5tuzk173M1fjte8RvqdlrcUWh2Pho6nJErw6XPfXbTNGI76xS61K7SC6fT7a3Z10+3jhtVhX5NkqwxsvnMNldW/wDoYlLmOGL5Y3f7OGGXMkLBsqrs5LBHCs+SQTuzr/FNY9D8YeL7DTPDXjHTtB0PWbm3f/hJGvbDVtL8oiKLSddttRW3uo9bWGzRLhZoIXLxzyRwxxTtnzJvFMaRLZQLeW12ttCzMb1jBCjoJI0+RGXAR1yQeucjiv6MwNB+yf1WDpQrOm2m4SjDkjGnGcozr+2jy03yqFSHPGMU0oKTgvxfGV41Jt1eXni39lwbTbclFRhy3bi5Xi7Sk2nazO1t4baS5QiaWW8mADSEuFYlv9KjIVgi+RHujj4DMrs3zEZps9lGBdrE5tYGmVYBb+bvuEceW/ml2b5o3MbRupU7S5JwDXnknjHTob2UzzXbQ3kNpDAbM7jYvCecliuTNJ8klxsOY3YbQM4mn8Xx3Eck1t5plSb7GyT3OUtj18wSLtVQ6gZyhyQAcAHPpxoYqNWM4e35ZxgoufuxUkoNRc3o1TkpU4xUJRjKM5JxVSk5cTrYfls3TbV21o9NVdNJNe7yz6NyfK23Fp99MLKKa3s7ktdItvcLJNGz+dbyoI1CIkbKZRJgElw4YsQ2VJp14kM11aRyXkrSug+yWZiiht5ZEUYSaRTu85VLFUiKjIbKnAryh/GUFlcWkDWMly8nmRLqxukZ0cszZVIQCEByAS4G1SxwGwa934ktRHM5FyoSOZph9q3SQzBkZLq0bDC38wgkuPmAyFGWOG8DVlKlNyxGlOXJOXsJuVSpNJ1ow9olQi+VwlBSo1Zx91+xcnUlUa0Yp8vs7yldxtLaPLeLTipSaT0ck1FvmTmotL0+fTtON3FcKUSSPfa22qee4lLhi8ioEkCB4pWYLvRlwAD0NR3dtOJUla61C8dkS3EISOKaafhTPIChSSNyCxaMJuByCpwR5dB42sbi2utQksp75Ua3imcXKWke98RRzWkBUh2GP3zjBZwzkEtVuw8YW8YvL63urw3UUT2aWt1emdd6TZKJvUKhIGNyhlU5HIyRhWpY6lBOp7Wc6MVR5a3saiqTmqcvZqd3UoL31Ko/YU4KXvRo04q0bpzoyb+Bc75ko8ydkrczTSjPVe7rNvZye79E1SbSYNQtSt1KLvBAc2yzkIqDfGJG3ptB+U4JdTkDaeKw9SkjlmgnMNx9m3ZMpt/3TpzhSFYPx90sfmPc4zXDXvjOFgEfS3EIEskR+0JEtvLJKruqlASwbBY4HD8461j3fjIQ2s0XkurovmmVtSKzGOTLqqh1ZSqKcAlAfUHPHHSwde1CPs6vMoOlzTrUG4QqN3lTcakWlGU2lGV2pSulL4jodak1OUpx2Urcs+Xmi1unF3k0t7q6jd2sjswlkst29ik7QRIyKyiOVFnkB+dVDOWPJX5twDEHapBNUmPmwrZ3HnyQKnmTF1ESqTnBdUVGbbt68hT0xnI5dPEnmW8tzHAnmwpvMFne/ZC6sOXaMLh1CnduwMvg8VlnxG86rco0tuHG11a6SSWSJiSytvHX5SAvAbJJIIBrKtzczc4yfs3Sgp1J0ajhOMLU3OUeWpd8zlGoqcY3s5R5YSb3pSSSTkveTaSUlFrmXNuuVdVy8zk7NX95JdJcRWlsiSBVuUlKx/bPNlDJZyCRHi2+YBsDg+rdeduBWZDa27hfJbzY0WWBwDLGxLBRGFG4ZRgpBdeevzHNYB8QzETR+RCbYbzbQSYE0eV2vJIeVaNlB8tOgY5Jyayv7RWSVHaPUI7eJFVLb7WiStsADYYAFCG4DA4IzkAHjgqylGNVyqVE3KDVR1I1IycY3jFxjXpyjKPNKKUP3fPzVFZnbRSlNRUVKMVJcrjKLTcottS5Zqz5VLW8krR336ae3nSQRTvHDaLazunzu2zySHC7gxYsWDDBYktgYbgAiMkhtrh8Q2sqIQ4UqZIGVWAcs+FJQ8vgON3PI45251lpkBNpLDGhXcr3EZWRRjD4cccYBxw7AvyTiqN9ryPbQxxRMxUrhC6EgAjBKH5CApwx6HHoK8erWnNRThFtzcZ+8pKPNH3pNqpJc85SUnOcmo2tpK8j0aNJLWL1TilFLl5knHVNxS5Uk1ZxWru1y3v1832RCJVFwJC5UpHIxRowMZydxxkDkMOv3ulUXaw220OZrCSWVzEu6RwzscFmdmfBftnn0AHTGm1SBZP9VIk0cKJI6yhlbOGxjPlnGOdigjB5rMk1eJxmRcEZMck848syop2AgDaoAHDHnsSTnHhzqqTjb26lCT0dSDTbjKFnq4Tiue6UlOSiviUVJP0qdCTblanyzjFprSzvFu0owi07reNk2lq9GdA9xcxTiyuViO/emAjsVBVtrz4BzkkFegDFSeAaRBF5ZsplDxRyxbxE22ZDvHzMFG5kYfcZfugHPtyw1q5+SV7qZXbLb3dMy4ViUIChmQ8KTkgJk4OOYE1aQMJoQBc+YDJIWQDBOVTjqsahgvy9ScV5laopSi3GhBvlleFnNVFa1VOXNyO14rlctbOSSjd99Kla3NzOyaaa5otNfC1tLpdtLS9nqeILquY1fcygrGfmkAJQRIARwerEcAHgk8Eg1fi1J8IWDOQ+9vLkBCBeQrhhnkZOR/dPY1xyWbFONyXAEUiMSREkTIg2Rn7oXnjp83QdMW0t52TzVnLMCAmXIY4xuD4J4BA4I+nUivlYVJWbi2le3zst/v8AxXz+kfJK3Mney0ul2Wy/rp6dst/vDfvGIID4U/MpJAKnPYcn6Yx3q1DqcYeMqVJPmRMpY4Kg5LNg5z37dxjrXI20UvMvm7ZZQUdxLuVmHBATOFO0enOMnHWr6wlXypYbCoB2owY8ljtUAntlu3fPFdFOpJP3uZ3tbRaa73fT8DGdOHRRs73vZvdbre6/4a+l+st9Q2qXSTYCT8gcADkAABtx545z361YS82AyNIRI7AoCxILs4JBDcMAjbu+ScYxwOYSCcrGshMDHcUVGJLqTnfwRznKnGcDnB61YZXT99JKGiCrvJBVoCxaMOBg7nJTYDyXZdqhm4rphUlCSkmkno9k5XtZNrW9799b6bM55U4cr3XSPK01fTZPVrTyej7nWJqx3IELErjc6hi4YfeUgEKB6cDHHqRViPV2WXfGJpfOG2WNlKhQvAKn1bk/MSMdRXqvwG/ZW/aH/aMvUg+D3wx1XXdHNzFZal8QfEV9p3gn4T6C1w6IL/VfiB4tudJ8Oy29qZFknjsbu/u5SHtooDLha/ol+C3/AAbv/AwaHBp/7TX7aHi6T4tQaKmvav4S+AemeHNK8CaJpVzE8UV1JqnjW11TV9cit7tvtCart0y1vUjCx2TWxVm9LD0cRK9RU2qfLFtyjUnJqWt1SowqVOROCi6slCF3bm0aPOqzw1H3KlanTk237zjCLtZ8qnUlCLm7WcYuco3XNZar+YW51aC3U3U16FtoEeWdtqosKIGJklc7dsUe0NKzsqooZmdF+Zfr74Q/si/tO/FHSPDvxF8IeHPDXw88L6nd2Oq+BvH/AMXvip8PPg5YeJriGRZ7LVfBcHjnVrXV9ds7eWE3NtqEOl/2ZfeXL9mmuYoRNJ/Qr+zV/wAERf8AgmlZfFhPFOtftm6v+0f4e8FajHeQfB7xbd+AfDlhe6zpBFxMfiDFpK2V9ruhWE4guRpdna2NvPFCW1M3NsXB81/4Kp/8Ee/2cx8I/HX7Zf7Ouv678TfF3gzWLXVvibpepfGCH4xafq3g+NhDqjaPZR293ceCpfB1s0CaRomjJaaHp+j2ps1tLW1jVT6Eq06cVQksRHGvkhCCpToW5lCa5frdGn7TFJp0oUnRdKo5w99StKOEVRq051IVaM6SXNzwcMT7sZJOT+rzquFO3NKUrppa6crjL1b4DeOv+CjP7Kvwt0v4m/tReAP2WbH4T+BdJ1TSdE+Ovw6+G2p/tPfFvxHctGDpmpahdfA201Sz03w06/8AEu1e+1LVLG61EP59xPZs2K4D4qf8HKPgC70q10fwV+zl4t+KenW9k1l4ivPEei+FvhxoN3cQ2pttXsrHTbybxTqBtb19+ywuhbXkClba5C3UMlfgv8Df2sf2lP2d7WKX9nv47/En4ZeELtG1afQvD/iESWQuC6XDXUXhvUhc6VGhlCQgQJBDcqxQwsqYM3xm+ONz+0lqWo+Ptf8AA/w78N/Gt7IXXi3xD4B8NW3gfQfipoCWxludY13wpY3U+kL8VrS6El7q2rWtrYRa1pv2ia8he+iXb42LqUcycPq1DDVcbTpVK9SOIw/sZYmVNOddRSxH1epWk6j5acalKddR/c4Wz5afdSqVcMuXERr08K5qnGeFxFOooxk1GnOpKVOVRU48spStGvGHNyqrDlgqvxV+0Br3wx/aj+I3inxx4I8P+F/gJb+IvE+pa3H8PdL1fVtR0WwF5NJKli9xqtzMbSWwDbfstvb21q07StDEkToo+QvE3wi8W+GLO41PFlqun2shLTaYJ5WWzxxdPEYWEcAHLSFiirg46V9beJPhz4G+IVhNLBawaf4sVftH9t+GjcqM21s81tHqdvcbYiju0avImSzqQnyKuMfwVe3er6df+B9ckli8QeGonsNUSBAf7R0eTJj1ABjtuPtSDaXbKQ7tgIIr5nETqYmvKpUpUqbneEI0aSw9CMKaUYctGLlyNxS3bk7+85Ns+hwtSOHowp06lSpCmuap7eTnVfM1zT9r8Mo3bklGKjZ6KKPj/wAKBre6tdcsr4Ws2jvPf3j3GI4R5EkItbOCVS8l1JqAlaC4ilQwGGR8j5Rj7i+Jvg/wt4u+HPhLx94H0zT9Hi+0Xnh/Uor1Mar4N8TRzpLNo81xDOLnUIJIWeXTVWNY7eCWG5WRxGUPi/iPSofCs9s2maAreDbNylxdw6fBe3geW1vWlubcTOWkt7cyLau8ocPG0bkC6SKvSLTV9J0Hw9dW9hd2PiTSNWRLXxtaR3kUdrHd6RDaR6P48tpg3n21wUCC9g4n+3h4JmMCMBwez5aqbp87SVknyyUW4t+81azas1eztfdXfbUqc8I1IyaSdlZXjbS/MnrdtXVr3jHW1rL7K/Y08c+JtI1TQ/BGg2v9s6jqccktp4We7tdOn1y6VIp9RbwtePIfseqT7kiOmXpSx1W9TyrPN5LHGf3R+DPxOg8UadexaZcX1y+jmTTda0a9hubLxN4cv0aSK4sdb026MWoWN9EMv9nMPlCJkyW4r+Wnw5cafAi3uh3FxZm0urO5tNat49t1dajbN9qS5t5op1kDW86LKkkTKsVykciOrqrj+k3/AIJ4/Gf4Qft/w6T8B/2qde1PwP8Atq+Hba7PwQ/aH8G+T4d8XfE7wxaRGePwT43aG3h0Hxd4r0GAO1smsWxk8R6eixWc4v7JHf8AMeLuD631mtnOTqhRjVtWzDDKMKUamIl/ExHNGNoVK9oTqTmpqrWjJzdGVSVaf6p4f8Y4OhCnw/nc6nsak2sBi2oVlSlKWlCpBqFSybXspU60VCEZr2OJlKmqf1dqmrprcclreNuEjEXE12sqT/2bGCJbaF0MTwTcFTcQ7JhGTGzlHIPmvjTwD4S1HSLrVtJ8OWFxPbWss9tfea8sOmtCo+zfZbeKaPzL5WLfZYQhiYowAHJb3/x/8APi/wDBpr278aRWfirwzp8og0v4jeGbW/ubWWK7mEKReJ9KtVudT8P3GMCaW8sprYy7v+JjtcEYsegw3q2d0sun3cG2O5MunTQanYsylo4gotnMcTxMWeSK4xNG+crkHH59KWYU5zo16L5oN8tKajzOMvcjNNuScJSVZxqJuU9JKSurfrNXLsJUg6tCcakZx5faQbUHyqLkubljaUU6anTfLOEvdq04yTR+b138KtaupP7XvDqVhos5vfKg1GO8urtbWxYIHg0aGMTNBcySSwXENzMySJMx27Y1rxTxd4eutGu7vSvEGlJpGi/vBcJqEFnAbQTSveQ3xsxOILLR/Mi+wWtvHIdQnuXZ3VYyqD9pdZ8EvNaySlJmuHDQqVjiW0KXCjzoZDAPNla6VVIuklWWIbkGOp+UtQ+B/iLW/EmneIbVPDxubGTWLm2t2tRdWccbrLZafC2najK9rcSWVyftsU1xL58X3PLByK9zC55i8BKDrQliYRhFRhFSuqcFFPlpxdlUi7ONSPvpJwtKUrr47F8JYfHRcaahCTnepUmouUpcydpS1k6duaLi92001bX8pL+/1Fh4X8O6bbzvb3Ou3ri1t4YVmuJ5EkuLS7ubeKKe4CWFlBbtHEwT7JFJMfLZZ91YUHhXVtR8SRSzaNeatc+Hbyc3UrQTW1realc2cWNMt2kbyrc6dociPJbuQbYXNu8waa4SNPuzxd8CPiR4fubOPwr4XudR1S4hnWbXXu/D+laRaX908RuJI7qyeC5twHRJLyzns57lY4kgEpQBToeFv2fH8EwrY65qVnPrDQ/2hqKeHNSvksNL1m7nS8C63eXklxcatJHdCO+eSCK2AkSKGNmUIB71PjLDUMK5tRoVIylD2Lp16sqlWq/aVPaOdGm6cXGXMnVabqOU4KrR5pR+bfh/j62JWHjRr1IRcZSxHu0qUaMLQ91yVqlSU25S5HLlgoKTjN8p5x8GfgvPFrcmjSXOmRR6Zqccer34lurjTp5gi6nq2oWsVxCGkstOEMemaTp90yQz3U5ulEjWsaV9z6x408L+C/DF7q15qmn6T4W8O6Vf6nqvifxDcCPybDmO81jVJyIyI0hRkEQQvLcSRusLSuDXn8t/4f8ADento2iWs8sQX7ReXc08sxutQV0mur0SOQ/l/aFWSGF8gDLAA8j8Rv8Agpx8dtc1dPC/wgsNQkstM1prvxZ4ksoZHhR9HsJGg0S2uJAyo6T3KXl1JbyAoZoLcFSdteDSzXG8UZrhctp1Yr20nOc6acYUqFGlS+t15J253BOLpJNSqTqKL5Umz6iplGD4LyfE5lVoS9vFezhCTXtZ16rl9Ww6cbO9oP2laV2owvbmevj/AO2D+2Fr37YXibXvhx8Po9bsfhT4ahmvfD2m/wDHpe+OtZ0sypFr2vxFvPnj2l/7E0WaZorCAb5zLPlh+dGna4+gJcmOQ3N5KQsliFH2DETK/nTxyY+0TQOpiWF/lhYGR1chCNjwF46uvAmpand6VHdiPVNPm02/uLf95cR6NKMXhikwzWckzlZPtcZR7cN5aNlgKp6hbaVqD6heaXdWc+oareyxwaLNDcQHTrTzYpYjDfXCL9svLlY/LMaETqSyrncQf2jL8uwuVYSlhMInClQVpVJyc62JrS5fa161SSXPVq8q5nFKKjGMYRjCMYx/Eswx2JzTGVsVi5e0qVpuellTppyio0qUNeSmm7qO7blN80nObxdX1nUPEMzXV48VtbNIGlWNCIA6qqnfGM/aJgiqfmIXJLbdxJr9qv8Agin+07afCr47eJfh7rKeHJrD4jaBaab4P1PxTpNpf6D4R8R6bdzTWniHWIrljKyBGlgheMi6hmlheIqY0x+OfirSLPQbCKyjW+LSWtkhknEccD61ajdqkkUbqsyWuySKBWcbndMk4IA/QT9i74SeLx4h+Ft/b+DpNTh8Y6zLqOtabdJplnqOt+FLIiaaDR7rUbi1uLea2+yRzxxLPbvrU9wmlpKGmBHp4bBV8zrUaND2iqwq050KtOXs50KtOcZU6sZq/I4vmu7NcjmpaN38jGYmhhcLVlP2cqc4ypOE4uVOrFxcpRlG15xvBe7ZuU1FpSaR/Tt+2V+xF8W/2ndDm+Ofh/4+/AiD4eaFbajq/iTR9Mtp3tLbW7PQ47O6axj0mya4lvvGfiWRvtE2qG8u9JWZ5ZCsKlU/Ar4p/A74s/BPw74J8Sa+NA1PwR48sBceG/Fngu+urzTLyS2lntr/AE+6sNbisPEWny2r27iPUZ9LOlah5Ttp1xcwvHK32d4r/as1v4feKrXxn8Ivjr8WvBHiAx3Gk6d8F9GaWy0/ww3hXdB4a1n4heDtV07/AIRC80LULa4utMTSk1O58Wre2MtprEdyAl6358fGnxp8Q/jP8Stf+KvxLe0vPG/j37KmuahoWjW3hqxMNknkWYsdEs5ZbPRysMcbT2umtFZJdtLJbRxxSAH+rOH8BnWFoYajj6+Gq4eWHoyoQjgY4RyqxhPn56EGqftoxcqlXE3mq8VTtByk5n8/5visqqTqyo06sqym7zWIlUUaTldTUnTcpQkrQjh24TjdLnShyHnkOv3ksZN6CdQZ0eKeMs1qBGyuuHH71fNRdjKG+8xGMVYh1yQzwTKZwYbie6vrSR1e0vvMAWKFi481IU3OR5bqxbBZsYrNj0m7tPLVIWaH7UsXlgkFYkJkeYAc5ZQyF8ZLEc9arRabrCrfXd7Zq0M144sjAzfubJFAjEu08SNk7sDqoLDjFfTvD1nGTjBcvOuSPMlFymo01CMU2nZKb5E7wcXNSbPn/b0dX7S942aaTfKnzN6qXTre7W+yvqyaldQTD7NLHDGrSyz+aS5USEuLeIAhPLwfKQY3FSpznJLrbxAHzNMt4k+8OsC7Y4JIo+iyxPwY0BAAB3HgEgAk4Fzo+oSqJDFd7JWS4jSdHMLRxMqs0ZZcFQVALDhWx6Yrbl0y+lh+2PC0UalIY1AEsjlwQ4RT1G5TvcAheCSOKwxGGq8i5qak22uaF6bhJtXUpWblzSbi2/g5Uo3bbdQr0dLVGtm7K+qS1u3aLt1+1102gvr86k5aB5LZJGV3jiJhiDIysFCEAAcDlQPvEU661NGjczRiGVJTNG9oTIjyE5AmMu5o4yeWKFGGMg5pDYXwt3kMTrESImLEYUjHznkiM446hu2OabJpdzb6cqtBIGkcAtIz/vYyRhnIBDo64PJ27ST2yfOnSxKUYqLUYT5IJVfeTkouXvNe87RSfOm2krWR2QrYRtOTaV1KV492mtFayv7y5Wkr3d9hYbyR7hczyAiPdESx+QtjkK2VJb7oUjpyQcUTXpmlMcgLxq3LqoLyHALlmY7cdCFVcA4HFV5bS8tZFMtuIXdEWLflgx4YKBjg7B8uAc88cU5bW42gSQTiKQSBhK5icSAhSYVOCN2SUb+JcHnjPn16ONvzxVtOWGsbrR3kmrXdlZv3krPS6076dXBpKLdlpKVk7N2ja6fq73Xa2g57wGMTxXlys0sW2WNUQbYVIxEMoCFIAIJyc/pHJqasVhh8sxCNCsgJ80ttYEtzsJGM9MfeyOgqs1mnm+VbLqRnYBNhE+x1C52yeaNzLgErj+IA0i2CLIiBFV1kCsgVlYeqlR8qgH/noOuT0zjyq2GxVuapCpJL3oq3LJR5Y2uotOUE42hd8vLzXTalf0IVsLdJTctWla1rt9G78um6W7SWg6S6ulWItdy7CQpkIVmlj3g+XJt4AB6HAJwc96fPdSMxdZXkDCXBzggqQMjGPfoeOB0zT7q3nRRB5SxfMPKO1UmaLO5nlZAAx5+XsFKjAzULabKjMsryxoMNkKQoRmHk7cEgFzxI3TJGTyM/PYmnipWcorRNxtFSdm4qPuqPKpdktbprRo9nD1sOttG0lJydloved923d2urJX2uMhuJZXUuxdliAXcM/LknGCMcsSTxwefWlmnQMWXYkkYI3IMsduOCjZXB6BQMZxyOzWt3spJbaa4W2nGJDG0PmyCBl3K2SD5bnghM88MBzSPpsklvHNE0krvMWAXcryKzbl3jIKk9VGAAe/GT42IoYh2k21CcoKElGag1dOTu6UISTWnutrWz0Vz06VXDaK0eZJuz5b6WTvaUno7b9u9rxT3s3yRKxkx8zPJGqOQwwBlB/COADkDrjJ4oy3jKmwuGUHMcbKpDMfvhjjP3uwII54q61rKi7niZAwJWSRi4YZGcEnIIbIJx7AYxVZ7H9zDcMFk8x2XkhVj2kAdM7Se7A9+9eRUw9aMYxUb62Ti0lKe94tfC7Xd1a3V9T0IVqcpN8yu7WTva3uq1rpt6LSzbtrsUproly+7cwUlI84RCF5285Gccgk45yQetV7p0ngJEm4lWCqykliyk7WIGzHb19yCBZls3CNtiO7aduQTncMHP0Gewxgn3qvHaAug6shDPuPBXcp4yDuCcj0XdjjNeTXVWC97e9r63Vmu1lZtW82ddKVNu7XVtdrNK6Sve9unbXRbYYs442Z9uNqwbFUZJj2ISo52nBwx5xgH6VYitYi6svl7/AN4V3AfLuwQOFOSSOp4z3o80eWqnBCLDlmGTkomeeMknAHp+RqZHiAZFUgthlYnoR/dPQDtjvkcHgV5lFJxldL4tVbTRK147dOqPRknZXbWkbOLs12s9Hv8AP1AQMDHviUmSYfdUDHbJxtUEgA8d8d81pfYQo/1eARtQk7QTjPLcgfKGIJwpIwSNwzFFckqEfCiPc6s4+8eh2nJxkY56g8kenq3wR+E3jn48/FrwJ8GPAMUM/iLx7rsOlw3t+yW2maBotqv9o+KfFut3U7xWlnoHg/w/Bf65ql3f3FrZ+VZCGW5iM6muujTdWUIL2cJNqynNRi02lH3pNQW+quknvZ2RzVZcqsvaSTVmopuV3a6svecmtt+Z33b15Twl4Q8SeN/E/h7wT4J8L63418b+JbwWPhzwr4ctGvda1WWTq0VmAGtrO2BEuoand+TpunW7x3N5dRRsxT9h/wBlL9nT9n/4J61p138RPCeq/tsftrf2ZdeJfAH7NnwmsH8SfAH4L3JvZrPRvGHxc+KQ09fAnifXvDl1ZLqOuWs+tX3hzwxc2VxBZrrOsNbRW/m+hftf+Df2S/BHxB+FP7FXgbwFNr1+J/A3iH9svxjpVxrfjX4qTabqkyT+K/hnaTTNbeEfC2r2kc+ox6feCexg0i60+0u7S6bfPL8ReOv2ov2h/iBpkWgeKfjH4wfQ0uNQ1K58L6BeWngrwz9rvJ0mjsk0vwdaaNbPZxyIl2LGQmwbc8jQbri4aX1KVfKMucni51MTiVThOlHDRhenOcVKlKVSomqVpO01BOTUUr7qXlzp5rjFKGGpxw1Byq0ZVMRUblJQlGLcYQT9qnZOz5YXtZOUOY9h/au+Ltl478aRp8WfDPxF8MyQpfjV/D2reJfEbfDe48Rf2nPBcJ4G8MWH2rwx4W8LWN9avbabrTQX2o60BLcTSJiNk+XbrxL4ytbg3LeK/F8Vyu1NAm8P+PfF13aahpUm0RJcSvqq4tYYIWgRb+7uXhLs6woMIuGdev5itpc3+o2dy7S3MdzvU2T3Em0lkC8Qwkj5I23Is8ksiLvdmqr51wpee8knmmjRhBp8zhIPLjLGSe3jQCORndy824HexG7px5OaZzi8diVVoTq4WkrqCVepHETpwjThGOJq4f6vTq+yUPcj7GycptXlKcp+jgMnw2GoxjXjSxNWz55VaNOdPmb5pulGqqk4KUnd6q8knpexuxhtW1garf3mrX+uXttuuLs6veIz3HkJbXUq30Uwv7+dI1KXL3ksryoAjSGIso/Wn9hb/gofD8DfCGp/st/HbQdK1X9lfxZpet+GNS13wRoTab8Ufh3e+KYri1l8e/aNDWG78Zx2k86pqWkXzTSvYmR4WfDxt+UUWgWN7ZWkxvIYcTQQx20LTi4hd43keZPs+MLKBtdQwUsQT0wb1tEbBnltri6vNOMvlpHIV+12cpJVLiPcRLIu4SBy+SmRggk15VDNMdh6vNHEVJKpNTqKrKpUc5Jwak5yjPka5I2anGT21vZ71ctwmJpx/dQhKCtTnSjGLjZbWVuaFpO8JxlDVO0ZJSWv4u8N2OgeIfEOheFfFcHjjw/pF5qEfh3X9Bt3sbTxDoEbvJpeqNY3eLrT5ZLJIpJ9OlUTWt0JI9mFxXKxRyyWguortba5hnFzbNJFHBdupMRnt7mZVVpBLGs8bSKNwjkI2ncwrXfRYpbh20+e4tZ57ZBDGsirGbsDynaQgj/WwcSFmI3OTkc1kuby0lEFx5cchmdPLAiubc24+UsHUsu4OhAbdn5gADWVStz4h1aMPYx9sqlGmpyn7GUanPDknL3vd0jrurp3TN6NHlw8KdSTq3gqdSckrVLRaleK0Taa0WjtfRts5q7vL9dRupRcwT2GpBbgrdW8TNaTNKxltdOuI1W6jjEoKLIqFjEQkihVrjvE1rJpWs6T4zRJdOeS5k0fWTb7IENkUDRo00fmSzRSfcYPCY0J+/jBPo98lhdKXhjjZZ45THbRiVWtbqIgq+Fjk2I+CztuG4HBUAZLNXig1jwhcWzpaIZ9ptc+VPMsdq3lTDfGPtMED7QUVyPOAyVB4rJqpeNrSsndybi+ZNNPWN5XjdNpcrbWtzpg0rJJ6qK20UUkrJbLXl000Xe4llHYaiL/AMmz0nEdra+KoZtVkZGOnyulrd2rHcFfZqMkMcVtDC8sruNyhCTVb/hVXhfXYZdTn0RNNvczNc3miajb27iSYNbSwatpUsYjuYZV3CR4shcb8+YpIpaRDdQaFouqW8jTS6LLcW99HiNJNSsLsMJoGMquYjbyIlwqYEibA0JMhArv9JWa81NlN05M1ujWVrFEtnCkbQgi2cXcbSm1y7MDO2+VmZyACBRG03FuHvJO8eZ2ldxSd9GuVXkopWcvW45OcXKPOoJW6203091q91y6Wei1SaZ5bH4BsvCcYa3crpQhW30u1ZzcNZedIr3EoljIkiWIAxNbhWR3kQoSOB1vh3UPEHhDV9H8TeHtT1DQPEOjX1nqmheIdKuLiz1TTrm2mW6tbuwuIZPNhvrSaCOeCUsqW8gBKuHdD63qlrZSILS9gae9a3t1FxBDEsDy3C7I4Yx5gxOgzJuQHzpET+Hpjz2DvYvb21nC9wouGt53aNpYCsB88OqZ3yzRRy7kcnynVSMZ+bRRoVouMVGpGaSlSkrpvljzWVRR54Ne/FtNOLVk37qz9tPmjeV5rebbja+yi4X5Wm7aa3003P7Lv+Ca37feiftq/Cj+x/iMLCz/AGmPh/p8p8cWOmSQ20fj7wrayR2tj8SdGtVC263V0JFtvGOm2h2abrDfbFto7G6Tb9D/ABP+Dvwy8U30eoXHhr/hHdVt8tHqXhWSHQbu6YxuZYtXWwjjs9RG4iVYbu1dXlLSltxIr+JT9nX4tfEH9m74m/D340/D+9ns/E3gPUYLyO1efFnrGjO8h1fw3q0Mbx/adL17SJWgvYJVmeVUjkXLwxLX95H7M3xy+E37X3wJ8M/Gz4bTQtoviCObSvEPh6eOObUvA/jWxgR/EPg7WSULGbTZZYn0u+A8vUtJntLyFj5rqn5ln2Sxw9af7uMsJWnKVNTjCbpTVpSpSjbmpuN06bk+Zxcea09D9w4K4tljKEcJiKs45hhYKPPGtNSxNG0bVLxUYTlFtxqJrlsrpK0m/ge50DXfCt7DbXdpLqOjI7Q2dxe7EnFvID+9uvISO3EyghY3RI0YA5AJJPO6jZ28U/mmGy8i4jYXg8iPelxG+YpVlj2skYT9y4cFWQb3ZnyT9xfFHwtezmWK002KWxhIjSHygsMsIUbVll87KBG3SAHB3HGMcV8VeKtG1bRBeXNxaM1plAHsUyyL5nlLC24sX8wjgLntgkV8RivZ4fmhKNSUFJJPl5Ywko7NcrUotK2jbvdW2a/U8Ph5Yqca1KVOE5JJxg7ym243vdtqT30snK7VtTmtZ1PTLuzaxmsoJ4Y5VljlkkEnlXAPmCZWEZyvH3AOepzivC/E2m6nfpPb6DZqY5Y3IYxxhWMb78NN5W5wGDAb+cnA4wa9Ctbaa81OQQR3d9FJJJtQxPbqxiwjLngMRIQhxz3OSDnv7DwhfW9rdSywok1xCsht45EWe3tjIVkRHkYBpdv8WNynAwa8mpUji6crRsuVqU6SipcsVs2r9naNnK2jt09ejho4WaXNaTkrxldpttNt3ejT92SfLHTV3at8ESfDXxpf/aZZbGDTbKTzlv8AUdRlhYLAJEWbyYYyCXjHQ5U5IPIzX8oH7bXjmz8V/tG/Ee2026e60Xw9qEnhO0uGBUz2+hKYrr5i7oETUTdqghIVt4LAkcf1tftqfGCL4aeBNT0/wvJu1WTTp4Y42lZ2k1C4j+yWccIz+9V7iZGkfhWlUM3Ar+L3xd4UvU+LviXw5qS3N5dWni7UrfUzPMpuJpn1BptQaa9bMDM1xLIrFiHOO5FfVeHOWU45lj8X7WdR0MN9Xpe05bylUqw9rOk4Qgoxp2VKro3Oc1z/AMODPzbxbzTmwuV4FRjT56k8ZVUFa0VGVOiq15Sk51P3k6a1jyQdndtDdF0bUPC/h6x8c3wgvNJuNVsNPv8Aw2SRJrGh3Kyzn7ZPErPDbTNavbxDcvlzAOCSK56+uLHxV4rv18L6E2hW+qao9xo+iWN292umWqK7xWQub0iedkkPmCeWRW38A/dr7e0Hwzo/iHTrbwNNDsttWtZNJjVlx5Eun3Et7ayhhgSQq0rRxyBgrO5TO01498QdLtPhvpDNH8OtITUI7mbSbfxQokNqDLHuWe5iRzNbanEUzEXURNL8sRYHNftDpTVLm/5dxk4zlyXVNpQduflt79/dTabs0l2/AaeIU6soWbk2vZx0SlBcr5mk+b3W9ZJNJSindtI9V/Y3/ZG+MX7X/j7TNP8ABvwn8R/FDQPBButQ8dS6JbX0sENv50ZsR4/10zxroWka3PssRcPcW7Lp9veXEQ22xc/tbpevfsG/C/VtR8AftB/tw/DH4cXsY0W31Lwd+zd8N/Fvxx8Q+G9U0RpYrZNc+JjNH4R8NeJdBnBebTdEvNWmsGtoZLuaJ1ZT5L/wRs/4KEaV/wAE+vhv8XtE+INsnh/U/j3428M3nw+8W65pt1deErLxT4S0iRoPDHxQudEB8R6R4b8S6fqLpa6zZWeo22iyGSa8sniGX0v+CvHxG/ZQ/br8QeBviX8LPhH8Ofhx8dPCGmeIIfj54s+AniXSvEnwj1bRLm503/hFvEGva7pnh3w9Dq/inU7ue9tdKiv9Mt9UkUyWdw907K1fd5Nh3luXPF4XDYPEYuWFq4mVadbDyxFGlD2dTklRqSUoNJrldJVpRhze1ov2kJHyeYYilmGPlhcdVxuHwUKkcPQp0KMvq+KrzlKDqymouFWlSfxRqunGV3KEpOE4n6Dz/Bj/AIJA/EHR3Hhr/gpN4Y1Pxx8S9Gn0fwpf/tB+D5op4/Et88NhpPjOeHwJL4Y1b7el9eMLFvFL3ul39zcrPPp195QU/np+0B+xH8Uf2YPHlr4W+LHhdodMns4pvBHxF0rVm1z4Y/FDRYIybfxB4Q8SylZLm5urGOK6vtHvY7XUrCQvai2MUJevxD8IaQfD/iafTLKa8ggju3gSWUPHdSyaYUe2v7abZFJBKTDFIjh2nsWwLMpKVNf32/8ABLb4+/Dn/gp/+zLoP7P37Tmj+BvHvxD+Dup2ieK/hv4wtlMnijwboMttceAvip4OSNbe6j1LTZTDomsBJUXUDBPDqETrOzv9Lw/4jY/B167xDlVwMI0o1qMqlKWIhRjGd6uG9lhcJGXI26ap11Vgo1PelC0Jx+czrg/C1aeGp4eFOnip8/JXpU3So1MQ6sFTo4mnKtXa9pB88KlNKrenNNVOX2cv5YtA8H2+po02j6dqPirULKNnnh8P6BqWuTQS3DmGKxki0WyvpYZ38wBY5lV2Bw6JGXkX6D0D9iD9pnxN4duvGel/srfHC/8ACFjaNqN7rK/DbV7awstNKuXu/ss0lreqoKkPHbWs9wyKsrQ7BuH9g/7Smtfs8fsMaJpHxM8XfH2z/Z6+D3gKSCKz+FHwy+Gfhfwxc/EPXZY3XTfD2r3+l6DeeJfEl3fTNDFZadaXWn2MYUy6lcpbJJIv5L/t5f8ABW/xBpkX7Peo/APWfHXg74j2zeEPGfjax8Q6pY3/AIb0/wAL/FPwhca7pPgXxVo+kX8sEnifRrOXR9bYQYhmljuNJS+AF0G+lqcf47FxVXA4WjQo1Y87xOMr4q0KcIe5CnSeGwU3NSdo1KDxMKfPBXrJTcvm3wnh8LKVPF1K9WsqkKUKWFjhY81R8vOnUjicevdi3UjGoqDkoSc1RUtP5ybfwZZJbhAgvHSW5niFxLMkFt9ku5omtri1lUalFEPnS6t3t1lilVoXUGIsKU/gTTojIbsSy3CRPciO2mdItPLMpSGCM8vbncBIJMMRgqDzj9wfiF4G+Dn/AAUY+EKftM/sjaNouhfthvO+rfHX9kzQ9bt9Pl8bajpaPpvivXvhzoepS6dCvi17ZT4qt9O0eRdJ1/T53geVNQxM/wCO+patp+ieINb0PxHDqWm67pN/JoGt6NqdjLpmp6Nr1pO8V3pOq2lwkM+nXFrKhimtruMSMVEkLTQkTN9jlXEUs2pPEUeedWK9pXoU5Qq4uMpTpuMYeyvB4b2fMliKXLSxEYu05L20I/O4/Knl81Smouk5SjSrOMoUaipu03ab54V4tLnw1X97RlKOjThUnwEvgbfFMiwaa7W8YmvLe6LwSs8qBo5UZcxmNEK7w2H9iDzBF4OuTZ2sEKQKs8cULwK8kkkxIAa4tDIu1rVwd0Y3K3l7cjPTr5tf0gG9MkssWoSRTiKQo06ytHGiokZjDRsvlFQPO2R7uSehrlZtfisrqFLySa1adFt7ZBNHeeajW4aIXCW7FbZm6uAV2/dGK9H2+JrQko2548tSEKtOK9peknP2TTbqRhK1p04uUI35kviONQpK2iUb8vMmm4xurc+nutq91KSTburq5k3vhiCK+LRbLmezmSSK2mIlhYN8kclw0YJjjlUtJFCf3qgEsAMVkXOjW1vFNf3May+XcXU00SvGrQlcSGOPfgCPjbGTzj7wrpn8RpfSxxi4R7l0ilZvkUGNUZA84UDbLGvyRwsSVjIbcaoy6vFFBc2kslrMhnkvpi0aMGtyuGBlJLCQAfJCBh/XFc08TOmqSnTjObjSUoOa53Qd1OMZez91e0k+S/LPmn8TbclpGmp3cXOEbNqybineCg7N2d1y82trJ2V0ZotFjWENLHK8eyRZrjhWWbgIWCDeyq4HHAIyBjg8/qumj7asUsSCSSdFhlhUpGwlBLE7hltm0BiM9QD3rTGtW9m/2i8KMxh3x2oMbeUv3I3SIA7crjIGcDPPeue1DV1vUW/ju40aOdtsUkOHYlHICHdhSNvJAPJH4+VOqlWlJxhCk4umq8YRUZVKl3HlVOGkYzvGTcVFwk0muXTuhSkoxteUo2moOTu1FwSd5N3bi29LyUk203vZk0aVFuppYo5ktFDI4U7ZUj5ZQScn7pDcjjnisJV/tONpY4orcysY0hXAja3LBldXkwqlAgzvYc+9OkuEjit45tQkjt7g+d5Uru0geTlw8u7JQsxIUjCqQv1mk1GKBFtra4tJbVisZZ7dZAi9oyScEEgEYGAMdMV5FapSivdVKpVc/wB1JQnSpxglFThdxnGUpSV1HpZ8j109SjSqtrm5uVwTlZqUm3s5Xd1otLK3ddRnkRT3shfyCZHQxJKubqUpH5KkkbkEZK4+ZgCQSBtGTUFuv2l0mX7O0kjRFCAVUBmU7CncDhWHy5zjqSXXF1ZyNFm5QOrqpmhVYpWUchWaPqo6AEZx3PFSHUglxJatJbuxhLoTEvyxsDsfzt25pQOSow27PQivBxNejGKiop2p25U7OCpuEL06ji4zVtZJxvv7ybPVo06rbk3LWS7yu3d6xTTi99U2k2UrmytGjMSodkPyxyEBgdx+6Qzeozuwc9M9cRJCsUN1DLFHLGqqYgiAckfN6Ak8dc89elMe9tw+0SkpIQoAXpKvzHrjjg49f0ps2oCNG+YFuCBswZMkkBV5II9cjpnOOR4mJrR5eVJSTSau7NyjKElKMrNpJrlkla1+XVPX1qFKtzwbutdbX91Ndtlo9HfpsUrmIBsYjIKbkKZBYNhcKcDG3IJBwNoIBOeedlCrIUUjrtZ9xaRC7AKUJQqFOCXU8EAelaF7dq5DRy/w4IUL8qhgWCgkBTx8xJ6DAHasOa5t/MQlJArsvzMy/PsbGQFbtnBJ65POOnzmKqqTi0m3a3K4py5k7tNX7O6XX7j3qFObinblu73eis1FJt2er3a1tzWWzPMRqrRlJSkkT+VbxvG+2QBnjXavybgSVBKkZUYBzV+O9Y4Lbk3sgSMMpbJyScFucjqQeBgEAkGuZQAsAeYJEt5SJMo7bIQhGAQeAd4bPbAHNasKRYUxrthKOY8jMhfILOsu9igXoV2kPkHIKgV8xFtrXvb8v8z6FwV9HZ2ikt1vrfTqtE9N9jfS8iLszvMgKOGYBZCVRMOFjP3mwDtUY3kADOa/Rn9jjRfD3hP4S/Hr9oPxHp/jCa+g0q7+CHgt9D1ObS9GNh4ks7a9+KemyXy/v9avde0OWx0C8t1QW1j4YvtVmWY31zBAfzOeaSOzNzD5cptYZpxE0ZV7lkyIrWLLEvLcMNijuxGODx+m/wASf2nY/wBnT4T/AAT/AGa/h54a0jWPFnww8Fafqvxg8Sa3p8OtR6N8UfiKH8UeM9E05HWPR9S1jS4rvTtMGqSLNLYaRY2enqjsHZftuEKWFhWxucZtWjRyzKcK4qVWEp82PxkoUsFClCMJuU4qM5cnJNyU4Tt7OFRP5riJ4udChgsvg6mMxld3VOpGm1haEXOtOc+a9KDfKlUly3qLli/aKy+SfF+u33irULi7vNNtNHsUjubTSdE0/TG0DTtM0MApbWWmaYixNFBJD5MdvPeIk00CK8mGbaOLZXS1YXcMsTBGiSTh1glJLEbgXLLLHgzO+dmSuR0qa78SyeLbrUNcbV7mSa+vHup5ZYlYF5PmaN4ASI4ELBIkiAjjKnauOBympf22LeNbfxbqOnSCSYCW2sbKdDGZCS0vnn94sq4G+QJgfeBbgfD5hXlicTiK8qk6jr4ipVc5qMZSvU5otxikk5KytpZOzSZ9FhKKpYehS5I01CnTTgqkqqUlCEXFVHHnqtarnlGLnK8ndtI1T4itBMLO4iWOOOPzZZo4v9IQpxuQ5PnKRz5aKcZ3DnOegga5un/tFYZZGsEzbSySCAy2zDbMmPvNIUJLDywQcYy2K8m1DxR410iJ59X0jw/4/wBBjkVJdQ0mEaJ4rjgcFJGCwgrcmJcny0V1Zxu4GTXceBfEnhfxZC48Na4bq8hTzp9D1SHydVs41cRyILdiXuSmSWkiDE4zt6Gub2kukW7NL3YuTV2knZNu12rtLRXbtHU6nR5UpKL5V7zkndRSSfvfy221t5JXPV/DeqOzxW96kslo8i2pmkVYJWgeMuY2kwBuZAVVlGQSCdpJxsanpX2eeW80yWVbLZGvlXBWWWVfMJee1K/vETC7JMoCxQMPlPPBP9pWSexaQuk0wuI2uAY0jiY4R4uV8uSKULH5ecsGJJHSu4n1aG6/sqYW08Vutn9k1SO2ybi3eRTBDMrBm8xN48yQYQgMAW4JrP2b+Nyu9bqP8OF9OWKd3ZWurtvVu72XK5SVlGMVF25rtR673et1deVum95LbWofJEE6PdS2xhkubSZ45fLRUjXcjIFILYyq5LHJBU9DJr6abqVtK1vB5cn2YkSRyxIrFjmOBSqr+9Ubt0fEhIOcHpxkUMFrerbyEyiWSSK5Co63DLAygySythRlDuBVj90qDnmuo037Df6w2n2U1zLEYp1sbIxwQNAYLO4uJJop55FhBliieYmUhiyJGjGRlVto1IO6UndRhF8qej0StdO7T1drpb6JENXavZxbu3a9lpr3tZW67ab6cTZWkEYu2CuNzRsZZF8swSrtUF33FthZSNm3kZJHOTo28MEsUwnlhSa4uGt5S1u0k0u9yHBu4yp+xOxJVEjBCEYJxmq0M8FlcedLBCxMUJInZpbaSWVcSyXSNIkkmwbdoKIVJyQpGDqWji3urWZYIZYbtWMaGQrHugYee8W+MsFVsmNQrsRgDOecU5uMmvae1UdJc0LcnNHTVX5Yt3tvq7N7GllbVXTS26Jpa/NaLzdrW0IPDVqqT6nobLNNAZ55JUVSWAYlUKyO/wC7RMgq4y/RRkVh2WpXFjqdtYwwX1vNYXsltdj7U97d3G793G4eRVitjyFSLe8jDnYcZHS66t1b3kd9axyyQzyYlmAit2ihmmQDzMnzYJMA7ZESRkQmQpjrU8S2rf21FfWlrfXdrq8EckVpFewzQ2eoAM0E8uoYS4uRbRxM0cogRpi+wpGQN1qElLlTg3eySTi23rzNydrt3b2euysxxkpRlKV9XzK9nZp8tmknK2iaa25nr29O0e5stSnDXMV5Ne29qgnnRws9v5pItknKBkDq2GygLhQycZIrrZLG+tLizS10lJ4dwmn/AHiRJNtRvMVpJQJGe4DEsrhWYJ8q4NeO6Jrup6Rqa6XqDQOLrymuL+1BYwT+WZUV7lF8m4AiDjapLK+V2luK6fUNd+16QbvxLLqWiaLc2ElzbRxsqXOplGEkFq88Exurme7WGUfZbZrc20bK1w2JEWtU3VbvTa5Lxg/aU0r8qTnNNTkoqL92KiqilFO+qRhy25dbKWqcoy1s46cyai3tdb2u7WZY1/VJfP8A7J0aK3uJbq2kuBougNBNdsIJCJ45b90Jt47ZCWliX9+nzlQqAEfRH7IH/BUJf+Ce/wC0R4X0nQ/F7+M/hR4k1PRNM/aM8N6GZZ/Bdn4Ths2VYvD9nOCbzx74UvbmOe113TJcm2jk0W7lvIypg4D4EWfhb4jXS6fYaCukXlgt7axWoayildrplCSXc0QE9/vtyd9tK0MSvhHAfdOflD46fsbp4O+N3haTWb6Hwx8KPiZrK2t34ntVglsdB1K4txfto2/iz0qfULnbY2v29kjiuWZppiGjc41sLUxsPYTwcJQrRSvKcW1GVVxU4VKk4qNaEY8zqzhHlbvzOnJnTluZ0sHmMJ/WKmHr4P8AfU2k1zyhHmrQS5eZxlBWVFP9/f2a5nJRf+kJ4a8b/Dr48/DDw78XPg74n0b4hfDrxjYRajpfiPw5ew3FrtcB0tdXtYXe40fVbeST7Nd6dexx3Ed1G67SoAHgnivwpYanHPIZCE2bZH4YrI8rYDEbVDE5Cl1JySevFfw3fCH9qP4pf8EzfGXhb4tfsefEzxqnh6//ALL8I/GP4K/FO5tPEXgvxBqd2k016smk6ZcJpxt7m0EFza3cS22taLfu6wX80Kbpf7n/ANin9oz4Jf8ABQj4GaT8X/hfNo0Ou6dFYWPxX+FsdxH/AMJH8KfF01usk+naiiiCe/0jU8m+0LWWhMF5ZyKpaO4hnRfzLOcirYRpVYSnTlG0laL9lU91TozcKk05U3eLq05VaM179Oo1qfv3CnGVHMoQhWmsNjGouMHeEarTanyKV1GSaj+6bbTbinJJHjTeB9H0wLNZvDA1kJHuojM0boV/eKcMSrRxrksEAZ5CMFiMV4h4+8c6H4K0zXNX1a6WO4kt5F060iCTMtvsZooVQOZWklUM5YqAvQHOBX6TeNfg3oX2W4v10uW4ullYttu5FWVkbb86/dCKp+ZBvI2ngjp+cPxx+C1p4gS6WaOZ3edn+zxyiK3QQs/lLJOI0vJoCjbDBEq8LgNXxeY4WtSoXw1KiqkYuVNJSceflSjKSlFJ2ta0Xd9E1ZP9TyyrRxFZQxFWrJTnCFV2hGbhzxlKnGVJtuMnpKTUHy2irSZ+KvjXVtN+Kvj+48deOIb2P4Z+CnufEHiy4RzaCVdCtLi+tNEgJLIomuYbYSlc+W7bZijMBX89ERfxz408b+OLq1l8zxf4qvvE8kcQja9WzbVDPZQGYnbB5SRxzSuiBJkJLN1z/Vl+1b8LtC+EH7Ffxt1nWkGnzeKLKx8A+DbeC2SBdZ8R+KNQhD2FnDIpnnlS2t7m+nkj86Qx2rySTIiFT/Ot4T8FC0j0e2s9OVINkM15HdxpK2oQW008MsFoihZxFG8CyiMlVmtobiE/M6E/X+GODr06eJrYqlKNShhcNh6VVQ9lTqyxE61bMKj5KjhUxFbEUKFScHCTjTlTmpe8kvxfxhxlCGaYfC0cRGrz+2rV0rylSjRVGlg4Wupxw9KhOcIW05/aJq8ZMx7KHSvCtnpfxC8Y3s9voi61ptjdz26h5oJdUE0WlXzLkLDb2Vx5t1cLDvaSIGRY24x7B8bvD+keJ/gxr/ihLnTNZ1CbTYtR1S6srNYEul0zULW68P69HZI5W1h1KxFzBqDgkXN/bLMNplaOvlz9rDxjDDoegfC+3lgu7+0vo/EXie4sXDaXZXdvpxj0zRbUQhFWS1sNRN1cWJjkaykMUcjtI77Mr4M/EG71T4KfFDwBfObqXTfCeozaOzzCPbpl1JazNC0zN57LZyxyNBbEMiNPIyGIcH9jwmIVGeLwlfkq0auHrPkSlZV4wlUpSco1HGTpNSTbSXaN2fidXDSqQwuNpznGpDE0pLblnQlUhBRUVG6U9Wne8ozfve8pHv7aPba1+z5aeKbuygmsNE+MXhm1t49SsDLubUPAPim8hmlgyf7QiE+iKIrV3TYCHwxIWt638R2F78KfAPwp8G6Za6Tp+o6lqnxZ+LGuFLYTeMvH1091ongnSZ0hRri18H/DrwtEyaHo07+Y3ifW9U1GRQ1vBIbHguVdZ/ZN8ZaNbXV9Dql3qvwu8S2kqiNEt4tIu9c8M3DxCa4WP7a8etmQRxAzXMBZGKqqtWR8NtHki8Lahq8HmRl9lpCFtzIXjhMzs0iSYaWVzIWlJI+zMDzJ1HTGpLDezjSUXUxWWOlWqe0tOnCGIrUHyNNr21ejRUrw1i3Je7zcq4owVT23tG3Sw+ZyqU6fLFwlKeGwk+WV3dxhV5nZJppxT0vJ+ReMNBntdT0HWRbsiXF68JklQZlmlj8maUL5mQIbgZRiq5kAbG3JH1F8J/H3jn4WX3h34gfDTxl4k+Hnj/Q5EfRvGfhTU73Tdds7yIKpaTyZEs7qyugskN3a3JuIJIJxII94BHjfxA05H8PRXhlkzp+paduiOPNVZ5jJczRFF5iVPvryF27txJxXQ6Q8f/CNWUyzYha4uIlmkheRWhhUvBtlZolIc/IrgA55wc1x0ZTpYinOjUnTqQnGcJxly+/GN1Gbfu+zk0o1IVIzp1I3jODjKy1rqFehy1YRq0pXhOEr2dnFp6NSU1Jc8JxcZUpqNSnKFSMZH6+fti/8FXtb/bd/Yg1L9nX9oX4eTwftC+GtV8J614K+L3gqdD4N8T/2bqTw3o8c6PeP9v0bVJNCLCb+zJrm3vruSKVWiAdK/K+18Q399q/iYwXuqX2k6rrOh6fFDfXIkR7LStHt9M0meayco7PpkEU1vav5gkjt14BBJrhfE7wWttarHNKi6msFzKHDQO8sB8u7gZt8hZUBCwtxuZg4HykHS8FSW6abq+sQnyoINXS+8iaEXlxDDj7MLaYybSyNE0+yZdm0yA+X8oz6UM0xHIqFOVKirpupRpuk6q9525YWiqXPOpKGHVOFGM5zlGnBSTXH9Qw7nUrVFKrOcVaNfkrxjeCgpKdRubqKlaDrTc6s4Rgqk52bf0L8PPiV4u+APjfSvir4a0zwX4s1rTYZLQR+L9FS90LVtNmeOGawgNpfWmp6LqN3arFa23iHwzPY6lpcyC9S5e5Roz/RLe3P7Ov/AAXU/ZT8a6P8IvhL4M+Ef/BRL4YeFdH8TaZFrerRQa/qt3pdx9jXRtU8cWtta3vjLwP4kWK6sJbvxDb3l7o+pfZJdUdZVSR/5d5jpi2jJoUcE2nx2pLyqzy29hCJTJMspuWAE0hEieVBGwAYEuprtP2Vv2p/if8AsZfHqy/aH+FF7o1rqvh/w/c+H4dE1iG4l0TxJba84jl0bV7KxkiurmKW8MWqQxRS71uoGl3IoYV24DOcZl+LwtWlWWGeFqRnhK/NOMcPiFLX2tKg37TDYqSUMRQmmnCzVpLmMMXgKeKpVYyoKvCquXF0F7NvFUHaNo1a6ap1qUG6tGtHltKmouVpWc37RnwT/aR/Zh8ZWnhL9or4O/EX4JavqF1PpugL4q0pj4e8V3NnarLdjwx4y0m4vdB1K0itld43a7t5Xht5Z/s6JG235/m1vzLEJFLOUz9sWcMfnJ+YW/mvhi2fkJY54684r+xb9lXxzf8A/BbP9kv9onw3/wAFItR8F6J8OIPif4M0D4J6x8MEtvDXiz4Y+PtL0tr2412zv7uW9SDVYtR1DTbeOxvnmsdV028fTdRilWcivx0/aL/4IB/8FCvgrqvxL1L4Y+DPCv7QnwU8IW15r/hTx14e8eaBonxA8W+ErOyOoXFzdfCvUo4J7PxLYRpPBeabZarJDfywtcaZ8k8cSfq+X8a0MTQw9HF1KOFxkXRtrUpYLGRqRhKnUwNbFU6NWbUKsYVKFW9alOEpKVSnKMo/GV+E4NzrYGNStCEantqNarhZYvCyp1FStXp4apUp3qShKUHh5SpyipNRhpFfjP8A2rcRGG4YSrPOskShnVsoyEbyYiRnHALEEDgc9bH25olV5GYHyCm3zC4ZVBMbHaxzuUnrnGMHHOcqKfz7e2ka2urVhBkQXVsLa4XeZFMM8TMXjuonjaO4gI328ilJCrbQa4ZiymQZUgKYz1UL/EW53Bhj024PPOautnlabvKVnCUoz5ZPmk+b3YxfM7KKTT5vhas2nZvGlk1PWKinKzsraJpxTbbVn5O+qV1dK5qzSi4bbO0zo6tE2ZsnlCduMAgDHy4Pr71J9sMkEsJ3W2yOOQbtrBmQFPlbJI2qEJHGQ/BJBrKSW2eUc+T8zPuzuxhGHQqvVuCSRgH8C0GKQDzS5DlvljGXaNc7hjPyj7pLdgAMGvCxWa15q0qs48ijOMYtvlbkldJSVNuys07tJXSSaPVoZZRikvZpa8rd4q6ST1avJK+1vmWXubmaItKxEkjhlVtrHYjKqkEZXlVBxuGOAeSamW9CGSISMEmOZJHXKKRkH/V4JOCdoBGMdweMZZU+QI5KRhiihy4Iyfl6jJGdrYAGOM9agMqzyMhygP7wqjHacHHlhe2em7nAHTIGPMq5lN82sopPmSjoopxioqKfMkkorlV3a+re52QwVNO65XzNLs9dXd9W+Zq+itrpubs1yX8mJHWRF4DhNueSSCXO49Rgg4x24qsdRdVYKuSkjRHLDeY1OCR0PCjPALdBgk1mtcRrt8pRGQoILSZ6E87Qg7Z79B7CqZMsjHlUVzuaVeWJ+823JOCc4ycnPUHv5UsZWlFxcuZX0crykrWfRpJv/D6HbHD001yxitlZddtLvX1bffXvrG/YMzcBc5BaVick8/KSGwBySFB9vWrNeNN+8V8fI8S4y2Nx5YE9xjnI/wB3IxiiY0+YMS4wOfkV+uOWJ5wOoAXgck9KYgREWIYIDMclgT8xySAD14zwT+GK4KuIlK3vtvmV9Ps21esbXvb8/I7KVBRunBJcrtqn7ya/l2/NW0Y+a9ZV2p5jLtHLFQMjHJ3dSfRh+Wax5Jw00bvlJIZkK7GQKA338/wnAA4Y9eOQTVhthcRls7w3yyAkZAJG4qWUD5d3JXnHvVDYxYRkoGEg8vCkRuuedwzkgADaADwxya8uUnJ9L6JvV/fr9zv5dUd8YRUdEkn0XR2i+t9tGrW776vkobSZotzxFYm8tCuN05URrtjm38BfMAx5YUnjrznXtrSdY9pDIMqRFhMKrEjKALnDdTz6cda1o4TMV3jz2kKMkjkAovkKd2Y8IDgEAFTnAA5xWpDbpE3mOxZsEoVyzkL1ZlOCFU4UY3ElgO+K8yLjGKfOtVd3TjZ6XT5lF6d7K/TY7ZLXaSsopO93pvsuumif4lvwZolzf+LtAeaR4tD8M38HjnxLMY45IIdD8L+bezQTArvC6lfpYWAJKgeedh3EirviTWm1PUzJfXkuo6jc6ne3+pzTObua5urq7kur5ruV2d57gyT/AGZZSzFIYI40KooAIbjUrHQ71tPgE0njC7n8P6iwm8qWHw5ohtdRuITCQTLb3utXGnl2DAEWcsBBINctBpR+2Svdm7kli3yR+WipHE7dZDwHkd22sxLceh3V7ma13h8nyjKaEo81WpVzvHyg4SXtsTTjg8HQqJSc4yo4Cm8TF3hCUcyjJRlKMpz87A0lWx+Ox8/eVJQy7Ccy5WqVJxq4uSSa5ozxjlRvNSnGeEqWUIyV7AltJ8RW+oy2MqyTBYIUhQOGkZoLY7iXKRBhjBznIYnnGzDNrNtZyC/02x1GG4ja2e4SEGZPLGZZWwxjMpQcnbt3dvXHt9Nt1lBgjZZYx5qSPEA8s8zN5rKed+GYAE4weldfAt0lksZuJIgs0aqphOVklbMvmDBAwSQWOQOo68/LSfK1Fu6TUfO9lsm3ffXXRK+p68rqN7Kz1fe65dU9LWabtaz10sYY0zbEbzTbmS+igRXlsgqrPbfN0j4DlA3yspO3HUYOK8r8T+Bw8qeJvC803h/xdZSfa7K4szHBFLKrbxb3JVlHmyNyTtEZJ+fjivpK20mK/uUmtZnik8uVQhg2NJIsWXZdwQFOOWzySOM4pr6PHqkdxstx9vgLtE4fYshSEjyZoCg3+ZjD8lepUsDmlJKPM204xjzO9nFRfut210esez1VnqghWcOWTbTbV72k6mqfLJJJW1TXXbW2r43wH8QJvH9hf6dq9tBpHjXwvK8+s6c0i+dqURQJPeafCMNKZC4k8uNiiP8AvlG0E16Ho80NotxAhnea4kElndzT70CSlUlt2hOf3sW8eYCSFJGMEZr5W8c6dquhatpvi7SbWa11jwzO88ywwusmowOwa6tXlRQwVLcyQo0u4FHO0ZAFe++G9c07X9N0rWdPnePT7xkuYmJCBfNdTMsu8Nta2uHkSUkAsqozccB0Y2tG94N+6n0jZWTbfvNWvzOz2vtcMTTTgqlJJqSs0lzNSVmo7XSdm4ybvtbSyOu8SCedLXUYCzMWOl3EchSN4zbErKWRDwJ1CNuGWIOQ2c1hXd5ZaXe6RfzTlIZookdnUEs6ziJoAsg8pypKFWZTnZkkiul1CIXI1C2imgmuYEW5e4giUQSwsvlxmIrgJIrKGkdRuKbjjkCuA1gwv4ccSzPNd2d6FDrslIhZASYnmBl2+aMtGFAK4O7sVOn77cUk4uT91yhFLlbUqnvNO6912SXvOy1MaTbSjOLtKMeZNq+8UldWeq1td+W6Oy8QW8MErOgKB4G8l5RbSTvb7+XZed4Z85lLZ7bhir9rcm+0i0bCSX+kuTHMEVUhSRS0ZcKNikjGUGSCMDJpunMmuaBpMstwVdrWWxcJCDNNGOCGJ+6fl+6flwAw6kA0qCPdGFjl8gSWrXBhVmWQNKIEWVQoDyOw/wBYBmFSWGRxTtNxfI5R5ktVByla6btF2fTurheycGlpOUWubdLlspaNpbP70jVLXGpaLuLuLi2s1vhIyoXlMKtFLIJgigqqEAAMTkBTWZLGdT8O3jQQPJfaDJaTRTRZSSW380uUWQDiVw7FGQgKCQ2F4rpLCGVkvbZXWGaym+zw2UsbiKa2nL5nt4dyEoGRgylSoIDd80/Q4Y4LqKCeFTZ3cV/ZSm4E/kPLNGRFmIbIVCfwfNk9DzSUXG/M3L7d23KUbRv7qd3zN2ShdW76ERfwy5bJ3TenK1dJJ72UXa7fZaK54bN4j07w+9x4l8RXF/YeGtLtvtMGlyfZ5Dc6laXLiy06JAX87UryPcPtCgRW8WbhkcxkN86WnxF8d/Ef4mWWp6fZStZ2jyLpnhTT5nl0jQ9BYCO8EfmOxe5MLqZb5g1xLdldpKoqD0743fCrxzrms2VvoJjvfDbzRXD2dzOts1tfXC7WvtmADZyKpSEci3OE2nOak8AfC7XfhLq2l65dmNNXa4WT7RPbK0DQnCxRrazkxyIryeZHcyoYpCNwQlQaiVoVW23BKanKST+FKN7pWu7Rdlq+mjO6m6cKF7wnVnFqnFpWi5Wd7NNKz11TXL01Z/Rf+xP/AME2tWm8aeB/EXjP4h6x/wAIl8QvCGneLvh3qnw18G3WoeG/iDpOvWRvre1fxbq0RtNLtrW7jk0jUUSF9Qh1eJoXaONzj9b7v/gmBB4p+CXxv8FfGnwPD8S/EPi7S73w/wDD/QFlGi32hWkbRQ6H46jlLtHa+KrF/MMlnj7JMlvFKWZFGz48/wCCJH7Yek6lJb/sM/FXX57Gz8V6jqPij9lXxjqN84XwL47FsupeIvhF9pnkj26T4pKya34XsoibdL/+17WJTJKgH9SPgXxI98b/AMN+Ko5oPGOhO+nXc16IWe5W2whliYIpZ2g27uMSQtHMAGY19K8XGpTo1sPQhGWHUXUpa1VLnjGDxFN3vKliIfxE3JU+ZqPLGdn8rVwTdZSr1GvaXVGraMfZ1Ix9+hNW0qw0lQm4u8eVv31JL/KV/bT+BHx6/Y8+MXiL9nH41XPim4h8PpFrHhEeJI7ptP1rQLsMdJ8RaWZFFreSQxmWzvLu0knhivIJkWVVjQL6/wD8E6f2nP2jv2Qvjx4Z+OXwSuZre38MwSSeONC1OyvpPC3xG8JXDOuo+GNUtPtMNnqMmq2s0w0vUY/MudL1SKG5jGU+b+/7/grX/wAE8vDH7eX7OU8ml+GfDtz+0D8GLTUPFPwT1i/06K5vNVhgtpH1/wCGl/chTeSaV4utYmj01N8kdpr66fcBFSScN/BrcT6jomnWkL2BtLEC88O6z4Sm0uTTtS8PahYXE1pqOlX0EUULWt9p95FJaXdrKkMkFyiqIwCM+JXwtKuqqnpSqykvYOnUnCCk1eMZRlak02nSk7pNWs7WPpsPmU6EcO6b5cVTSkq14QTqLlUqkoJq/PduoktVNWSTaX+mBZ6hoHxT8B+DPiD4cuEGh+OvCeg+L9Da3lintza+JtItdWghSaP93KkJufKW4TiYIxyQBnyd/gXL4gvD9pjiuWa4/e3ToWZVDnNsgxhMrwGRgAuTkAZHwr/wQy/aSh+P/wCwV4Q8G3jyXHir9mjV7j4Jaos3lLdXHhPTEF98N9Ua3GHEDeF54tCa4cZu73QbmckmQ7eZ/wCCyv8AwU70L9iv4S6t8IPA2vmx+Lnjzwu48Q63ptxbLrXw98J+Ilns7PT9DRt6W/j3xrbRXq6PdXA8vw9otvc646rdvpqy/mKy+dTGzwkaTqSUn7l1GLXxq97QXfmlJQSTk5cqbP3l8RRweS4fM3VahKjTtZfvXUfLFRi/i5pSa7N3V0pOx+Of/BWD40+HPjF8eYvhV8PNeGu/Cf8AZ9iu9EGq6Eq3ujXPxJljnl8YeJURGC6hD4fgX/hHLXUkxa2y2usPHJ5siyN8IfsqfsyeLv2rPFTaD4IuE8PaVY2J1/xR8R2S2v5PDD61pNxBoFxo/hGS+068v7S5u0RLi58+Sy05pPN8h7qeEn8W/FX7QfxF+Lfiq08M2Wtan4E8K+JdV0rwwnhLwzfzraDT76/ghkbXNVaSLUdfuTuaa+uNQnlS6kYuQB0/qw/4J2/DK78E3+rfE3xHJdabrvxD8JN4G8IeHLDTdk2q+GtHubA3F9bWFs8s9pDcSaXZR6aUREeMTXcjvbPKh/Q8py6nRVKlh6blJRpKVVO0lPlnOsoyvrGD9nyT501GN0tWj8F4lzLG4mvVx2Kr2rYiUpwpqN1ThHlhTpqTUo6Xd42d+aVRSi5NL8OP2sv+CWX7S/w70X4g/EGy0vTPHPhTwHDD4o1vxP4Zuru9utf8P+Jdb1rRI/EVjpcsTX8VzpuoeGLiLxHp8o+0xK8stqZoYZNnxj8O9Fs9J8BR2un2qalqPiDRNe1vxHdKzzC3s7aO5sNMtbOOLDSrb7Ip5MbleW4ZXVjGAv8ApG+FPhLcWvwpk8M+OZLe31P4j6jrMOptcxrMth4buIPsn9nyqVFtLbWitLqFxaW0cVo2o3mp3CeU1xKH/wA7q98aeArn4tfFLwDfWsHhRIPif8QbT4ea9beZpmkSaHe+JLy3tdLMK+VF9jjEfmae8UhtlMku4YKkfQ4vA4TD4ajXhVjHEVsRWoVadVrkdKcHJVVNNQi4yjKjOTTjUTjKMIyU/aebl2YYyu6uGqxU40adGtGVKDU7xnBcvKr8ybcJR5UuS8tdmvQ/hctpqHwc8PLmC4MG+GWznuvIQlihE5DBAboyAvaFiRbyLI4CdR2vhY3tpqg0nTp0ufOtFjncuTpluAZ42tgQRGZJlSNWfiRz82STk8V8MdJ/sP4b6VaapHPNe2HiDUIp4p1SeyaASTxQsq2pK7mEiTxvJId0bglcAE+p6BbfYb3UTaWUHlzujzvOW+zzJIQzuIwdiXEY+6E6/wAJBOa87llOVJpSsotKXLzRg05OE0k3OTTc24xtG0nJuOre0ox55pOLakrNK3O1yq8lbSTioq7Ta5bRfbhvHMDz+FtV052Q3UfnCzNqryN5kSO0cTqAP3LMCBK8j5IVM4ro/CdsdT8DQIUEiQRApJKqr5Lox2lYD8gYbWHKkOo3YIOa1PFUTSaBqYMZMc9u7xRwSeT9nfISJY2ILmJ3ILKxw2T6cYvweUXnh68MtxLKSXAtXDFmuBC6ySOoDCJY4+IkJOW+UAZ4cpqVRWjCpzKUeVKVlyRb5YpSsql4yvKo3Czs4tJMFBeys5NWb93S7TjG3qtGlZX09TB8T+H5Z9Lhv2eSW6smZlLp5h2SDdBtgVlB8yMu77V+RlUkngUvw/kcJ4hsnmhib7Il2bVxCrz26sDJOsch8xvs247kRmPz9CBx6CLGGaOW2kt3ikltJrnTmYbfOWIkidQ5Z2hEoVOqsxJUrg88j4GW0g1a9tr2GV7mNJYhIriLYJyyh2yCWgO5l+zH+JlB5YEEU4zi04yTScIpRlypxWjk7XcZc1nZO6va9rZq9kmtUneWq+HukrXvvq11vZ2WJ4sv0sx9m0nyZ33SNi2iOy4jnjjEf+jkhoz+8YhOA7bnUYORxY0W41PU/wCz7eGZbPw2tzptzOWH2VtZu4RNq1w13kmeTT4JU063tiAYLhL542J2MOn1XydN1DxBr93E8k2lK8OjxQJgS3qxLa6assR+W4k+0S4MabSFQqORuFrTtPstP0O2srt5Ws7Z3N/ftHN52savct5979saPbsWW6Ziud8xEqQq4VHJlxnNtXt70G5u91Ja6OM+VPmbevM1q11RunGKdtbK0W0o22jJt63UYqST3vyptyZ6F8NPiB488NXfhfwX4a+Mnir4YeBLzxxpHirWtWW5vn8L6DqVq1tBfeOpPDNk5HiDUNIsk86y00RiS+1KOxhUANI8f6+Tf8FSPjl+1Z+1L+zp8INa+IPxB8M/slWXjLwx8KIPCfhu7uvD3jf4oabqtnJ4K1j4jfEbWfD+y/g8Ra//AGkNZ0zwppEc2n+FLqOJQt5PA0r/AIjw25nnkhgjlnu58MsDpvFlDEA32eVVAhi8wEAyjH3QhLuC56HwxqniDQ/E3hmbw9c+I28W23iDTp/D1r4Osp7jxVJq1vdQyWFz4Xh0xLnWE8T2rgTWDWkE0zXEYuEiIXn08FmNfCulTjWkqUMRTqQqRgqk6EbRpyjhlK8KU0tfaQ5JtLlu1oeZicHCrKrV9lH29Sk04pKlGvNS9rH2zpqNSsnU15K061O7vKEmopfcH/BTX/gll8Uf+CdHjK31Cz1jWvif+yv4u1VrH4VfGuSweC58OX9/Kzj4f/FZSPs+l+L0kiaKw8U3a2+neLyYGIg1j7RBJ+Xsz7XIdQCY0J+VlYoYwUJRvmRtpzIvZ946AAf3Tfs/ftXfAjxN+yY3wR/4KV+M/h94e03x34bu/CXjn4a/H3x/oGq/ErxnptzObLT9f17w/ZXV7r/hzWprdIb22m1e30fX7TWIWvGtbOYJn+Yj9pr/AIJwW3gDwv8AGH45/sW/HHwD+2F+y58LdVv77WrfwjeXEHx++B/g6Z5JY28eeCLvyLrxd4c8OxTxw3Pi7w5JPcPpUI1O5tJJBcuPuIVa9acqVVqVaE0lioKMKWL9qo8koTg/ZUsRKXL7bCppOUvaUEm5UYeTGVKraUU8PXm3KeAquMK1FU2oTlGnPlrVKDs5Uq0ouV+aFR6RqT/MmXcUI3RN935cBTjcOhIycAdBnpg9arvO4do3nWNMDbLsO8Y+8g2rlQcjI7heuOSpYzhpCHcY3JIAnkOpYqZEZQXKBfn3NjICkFsmmCLaNjksflYPzl0O7aeSDtPVT971xXnzqyStKSnazUbJN3UUmnrbTstVp0NFG70TV1bfRWWzXTVeW97d4wRIQ0aKD0JG4Ix7kgkbd2CSAQeemesDNsZyCjBSysoDAp32gkdP7xIJPGcDObjyJuYqSAowQcbc4yCW4AIJ6cE59Sap7hH5gaWTLbmUbeCCMfNzgEnII9Otc0qklraTcpJWbdlHTW73UUvd7L8dUlZXSulvZK7SWvl+ba67jYyxVfLcLuLICSvG0b8bmGckYwCcHp9EIwikKQMK+7OCZSOQcjjnGQBj6Cl4UohVwH5kwqSKYx8yAZBIlzn5xgAY461IwbbkHDkFgSwJ5B745I78dvpXJVqLm91JuW7i976WbV77fjodVOC5eZ67OzS02d07/jp57a1mkEcijKjzAACJATn06DBxknByQCMHrUMzqkqCRnXHJYAtgdRnC8d+oGB9Bg/cE/KXaTdkGWMqN+DlgW+7xxnjIGAOCaYcKjKsrg7ZA0Y+bzGfHDEk/JkYHBwMHjtyVJ8iUr8zd9L6rlaW+r/ysdEIqbaeiS3SutbNq11fvf8ADcieVZUJJ/dyAqhiGxFIORvxg5ZhjGe4wOMHOQBmWNnMbSOPlGW7gZBGSOvTIzxz2N1nBRYtxXa3yyKu0PMAcjaQQVCcBsgE9s4xEVZXO/z2DOjKR5cR+UnJWTaSi5wCMEsSDjjFcju+/Rp6aLTXv87+T6s6UmrWV1s9HbZXTWu2/wDw1lxSeMLFIypvYI5IUh3f6RHHCXYIoZTucmLaT3yWIG7nj2v4GfD34i/tGeN08DfDCHTPt1tYX+seJfFeu6jBovgD4c+GLCNpb/xZ4/8AGV7JFpGhaPpdo0WoTxvdNf3LKlnZWc9zcRgf6RXgf/ghN/wTN8A/Y49J/Zj8E3zWtraqk+tx3OsXLSfZ4TIzvdTEMDKZH+dWABAGDjH1dpn/AATt/Yz0rwA/ww0/9nb4Z2fgg376pceH7bw3Zw6TqOqOULX2r2caIurzL5MSp/aJuFUKoRQBivAw2IpfWP8AboVJYRXbp4eadWtFezcYylVpShR5r1IyahXVrScZq8T1qmCzB039Vo0YVbcqliqjUItJpycKDnUk43UoJVcPzS1lU91J/wCWR8ZNOtvAvxCuPCvgXxt4Q8UeCdEWPw/o/i3Tdfsr648UWkC/atX8RQ2KSPJYHXNelkmtNPvnW7i0yG0MgEgZRzVpLfXSPO88EskzbUayeR9uz5QGbJTGMlgXJPGFIxj/AFSLj/gmz+w/d+GtU8K3H7LXwOk0bWh/xMrUfDnw5E9zIr70lFxHZpcRXCuQ4mjmWQP828NzXyfq3/BA7/glrr662dR/Zf0m2udYgkjivNB8TeKvDc2jyPGyC70ZNK1mG0sruJiHikktbmMuv72N16+pmuY4PMMZiMZQU8Oq04yhg/ZfucPCFOnRhRp1XWk3GnSpUoU17OCai5W105csyjH4Sjh8JiKdOcYQmqmLpVeadSpKU6rnVp8urqVZzlOUZVXeSSvy3n/m5Rf2hYubiCZZYZWKTmb5nTAzuQYO0BsqcEe3PNdLHqAFsqS7keVZQrSOzwtIQSrkLh9gJOMnfjGema/pT/bd/wCDcr4tfBSHxN40/ZO8Z3fxX8AWcdzqC/DvxpJFH8RNM063Dzm20rXbeGLTfEzQoCsMV1Bp93KF+aSWXr/Nzq2g6joGsatoeuaPdaXqugXz6frOmanazadqWmahbuyXNjdWkw3QTIwYFn+V+HVmUg15nNGUnrqtbvqrq0002mnotbSi9JRV0HNJNwnFwlTbUlK6ktUk2nbRq7TV01ro9G/R7yQwLKJG3wRSxbgDtmEjYO5JCyMFHKl+Og6jFdHZzwMTdAyi6kuRPIIZHRYY40Ee1MkqBtO4gZG7gAAAVjWllCI2thcyFGUDbJ5SsxbEqIWPzeUpKnf0ccDOSBfmnjig8i3hb7QgaCQSqsK71IDKqKuDHyNr/wAfUZNHsr1Odp3lFxtq20k0rx2ajOSd7a6K5EmuWz3Vpa97Lz0dt/RmD4l0O113T72NY44Lp5SYrgysN0gYMplGWyvGHXaVbJB4ya8C+HV5feFfFOt+AtQhdrS6+0ahoqZjMKKzh9Qit135MUqfv4lGza8Y6rkD6EjnQNNHHGqec5k8xiJJICEIwoHKoxBBwR8p9MNXmPxK0y4uItJ8U6XtGueGbqG72RRhXvNLi/d6hbDKhZo3tmeQxuD8qMRxuq3zJKVlFx5ptRUvfjGK0V3q3yvXXe6saUZ70pO0ZqylreEraO+t07JW6Xb1vY9mtLoJaWYhje0+0I9ncvLFAZJJdrII0G8NtwQPmy2QQM5GeQvtMWOLUNNJuA6q7q+1I23MjZZlZhgLkEEtnjkHte8OahY3OjW959pSVZrmW7tLZT5rRwTolxDPtaN2VSZMb84J3AELgDS1qWG01i5YopjvrWAvGzgLieNfmiz/AKjLDCkAAv26itHJKam43jb3k9FK3Kk7q+iSaun9oys03Z6pq3LrotrLsuXqk9ddSX4d20T6NPDIZ5vs8kFqTLcrG5mDMyuu0ttVtxLMuCcbSCFrs7S1khuZ42uZfKkmT7NsZhEfs7E7UMeGklBGA4+TfyOoNcP4InURanBBEFSG9R2WSUBgESURjJAaSMTEBmOcFgo5r1KxhuPOjubqAvtiju5okkK20agBFhtgcKivguQuN3U81lTqTvK8lZWahz3neUlG0LxXuNbPV3urds6q95OV781uZNr+9dpNXd3t+hTjuRb69a3rQ/a4ZktobYTxss9tM7SNKHbcGkjYOygcMFwwJPWyNZht5ZRbFikN7skiuop8W8FyrKXihYOrIJGOJNxZRjlTmq3iGe2tmSaF5JJjNBNGotiCjovmRxlgVzmPIjfPK5AGDxX16GCS203V4FuIZZ4jP9nt8DahO51dQzExBgWCkhQ3KgAE1VSUueKlBRlJtRjBXlbkdprVNOF1KUotNNPVJipxumua92229FvG6v0T0dnrZryZueK7UavptteHfKDGZLdTEiyyvFwFUwZlWOIKZUDJjIycfeHHT2E3ibw3d22+SfUbG2Sa0muXMskTRSCRozOztKw2IxSN1AQKdoHNeh+Gb6z1bSltbh5hf26T2y/Z1BUsszkB7k/KWlgPAYj5B14Fce/m6NqsIWOytx9oHll5GYSowKtHK4ykzy5IRBnneoxzkupQSXPNyknJNupyqK1fPZc6ulb3Yu62SauSvCSa2Vkrdea0Xo9VJJtpX/FNkfww8Y6npM9rDZalLpniTR7/AE7XvD/iSzZ01Xw7rmiXEd1o2safNG0Yi1DS7yIXEJUANG0kTho5XWv7kf8Agn7+274b/bo8E6Pq2r6jbaT+0R8OtL03Sf2g/ANtd2NtqXicWFvHbaP8dvh1YQzi51LQNSdUPibTLeN7nS5rn7JqEcckFs038Jfiu0XTtVi8R2pLWE/lyMIEdUilQ+VPlIxlBGUw38QGBg5r6H+G/wATviL8KfEHgf4x/BHxZP4J+L3w7vYvEHhDxJCsMyLdOuJ/D2uq4VNU8K+KbdTpGv6PqMflz2k28GO4gglTqo161BQcYtyadmpw/hOHNOPs1TlKd0k42nTjeMVG75bRUp06qtJqVOTbcXpacdrNu0XFuybu5KUou0Zcy/0jUmvYbhbd7iCbyfIuA6Orm6R1ldJRCTGYB8iSeZHIwDplkUBa/AT9uj/gnV+xMvxG8U/GDxx+zneeKr79oHxnYan4p8ZaL8RviH4ffwv4iupItP17UPBnhvwdY3ek6P4gu7aIa+t34itJNE8R+IZDZXU9sJnkX6i/4Jo/8FMvh3+3j8MSi6KPh9+0L4Wi1KH4j/BeSWaS3j1iwLprGq/DW91CQy+IfD93KVvLjQWmTU9IjmRY0mtzFI3p37dU/hf4o/si/HnT01fVtIeDwNNLqNx4fvrzS9Z0fVLSOS+sdRs7qJ7W90qWw1CK3ivJgYjFHJLFLgsQ3pU8HPH0ZUKUU6laMVRbppqniJ2dCcot7e0aS5vdTbTXbya9WphlKUak6dr6wktVy2kuZxadovWLSve73sfhx/wRk+KXg39j/wDal/bA+GviLxRpqfA6+8G+PvE+jeMbu8sEl1k/s+ahqF7BqF8bWc2Zvr/wbqGrRSG0ERutXSS0gSR4WJ/lp/bv/aA+LX7Y/wC0Z8XPjR4ghvrvT/FvjPX9d8P2d0Y7WwsNFNzDYacIoJZSWjh0WHTbK035mitLa3QMGWQv9WeIL27sPBOmaJpEdsY30xdOMs6vbi4s9SxFeyPHE4lu5LuJHJRw0VzIWmuA6F8+PXvwv0uBYNXltZ543ZHS31SYpH9ki2vO7wJ+7WYyhVhEahCNoTGOPm6OUyw+IrYqVT2kq9OFOp7nuwnSjCnXu+n7ylNqP8rs9dX9fHOqtXLcHl81GccJUnUpzlJycoza9irt2uoym72aVqdrNMr/APBL39kmX9oj9tT4L+DNRlsL7Rba61Xxn4usZ7Se60630Pw5o8t7dfa5oWaKWyluJrSCNi6rLMy27KN9f6HfwR+AXw9+ENhca7a6Hb3Wv27ppum6xqgjS/02xtdPbSLK20u3hgmXw9p6wtLDDpduGMRuZTdSu201/M1/wQp8EaBb/Gz42/EZ7KCztvAfwt0nw/p9/EnkfYtW8Y69NfzXbL5gS7tzpWjGyW2MTh3CRqMrX9RPgDXz428aeCvBOk3V21pJfS6hqi/ZHSWa00xl+2faBIpjjWXdHPOr4naOaFkIANfT5bhfZYSviUpwjJTnU53yxUKKl8CTcfe5Wves9layV/lcxxE8VjKMG4ylFQpU1FtJyqTi23G+rs0m1porPWxV/bJ8W2Xwb+AvxR8dS3bac3wy+BPxC161u5nS4ii1248LXFrp0jzbFLSf25qVkm2OLCsVODkgf56kngjT9T8P2dt4q0nStXvLm1kfUV1S1i1GVLuZTcXjafPCIZLSZr15XjmV/wBxk4xur+vL/gu98el074Vy/A3w9fxjVPjV4rtPD+q2lvKDLaeCfBUP9teJJdxUtFDeajHoOi3SxkMsmoWoT5nFfynG7W40ZL/yIoUiguLW4nibayTwxtHOrLMN8ab1EiyEZlJ3g9TWGOhVWGwtKbavTjWquUVKyqqpKn0Ti3atdxfVXs2ktMEoqtXqQk+R1fZw5G4twhKmmrxt7vL7O6vuntdI4PTDHYfDLSVsGlt4NL1H7NiLZPL5aT+UIJiqiTcqgMbiXfhCFz8oA7vSrET6rFeQ3RlguIGdrdm2IL6JfOLZYYmtzFwHXbvlzjC8DzfRJ4z8O2jkuhHE2q3YW4CXEp89JQEijWPl5pDiNycxIrKTg16P4WvZ5rDTb6BInkW1cTRnhH2IPNR5mAJh8nHzQ4zODtwwrjoqUn7PmqRbUWmopczt7ihNttKS+NRSkr2dzunF6ttO7TWuqto2lfpdWurPdPW6k1gyxaVqUFyGmWWIvZy+QFRMSIVRnUhWlR14jReEGTziuP8Ag20Muna1Gk14iL5iFot0abopXjZx0JlkCHzMYXI+UDJrq/Epgg06WQlrqKa2nmto1Doz3Eik7RC+XhcLkRz8eWieYDg1yHwfZk0y/YuksJnk89Y1JaYGUtF5aRAyZJyLgchnwcHcTQ+a8OWTUkmo8qcZSk+WChGSaUqlm480pKPN70rJaOL0s03yrfdXto3fpqnZX0d10ZqxXLrqskxmeMRaiVS2vnlLmJSJJ98XWCHylYrEjiN2wduSMVruKSx8Uw6nHNbwC8RJn8mLzo5o5ySqW0UhJ/cyJD5pkJ+dht46x6veRQ6xcWiQyOLoqUZCJNslsjCdhDLLvQ4IMm0lmwEYYJq7rkEd3f6L/Z8UdvcroaXQlQSNHKA4Xz7iNmaNUd1VQFwEcBTkgY1pxnOlGo0+V8vs5OyfLJx9275eZO7s7K939m18b2i1zbttpXvdNdF0srfFpptqeXeK283xjZeHFjm8x7i71bUnffHELdHYW0kkSnEcrzGWQBSoEhXbtrpYSbqaOO1Yw6Ro9y2mabI0ZRdQmERZpmaQsrC2BaFpZAS7AHdvUEZfieSK48ZajJZ20cd7qlna2MNy8yiNRE264lXkEYlEj7eh4HINKdVdLP7FGUGl6crxzM6gfa51YGSRCcYiD5IQZ3FhjJxWVSM4SklCb99qUE4wmrNe6nOE1GV1yyvGWl7q5qk2oO/xRUua10k5NXuuVvSKkndJ266o2JTPHbNZ6SGEd9G4vbiN1kub1LQgJAjSOsqeUw3l1I84YHOa2vDeoeJvBeoxa74J8Ua34Z8RXGn3llH4h8NPNp/iK2g1S0Nnq1t/bETi/wBPe+s3ns5fsM0LrDK8aklEIb4fsnFl/a955VtPeSJDbQ3NqLgx27g4b7O/+rVioJnxiOMq3Q1V1O6WyjFy/wAl00gVoHbzLaPnAmiXkXJf7ySgfu8jkZyNIzqWdZSUakZ8tOScI3lZL3uSEeSUZW95QSb1st3N+SPI480F11uk7Xd03vd2V9nfe5wtpoGlWD3MsGnRiQ3EjXVxKG1C41CaQu0k9xfX7XN1c3ErMFn864lckGRdrvIW/en/AIIpn9nnwP8AETWfHPxy+K2i+C5PEol8I+G/hzpdzPc+J/iPaW+m3tt4m0PxF4dsbAwJ4XutK1uSzgS/mmn1dp0h06LzrSMV+DF8RJvN7OVlVHkgIJjt4IoyZ5nZFkhW3WKNGleR2QIAW2ScLX7V/wDBOL4Sfs9/s9von7ZH7f8ArF38LvAUsltqfwE8F6nqF9/wlXxb1mAxXVl4r0v4b6fH/wAJLrnhewOxdF8Q60mmeGpb13kgklRgW9DKpqrjpfWHiK0atGrKpUo1L4mU/Zy5akqlSNVVHOpF8sqjXM1zKcXTjbzszhNYKFSmqHPCvRqU44iEnSTp1Iu9V050/ZwSXNzNyhfljySdWz+XP25f+CYnx/8A2SdU8afFLwx4Un+K37HGqeIb3Wfh38cPh9PfeK7Hwj4S1TUJLjS9B+KOhvBD4m8F3nhXzpdMvtQv7W68OzeSZ7nU9PXy4q/MwkTqWt2t7qOVYp4bq0cS213FMglW4tpULRlJEZHVUkYBHUgBWVm/tx+LP/Bd/wDZ41LRNP0r4K/En4UabY6nELXxP4Y+M3wR+LviTRH8P6lEYLjTdVuPCaRaVDe+W7tqNibK/wBPFoJTLPI48pvxmZf+CCvjSy1Wy+Nfjjw38E/HfiV7zV/+E5/ZFtv2ifC/gbR9c1i7mu5mbwR8QNK8S6VpQ+0TfbTotqYdG+ztHa2yW8DGFPo5N1VOWJp08PXlN8saVSnUhKmrznOcU4+zq0lHmqRo3o1FWc4U6EYQorlpyo1FTWHlKd6cG0qc4pysovkjKVSuoTlzcqrRc4uLTm47fgtIq4dGLL8y788Et/tjacnOBxj05GcxTrhuM/Lkcj0/E89sdehr7m8c/sXjX/Gd1B+xX8dfhj+3r4DunvhpSeAtQ074d/HW1lsiZm0nWPhH4xvNIvNcuoLR4nl1fwgdQs7yZXCWtnsMVfE+q2N1peq6roGq6brXh7xPoU09pr3hLxRpl1oniXQr63uDb3Nvq2j6lDbX1tcw3EckLSCE2U6Is1rKyPms50atOFOryOdGahKNem4zpXqK8ITaanSqPkknCrTg00oq7aKioyc4RfM6ekkozesWlo3FRlF3TjOMpRcWno20q+WGwg4IQcD6DpnHGDz9SB1qvIryxkh2VyuRtIDZ6/KTk8dQfXjoKcHVQku7IVWIVuBJtAVwFbGRHgMSPlUDIbG00MQNoRhh22Bx86oxAABAyMgcleuCQeRXlzhKm9tU30aV1rbXXv8Adc7ISjyxV0tFpdX1Ss0r9fx0ZXYtkRbXdmBXLOrFNo3b14wHYjbk8bSeOQRVUKA4kZdqqD5UikZ5wSWTBww7Z+vPSbC+cAsbPhWJkxhicd1AysY65J6jAyc4rkkhPkBzgErJsUgAgAgjsM46Zx6muWdviWnO02mubVWWibVkvLyVnc6oK1r2bWnZW00b89Lt+pAWLKrgnbGpKI7sUGT8xAOTuKnC9snp2p8aShh5QLNIyM5DltmTlFKyfKJBzuAHpwDUQSQEgGMIhLKVaVXbGDlmGMkHkdiQOMAZtCN5ArE5VWSQsjs7ZZhzuPQEDkjhsZzWV3pFqNtNVJOS2aty6Jaa2V7eumibSdm9Nbba+7bo7qz72fbQ/wBh/wD4SfQvt0Niup2D3lxb2jwWyXtsZ5Fe1jlBSISGRv3fzZVSNvJ45FweINLEqWrXNot7IcJZve2guGYAsQsRl8w7U+ckJ90lvugkfgJ/wT1/Z1+IGvfFDw18dvF/i3U7LSvA19r2gS6Bql9qGoXV7qcWgw6WTM9zO0EUVq8wIjKHcX6qSDX6weO/gl4W1H4oeEPiRpuk6cmv6QLt7nUYnvptTuiLCa0spIB9pSyhaBZpBMxgczRyBSPlzX4n4e8X5vxrwvhOI8y4YxXClTH4iTwuVZni4VcXLLr0fY42oqOHToyrKdXlw1WnGpH2ac5RU4s/pfj/AMPuGOBeMa/CVLjf+344TLatTGZrl+TwhQw+eQ9vKOUzp1c15HRcKdCU8fQr4n2f1lRWEqunOR9Cz+N/DFteyabcaxpkN9EVEltNqFnFKjOpaMFJJlbLgfLwM9Rkc1oW+s6bcnzIbmCdGXAaGeObnAPJiZscA/418Sat+yr8LPHOlX1z4y8Opd63q95c3Vxf3F5qMWoo9wzbFW6tLqKRPJiIVVHyxYAU8AV8yfE/9iC+8H+E9a1z4DfFn4ifD/xRpcJn020s/FV/f6PJJHh/Kms9Qe7eMyqpRX2sV7KTiunMc+4oy9YrE0uF6Ga4KgqtSlDLs5hHNq8KbcoxpYHH4HB4J1qlNJqM82glO8VK3vLgy7hTgLNK2HwD49xmU5lUr08LKea8MSnkqqz9nB1f7Ry/OMZjI4ZVZpKo8rk1D352+E/WTV3gntLlCsciyAkk7XcDHKgZ6NnH3T+or+Bz/g4M+EnhT4c/ta6L438K6XDp178S/C09z4ktLS2W3tr7VNOligXUriFFVZb2S2Ywec2GiwX+Z+T+7/hT4pf8FO/hW+savqNl4M+Pvw80HSk1O40/Wbq50bx3qUMETzalpegata2cWmnVrWKMy2o1iJY7x2EHmxElx/Nn/wAFTP2yPCv7bnxA8EeMfDWg6/4Xk8Lafq+h65oPieJNP1rTb6G48i/tLi13Pm6s7yB7eQRuyu0ZKMysCfTyLiSnnNDLq2Jy3N+H8Tj4zrwyrPcJHD4xww1nXpyeHq4rCS5FrN0sTUSi0+azR8v4i+GOd8ISjj6WZ8O8S5NQrUsJiM74XzSnmOFwtbG0qlXDYfH0JQoY/A1sTGlVdGOKwsKcpUKsVVUqbR+Plq8kX2cSbS0mHmVVCXCrGjAgOx+faMHBAyBnuAdWO6QwiS6hI+0ts86QOC4BKLIgXnBGACw5xngA1X1q1eDUJ4o0kIh8susRLZDqCd8nJiBB5QZPXnIqKBhPbssb7l+7tDM8duU4yMg7CCfm5wDzjmvsIqE1aMHNPW1m+V6ed43bb31d762R+UWk9b2d1u+2nza2v08yvduEzOsLzC3DxxtAfJP2cqQGkVchpy7ABPvMO2M1lGW3lmdIbhZ55IUWWGRNrTQ5DTRfODHnYfKccMAx45qJNTNlfzW5jZ0EgmlRmwGk6rMOBtdfvA8jjGKm17w8uuLHfWd3/ZV4tvEbKZGJtriVpF855wMKJFDb3YsN6gDA21Ti4O0VZOMrqG95OCXKtLJRU7273s3tpGzS1tLnSXa8bPW+jva0bqT01aZi6NqDeHJ723F/b2emyiF9IsbmPY8bJuS6sY28l5Jgcs0Q3YAKqWUAVv6473WjPeo2JDbGSEsQs5VXyFCNlgE2DaRkAEk15b/wlBOrXvhHXUSLXbOCS40ueWRQLkoNqvDMQQIr5AzR4GEGRnjNekeHmlvtASS4eNZUgVI4QyS7WlRiIFlB/eBmfO7YfujB4zT1tFNtqKSs29layl321u+/cqceV8zVneLutFbd8uztdyVtL2XKrGp4Y1BbbUI754w8V9a20cql3lP2lkAJQoMxx7sMwIxv3HJJIHuGnX+/Cu5aaCMrIkcMzRurTb41yVAZFTCszAZHQYNfPPhxUzDGLwxTQtNZNEm8SI0UrHDMrLk5bOdpbHGeBXsel6nLalJJN7h4Vgm2SoJJGiXZlMnKyN1JJJznPIxWc1K0ZKDk4qKaTs4xcldpdUt3qmtXqzGSTb5nyx5pTTtq9E7Sd7u1lbfX536bVrZLqO6jxmGK2cRXAjfyZGwDEJYiyMzRDIJYgDoucVz+kzyXWnTaL9qWCa0QXNoHYEFVGWUySFmWKQhisKkqoO05rto7iWaCODEVwkMQ3xo4Wd/tBEambOI2Cbt553EjnjmuOubF9E16N47feHgaMSRkMGdwNvlxgYkIyflV+Ce2at3vH3b2TXM5yUldprl0drq6dtLN6a65XsopbOXM7LS0lFatWu1ZLpqr7mPol79g1XyLV5YY7i6Ecu3KRXEkbqJLiZTkLJglQIyEKjOd3B9M8R6Ut/p0hhicywRxSRrtRRPNaymQXAZvmKorkDZ1LFmHIrn9R8OA+RdwRXEcdzby3MpaRCY5T87bAPmjDsoG0A7d23J4x1XhyO5YrayXUtzcQ21xGshlTyVYbJPspicF2lMePmQknBJwAKUZwpOPLGTaqRd1NqMlKMnFq8kmn7Kaaau9Ek3YprmtZcya0et0utl0fvJ9b210TZyIW31rQL7R7p7eKRV+12bSpKCZirmW2Z0xEWmZf3SrnJxkck1h+DL+WKZ9HuVf7O6R7BMCr+dEySeU6MMleCoHVVLEncFz2V7pcel3b3V3HK0N3C7B4LpraGz1YSKNOuZIhlLmzjgEkVxCQiyzOrsQVrm7iztbPWLaSG8YWdzI9z5olZj+9ZVIjbywq+TLuVsMTg45AyNI1KMa02oVKEoKEVOSnGFWT3VJuK5pJr4bOV5KyeqMuaajyyUZXupL3W1zbN3b0ab5u7W7Z6v4A+KGo/s6fFHTvjN4UttbutM0y90y88d2Oh319YeILnTNPdktPGWiahYvHc2nifwkr3HnXFqyNqmjST2dzHcLEoH9d/wW/aq8CftA+EPh/P8AGew0m6h+NHhK80H4f/G2wjWw+Evxe0PX7byvEHwp+IYgu5Lfwt8W1tHWTRo9TRo/Et9Db3Wm3P2+C4sR/IHcpKktk6XItX2zK06qGkZDCd20H5VjuIGaBiyuCJZgQS2Q74Iftd/EX9hbXdT8PNoR+Ln7Enxb1C2ufif8C/EFvNqul+HLz7XFd3OreEbl5lfwv4gtrlF1bQdWsJ7WbT7iKC4ieN4w59fLcxVBzde7pcynRrQjU9vhqunPGTi4twr/ABcsqU0mrtK6lHhxmBqYiTq4eX7+MEpUZcvJiIRtyJRcrOtS0UWpU3JXs5SUqdT1n9sb9nPx/wDsfftGeLvAvibQfEeo/C9PEEUvwp8fapbzabpk/hi8t9QvtL0nUNQmVrW18ZRQSf2bqdpPPA1/9lgurGJIX218t6trz61DNa+dZuuFNpHaN9pdbeDEk0TO80xlkkVHw2wgshDD1/u2/Yi+N37Cf7a/wLGl6L4O8KeNfDHiCx0fUPFXgb4qarafEbxpcx2kEkOmal4rl1d5Xlmg3SLbX1okDBARleleyeO/+CVX/BOz4kabqEF7+yn8NNNj1KJf+Jt4Rtr/AMMazaglmMumX2mXsS2U5V2IkWF48EBgQDXBja0HWnKNOfsZRbj7vs3erTjzXXtainzVHKXO7NxbcYxXuLpwTjUoxc6sfaU7RnT5ZuUZQdrTpzp0aiUYrl1tZrTmS5n/ADOf8Ea/D3iybw/8T7bw9bxainj/AMbeHNOigEyxXUdh4PsriSW/81mk8iCCTUWIto1fZOhlUFguf6jvgX4b0v4Vn4pfEDxVqME9z4f8NXlyutXLLb2ml2q2y3N7IZyxgto5WklUPORNNHbLNJI0eFT5H+Dn7Bnw7/4J0/8ACTax8Gdd8Vaj8NdXGs6nf2/xAvtG1HVfA8t3braRy6XrMaWb6jp5ukhubyO8eO7isg0Vr510dp+Rf+Ctn7Teg/Ab9hKf4LeFPFkR+Nf7ZettpitoV6j6l4c+HLzfbvEd5eushmtl03RGn0XT5xHHLK95bJtaRix+gWKoVsqw+GpzcKKpYeGJ5IPnVpe0xXtnKUFZcihBpR9rKpFNpy93yVTqQzCvVa/eRVWdFfEudpU8PGEU7vWSk7JuKjJ7ps/A/wDa1/aWuf2rP2ivH3xBXzl8F6bdat4S8D2IuPt9i1gt3NNrfiCygicefD4k1GG2drhJXD6fZ6e0mySEpXyE3lWy+JH+SyjFtceXdJmSMP8AY5lhCq4MbCR3MJY/Md7PgsBW14as7HTbGwtFgihgtrdrG3sjI4hjt/LEMP8ApbETBljjiByck7iQdxxjeK0MHhe/lQwJC80djMqt5iSSmN3PkrnLY35D5ymBwRyPKxGIeJrVK006casuaMLSap86XJQUn7kqcYxh7PllKUFUXNrK79Shh3Qp0qSs+RRtNpLnm3zTctNHKc3oukbLRI880SK4XwRYDyRcRnVbpjCCqJHHAtvJeWgztLJM37tZDl1KA92Ndx4Zmt3soLO4dmidwsVu1u05iZmzPMOVDRRncDHnacAL75ENr9i8F6WskTpIl7PcPIZEWLbKoBxETvkLquSAMO2SDkkVb8PxKEc2sBuYt+5rmSfyol3kskBRW3xZXAlRfmY8HHOOKybulKMbxcpp3jNXS5W7pRmmk46xdnZN3sbSd5JrVPmhZppu1ubRJtpX17btaI6XxLfW8WhazM0ULwySLFCJyFnjtgPLEtqGwUjB+Vox8qk56cjkfhFZmK1uYxJ5EjyOLeBcxNIyNuXZPvCu0ytvU4CAdSa6XxtFHHoNzEbV0N1p8qIsplUrFINwYRyHESlVIyN24c81W+EUE0+lzxQyC2ngtZSl3GFeCFZ0ETorurILkKP9HTYSrcgsRWjiqUlKXNKMpxjZubtKTS2ipNJyavy23Tui51LRcd3ZPRLsk9W0trWvppq+j4LxM8d5q6QgzRsl+yySzSKrI5ffuiiSMCNGdAkhVm3oWzk5rrkhb7VHCJZZYLXTNPlUBEKRlp45Vt5ZeHRfmZgi8MB8wHFUtfsrd9WWZjmaK9t0ueY5Z5WZHVZDCDm3kZ1DPGBwgdyByR32m6RcT6prcLSW6WllHYXN6Ii87SWC2MbPsMYKxzo7rtRiN2WI6cerRwkq1SnRSqcukoxfO0uZKVNRjF80lUvGEIO0bST0TZw1q0aEHOWsmmm1ZLl2fM9ErXu29dJXbPGfFyRt4z1hzHtma1it1j2RuYTeBSRG5Q5nkVQ1uwO1F3b2HFZVnpZ1C4t9MFuYbVJf34BYPvyX+0XO7JOCvyqpILNivV9a8LXk3im1heGB5L/TIJ7KRsJ58k0Ae3+09cTCLKoMjaTkHk1V/sFtG1eBCkVtcNbSG8iWZl3oIxh41YPFmA7Vlw252cMDxx1vIMxio4l4WrLDOcI06yTcJc3v8927zcVFOUJXd3yy1bRywzfCTnHDqtQ9q42UHJJpK3u2WqvKV1bo3JLtZvroaRa7naCKWGzWMB0ciWLYQkbFgYlmKgNtX+Er35rw++1ie/kmmYLCsb7UMjCUrvyQYIZMjEYz+7KkgcAZwD3ni2W41GXY0rrbwwC4NtKyqd0caCOYOoUykjGEIyVwCcDNeeLGJ5vtUb71i/eQSOBDteEh5pJFcDDqV/chCTKANueteNiaMqdepCDjzLTWLjD2jt70ko8vxK8oxbdrpXsenRmpKLTvG13FWaesdItu7TTsleOu7V9Psb4X+BvhZ8MPBWjfG/4lat4R+JvxJ1O6ab4Mfsvwsuv2bzwQCPT/AInftKTQP9k8N+C9H1ADU/DHwtFzNrXj2aCxXUGtNKFwreG/FTx9qniPWdW+K3xX8U6t4x8c607Qal4p1uZ7q9u7l4lWy8P6FpZRotG0rTYlW30vQtAFroel28KWsNqYYQzZtnqdppVvdXkZNtDHaSXGosEjt5prUK8onmuMrMk+ZNgZpHZxsRCqjbXJW8kWsanB4j1eIpO0Mkel2Fwq+VoenlBIJ7WFAIJNS1eI77mXZ5wRigKlt1E6tP2caFCFSjSi3zU1Vv7ao4qEqteVOnR9pypJUocip07N8rl7xnTpOVSVWrJVJrltJR5YxjGV1ToRnKq4Tcptyk5c00ox92KkeU6pbfEbxyf3+r2/gjw5LA9rb6PpczS6u8Y+dZrq4ypkcqC0gZlURll4UGvpL9na2+A3wYg8ReOPGXwjtv2mPi6EfTPAvhr4tapft8C/BdnIm+88aeLtD0y4s9U+IGurua38PeGXv7XQbQhri7eaZYUXm57axtU82GO5keRFnt5SI3aZGYKIRubndkxqpxjOOpxXA+LtW1qGZfDfh+CM6pNDEupXglke201XcyCC4WNcpdAMCqxqwj2sGyWrmpSjRn7VwhWcU4uFelGpGHMrXlCalBy966Ul7rSa1SOqbnWpwpwlUoU7xb9k4wlLld+V1ElKzTb5o22imrar6I8dftf+Dr/xBo3iDxh+yh+xDdappdmtpptn4T+DniL4W65Z2tvKrxS2+u+CfHdhqFtdWqfcvYFW7ulJNzNztr26+/bq8O/tU2/hv4D+L/2BfCHx11651LTtE+E2q+A/it8YLD46aFLHAbePRvBfxAu7LXNeudMkgEsv9h+KrrxBpFuEdh9mto3kX86tH+GNtbGK8124g1jWrkzsNwkmuIknZiiwK4MUYJDAiU7tpzgDgfb37JnxZ+DXwc8XLcah4J8M3Pjhp9TlvPjn47t/FvjXQvhpoaWElvaaR4E+EHgnU/Dn/CX+L9Wllkt0i1/xDZaU0c7xXksdsGB9TLcwxc8RGDxUMNSl7lWqsNTU/ZOTlGDi6dOFRczcXdvlpOdm0/e48bSw9KjOtGhUxcozi401WmoxnKylOXJLS9ud3+OpyylOEm5n1dP+wf8As16lcw6d8T/ivafsJ+IbixLy6B8Xv2sP2c/jZfaXdSborU6r4V8PQy+OY4LaOP7RPoZu7e6cJPDJLBJAFHgvjz/gm/8AEuDUIIP2XPjp+zx+31pK2jvqsH7PHxE8Px/FbR/JdpJrh/hFr+pf8JPq2miIRqZdBvNRnVpo0FrxX6BaZ/wUA+Gnwo8PeHPGXhf9nD4RaT4fvpr/AE7w8+rfAH4LW3xy/aN8TWsawvD4J+Evhyz1W0+H/wAP4pkNrqPi7xTrWualOl0LfSE1C8ZpRyOqfEH9o3wrb6B+0ro3xM/4J9fsJ+PfFcOp634Q/Zq8IfDe0034h+FNO1SWVJPE/jbXbXQdZ8Q634kuWkS7js57S3trWSa3ZbODyvJX61YOjVpKmlg5csJyk6f2KU0/YVuelQoU8O2o3p02pwlG6fPU0n4FbNKlKbm6VflgouFOpUSVas7e3g+avXqVFRU5OXNKDpTUebli4wPwr8U6B4l8E6zqOgeN/CXjDwLrmj3U1jqujeNfCviHwpqdnfx5iezuItb02zhVxIHw4naFwhZZCrKawopYbqIXFq8FxbiIsJ7eWOWDaj+W7mRG2BQ+QSSeQcEmv3I+Df7dniv4f+P7jxb+1T+3n4s/an0NoJHuvhjJ8MdW+Immane3KRxrBcv4s0Twzo0enxbnMkUU9ttifckY25HafF39of8A4IaftJWF/D8RP2SvjX+zx44vbeZLX4v/ALOnhW08PTWWozgxnVb/AMG6f4m1DRtXtbWYrdy6fNpRS5AZJpG3Fj5dfA4New5MdTpTqp8mGrypvERgn71ZRjiKUq0ZW5kqVKUoQvzQjLR9uGzKpOpV5sHVlQgk3jKXtKtC8lpCbhh17KyT96pJRlK3LUcVc/n+MQYgCVNvf5HIZc5ODtA5HCnGDwOafFGokVGkcZkAUIH2MowArqcAlRnOeBuI6cV9WfEL9mvwTp939v8A2c/2nvhz+014RuDdXNnpd9aaj8FfjXp1jAFZLHXPh74ztLTSta1WWMSMkng3XLqKcRuIrXe6qfmOSK5gubixnt7+yubaY2t1Z6nYzadqVndxtmW1urK5Rbm3lhVlGZSRKMSKCCa48Rl2Jw6hVnDnoSsoYimr4eb6JVYRcFO0XONKq6dScYtxi4RbPQpYzDVpypUqsZVYq8qbco1YpKKfuVHCbjFtQnOMZRhUajPlcop/6g2s/Evw38Bfip4x+Gup219p+neK7zQPE2iXlpp09xaCTXtI021vVM1vHJHEY7+3cy79hzIG+7lh9ZXHi3SLb+xkgvXvNRubWaSyjUMzTeTZiSTJxsQmPAAY4yeBnr69e+B/COvS2eo6z4e0zUr5LOCJLq7t1lmWNEi2KGJ4CbV29xgYNXLbwp4dt5opIdJtUeBMwn94wj3rsbaruygMvykYxjivyTLsNmeFr4uhjMXhMTgJ16iy2lRws6GIwmHlJ1J0cTVdapDEtOcY0pxpUeWEFGUJt86/fs3z/IM2oZTXWVY+hmmHwNKjnVf67Rq4bNcVQwtHCUsVTpuhGthXONJSxEXVrupOc5RlD4X41Z6mviXTNL1nT2ljUzQyTQGQQyqYtyvHKrgEHO5cDIIAOT0rK8ehf7IvJ44pn8zbHJFHjcQVw20jjKA5+Y4Hr2ry/wDaY1XUPAt5pA8JXUmhreTN9pjtQjRSZUsf3M6zRIc85RFOe9dX4MH/AAkXwnsdT1lnvb6eEvLcNI8LO28jJW3aGPoAMBAMcYrgq5tGeLxmWuNT2+Fw8atSp7vsppJW5bSUk3zaqUbdmeguFJ0ctyriGjiKUcux2NhHC4SUZyxNGFadRqFaVlSlyOi0pwabUl7qdzkV1y38KeFtWbU7VltW025lUyIjM6xQEh5VAO4hSUYrktnHOK/zlv23LXTLv9pL4seJPCyy2ek61488TahbWrRPaR2crXjJdWwgKb1SO+R5slFEitlWbOa/0UPjTpVhf/DHxLZ3ULyW8HhVpoVFxcxSRStdBGdJ4Zo51JVFUgS4wOnJz/A/+3ho2mWX7QPxHtrW0SGD+2Ls+WrSEbmSJ2bLOzbmf52bO5m+ZiTzXq0MXWqY7LaN4rCwp4z2qlGMq0pPD0nT5JNOMYrXnS5W3yu9k4y+Xz2ksHw/nMnOpLE5pmuXwnyySw8aWF+s1kpU5JylUlJpRmmuRJq0ua6/OF2vJZlE0fy3DA3MyyZ3YXbFkHDEKcOcAttwuKyDatC10Y5DGVc7T5jIsz7grSDAKKHYjgnnHIAPHoy2sAu0HljGY+CWI/1p6ZJx0HSnXGnWUov1kt0ZQI2CkuFBaT5iAGA578V9G6k4zlG6aTtbpdNJytvdppb2stkz8shJTfLZ3s5czs3bRtde+3m73PL722a7s47lows6s4mRhzKY+4IznYQG3fcPQnsdPw3LFJE9lcpFdwy2832NmLJLDdNjPBwu2MDBGMZOc811tra28sipJGGVIbhFUlsBCSduARnoOuT71n+Hra3h8Q+RHEiwpcR7YyNwXfu3Y3ZPzd+eal13FuckrSs2lfe0VdXb6W09V0QRbnF6/BblTSsuZxVuuivfvdt3PDPib4SLJpvizT0b+2vDzOj+Y4EE1mLhNxP94xoXZRllA4+XJA6j4f3ov9A+1LCBcTvL5LCNHVNhO2QBQvyzEbVAYBCeQOK9l8b6fZxX5hjt41ivNNuDcx8lJS21WLKxIGQT90DqSOeazPC2k6dZaVHHaWkUCRWNwY1jDKqkTgA43YJwSMnPFawqxcac+V/vJSUVe1pQaWu/uttba2vpdlJt0mpNuzitP5W/h1vrHlfK/PVO55LYy+RfTqIGdItSimdQmyRJJhmZWYZyfMyxIYg56HANe2aZbtPpilYwAk6iGQ7GZZiC8aMDuY4UgsSoTPLE4rg9RtbePULtkjCF5rNnKll3MWYEkBgM4AFe5/D+wtJrUGWEOTJLnLP1WABTjdgEZOCBmtHUcLSkldzjTlJKMnFyfL7nPG1m0k27NR11asRUjzOMVe3Kmk3ZWbjZO19rrbz12LmkeXcWcUqwOnmfuC4CEXBgOB/q1DoMfNuYKp5GeeM/VtMuQpuSzxBZWMSJmRGGQQyRPtMZIHzSHCluSRXqOiaTp8tzcRPbKY0S5CqHlULhAwxtde/Ndfo3h/RtR8TeGbG/0+C8s5rzTI5ba53zQyRyriVGR3ZSsg4YYwe9J1/YxlPlTUFJv3Vd+7zWUtHq0t21a+l9TGaVryu7JN2dtFy3+fVPS73PFtIvjfWE1rdWxju7e1aKDONxVDiJo0QtugJywbJYyABsAjEltFfWerackji5t4IpXLSHyfmubdy3nELuZ0KBYz1ALbj0r0Dw9o+nW2u6nDBbmOOPUdUhjQTXBEcUV6BHEm6U7YkAAWNcIABgV7jc+DPDVx5FzLpgadYY2WT7XfKQ0jJvJCXSqS2MHIOBwMAmueviJ0oc7jFKMJThKnKbfOobONSUrRta3LUXXRXbbfInGPL1s+3KuRra13ez1TWnm0/CrvTbHWdLkjSIFnV4orsMbgh5D5irIG2rEQM7e4C/3jg8M+kNJpOo2F40gn0d4jCQqMrQSSArMsuVZm55TaSNx3AEDP3h4M+HnhDUbS7jvNKeaPz5H2f2nq8a7oxGEYCK/jAKjpium0n4G/C/Uddit73w3NPDN9pEsZ8Q+J0DgIzAMY9aQkAqCBnjFZTzRU4UoOnUqSxFKVSM51PhlGTdnHlaUVFNRUdU7XlJCSjK8bWUG48qWlna/wBpauyb03013X5/WARtMiiuIi/kyvbzRgFUcbt6iCSTDBFU73y23JZRkDFVtV8P6fq1vLpOrWaajpF7GI5ICjBJLcoUdQAArOIjtV2xgD5TyM/qz4U/Zn+CeoWl7He+DJLhEXCLJ4p8ZEKPMxxjxCD0465r2Lw7+yF+zxdfZ45/h+8iGIpt/wCEw8eKApGMLs8TqVGOPlxjtXJQz6M415Qw84zw0pJv2iT55Q0lCai9LLXmhfXR95lfbT3eV3tq7NW72tdPrdrpc/DT9l/4veLP2A/j1onjjwrqWrj4SajqqJ4y0O1VbuQ6XexyImi3IlAWPT9RcwiK4il820YFyAMg/wB4n7G37YnhL47eGtE8RaR4isr5tY07S3l0qw1BNQsdKeWIs2lxeaYrtZbaNCkxMO3cpYNsKsfxSh/YO/ZO1vSb3TdX+ElrqNjc2sjT2934u8fzJI0enu0bEv4rLhkb5kZWBU8qQa+wf2Cv2PP2dPhneaPdeBvAFx4fms5rmW2a38bfEK5SORtQghZzFf8Aiu7hc+SBEPMjcCPKABSQfVwea4fFwnhq9CquWgq1KqqiqyjOUqadFxm4N0deeM/ac8ZXTjJNOPnYyjVVSONo1IwqxnFVYpckaqkoWn7sf4icmnpyyjrZO6f7CftTWTat8DfHEcNzPaK2jXVxFLZx2l00k0Mcs8EEllcmHz0eVEZ/s00NxG4EkEgkQV/nx/FTx/e/HP4q6j4lup79/Dvha61Twl4Oh1BfPFrE0sTa9cWsjzSzJBd6vbSzBXceT8seS4c1/pYan8PfB2tfDy607VtFi1Cym0yeGW3ubq/kV45beRHBY3W8MVZsOGDqcMrBgCPxz8Hf8Euf2Boh5Sfs2eD/AC5Zby4lR9Y8aSLJNe3c1xdSOJPE77mmnd5GzwGdtoUMQSeZ1MHhvqtFOXtsTGT5vdj7tKShdxbbSlZyiopO2jTs05QgsTDGVYuTeHgoRjK/LKck3L4Y30UopXVrr4rJL+Mqwto5WmVYknnhls4LaYYhETrOQXkRid+5EKhmTaeSeDmuS8d29vHFaWLSxRW7Si9W2D27XRlnuBEYSiuFZEeN5WbJGwqqk8iv9AXwp/wSw/4J8RRrcL+yx8OGmZYmLzDxBPllG1Ttn1uRcgdCBweevNen2n/BK/8A4J4y3Nrdy/smfCaa4hKrFLNpeoTMgI34Hm6k4PzANyDzzXSsbUVKK95KpGLm1NptzUbppWi1BtqF1rFq6i1r1U2qjuo2bta70UpqNns3ZWXVtWtdn+dj4lsILPQNGtvttiwtrfMtxK8UYeVxuWMneQrqcLk4A5OehrntAntRdw77jT1Q3COcX1rBAkIYeYxRZWkmkkGCjbCrEg5GcV/pJN/wTM/YGmv41m/ZU+EcyoAqpLoEkiAKxwNj3TIcepUk967Ky/4JwfsH2DLLa/sn/BKKQIqh/wDhCdMkbaAABulRz069z3zUfWXJyc6cOV80YpOXwyhyybV4tS1unGWnS3TopYatVT5ZUlKMWndzUbpJ6aSbT6p2fS/U/wA0fxvrlhePCjatprtboZpIZrm1jdwqmOJZJmuNrOjMCFXCeXycniuk+Cogu4LjSNJmt9U1G4Eu230+WOeV7va32dkMLvK8yE7YowmCBkZyK/0q2/4J5/sNyfNJ+yl8DXYqAWf4f6ExIHQEm1JIHau78Kfsa/soeCJftPhH9nX4PeHbgskn2jSvAXh60nEiD5HWaOxEiuvZlYEetKpjHGV6dOCtySg5KTlzxcG3PlmoyTaejjK9/eu1c9PB5RKvXisZW5KHLy1p4dOpW5PduqUKvJBSbVrynyr4uV/C/wDPv+G//BNv9qL42atbv4f8H6f4XjnuYLqfVPG9ytjHcRuCWlNtawvO+LYpGucN5kWWGGYn9l/2ev8Ag3u8eXBl1j4m/tAaDplvq1paW8+leEfDX2yUxpFtnhkutUmCMUyqxyCEMpyehAH9atv8Mvh/ZqFtPCOh2qr0FvZJBj6GLaR/kVvWvhrQrJVS006G3RTlVjaZQD9PMx+db0M7xtFqf7p1oyThVVKNlZaWpSvBNa6vmfpZI+qxmT8IzwtKhhMDmUqkYctWtmGIpV5VW0ueSjQ+r0qalJXSVKTVk3Jtafhp8I/+CC/7K/w31668SeIvEnxG+J13cwxW66dr9zo1lo9kscaIGtYbK0Sd9uMo8spZAdgyoArzr9pX/g30+CPxQS51n4S/FTxd8LPERnknjs9T0vR/FPhmZGh2x2U0M0MGpWtuJlVi9pdq43Pndlcf0ULDGoCqgAHQcn+ZzQYoyCCgIPBBrtjxhxGqnO80qzjywi8PUp0KmEcKd+SDws6UqDjG7t7nNq7yb1PmpcIcOOPKsqw8J8zqe2purTr+0ern7aFSNRSfW0krNq1tD/PT/ab/AOCE37c3wetdV1fw/pfgP4waFYC5lmv/AAnqV1YeIZ7UguGTQ9WSVTKCpxHFcyYUqqg4zX4u+N/h/wCM/hjrP9ifEbwxrfgu+dkjntfEmkXdhKbhLg+XBC8tvHbvDgFZ3RgrAEpx8tf65EtlaTArNbwyqRgrIgcEehDZGK4fX/hJ8LPFa7PE/wAN/AviIc8654U0LVWGfR76xnce2GGMnGMmuPEZssU3OphoU6sm+edGUlBprXlpz5lCz1SjJQS0Uep1vJMHTwzp4X21OvHlVN1KvPh7K11Om6bquT251WT6tNn+RT4j1G1u57fw+L+1Nkk8Wr68xK+cYid2m6erRl1ePZ/rFyy7CA3OBSpfWdwd0Nwjx2qoojQ+aFXny44ygOAi4UZw2Tg4wBX+s/8A8Myfs5rJJIvwI+ESvJgO4+HnhQO4XO0Mw0rJA7AnAqSH9mz9nq33fZ/gd8Jod5y3lfD/AMLR7iepO3Sxknue/eudV4uSqPnlJvmleyV3bRavS1/n2PNeXYrlUFLD+43HWVR6br7C8vxP8lqy1Bd1xrEktwyWo8vTrUx3LtcaxKQqlo/JZGjtm2S7V/dgLuyAOPbvhf8ABzxv46kTR/BPgvxL448Vaq5may0TStQmee8vEYvPNerbG3ggVztLSyADBwcKa/1RF/Z8+BI8tR8HfhmFR9yKPBPh4IrHjcFGn7QccZAzXXaV8Mfh1oP/ACA/A/hbRuMf8SrQ9P07j+6fscEOV/2Tx7Vmq8OfmqKfLo4qny35bp2k5Npt2kuZJWTWjabZDK8ZNSUKmGi27c0nWntFtO1o6Lmvy31aS5rM/wA9D4Ff8EMv2yPixc2V78RodE+EPha+jik1K3WZtV8XzW0YGy2jjgSO30+ecFd10ZXkCrsZF6n9gPCv/Bvf8EdL8LCz1iXV9V1iWz8mTULvUHUeY8SJLMttEERJxtJjlHzxyBWyQCG/rQHh/RR93Trdf90MoGPQBgB+GKjk8PaNgf6BFwcD5penP/TSvo8FxLg8A4/VslwbmuVOriYRxVSVmm3H2ylClz6qapwSlF8rvHQxqcN4urBqvmHMtG404ypR0ats3KSXTmk7a23d/wCLL42/8EU/Fvws8MyTfsvavPZ/EaWJofEnxM8Vald614vvdDs4HGj+Bvh3LdxtbfDjQNMysN3qOihdW1VN26SEBCv4deMP+CZH/BQfTPE6afo/7P3ibxzq+oThDe+GtRbU768eeULNJfanqjCYwtId8lxdXilh+8eXIDH/AFC38MaDIvz6ZbvhsfMZDxjPd6fa+GdAtdzW+l2sLNlWaNWV2U9VZg24qcnIJx7Us64jwWa4Cnh6eUwwOJpRqRpV8NiKsMPKUpRkpV8ApPCVeVpWcKdKoopUozhTXKZZbwzVwOMjVeKp14TkpVFUpRlXajHlcaeJlCVWmrNtayipOUuW8pX/AM9v4Kf8G9n7aXxAhttR+OnjP4dfs/6HcRie50hJW+JHj1XYKyY0vSxDoVtcMhKs17qExhYbdrNg19L+LP8Ag2fhj0S4/wCEC/a/1WLxM1u5gPjD4W2n9izzso/dyTaHqdvqVrG7Ak3MbtJGOBGcCv7km8N6G/39Mtn68srMeTk5JYk8+pqM+FvDx66RZn0zGSR9CWyPwr8vrZbnVSo5rPsTG01OEad8NTilJSUJUMM6VCpBNX5atOo3rzyldn3lL+z6SdsqwjlJLncuarLZJ8tSsqlWF1dP2c4W5nZI/wAuH9q7/gj1/wAFAP2X9Ou/Fur/AAnX44eBNCAubnxv8CtRn8ULbWtqhmS513wjNBb+KLC2hRTM88UNz5bKDvDANXwX4O8S3HxV0vUrLxPdvbePvDyvpvhnU9c1GbTNWm0exaO4vvB/iC4v4Vv2uorM3DeFZ7mOW4stTUaeSYbt2T/YVh8NaDA4kh0u1idQQGRWGQeoYBsMD6MCK8X8Q/sq/s0eJNebxRrvwE+Eep+Irm6hubrWbrwB4ZfUbq5t2MkNzd3I05ZLq4jf5hNOZJT0LEcV9hw7meZZXUccdio4zD1VGGJo08PTpxxNLRzjWgnGjOonFSo1Y0qcqclHnVVRs/mc/wAnwuNoupgqEMJiKc4yo1Z1qlRUdbKNN8nto05N2qU5VpxnFt+7NQlH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0677" y="7596335"/>
            <a:ext cx="2056786" cy="13729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矩形 14"/>
          <p:cNvSpPr/>
          <p:nvPr/>
        </p:nvSpPr>
        <p:spPr>
          <a:xfrm>
            <a:off x="563566" y="7596335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高晓松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7" name="Picture 13" descr="https://ss1.bdstatic.com/70cFvXSh_Q1YnxGkpoWK1HF6hhy/it/u=807831728,3913605867&amp;fm=26&amp;gp=0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790" y="3040792"/>
            <a:ext cx="1017178" cy="1415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4" descr="data:image/jpeg;base64,/9j/4AAQSkZJRgABAQAAAQABAAD/2wBDAAgGBgcGBQgHBwcJCQgKDBQNDAsLDBkSEw8UHRofHh0aHBwgJC4nICIsIxwcKDcpLDAxNDQ0Hyc5PTgyPC4zNDL/2wBDAQkJCQwLDBgNDRgyIRwhMjIyMjIyMjIyMjIyMjIyMjIyMjIyMjIyMjIyMjIyMjIyMjIyMjIyMjIyMjIyMjIyMjL/wAARCAE4AfQ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vU+J7sAf7EI/7ef8A7Crdt8QXuDj+yCv/AG8Z/wDZa56PSgFX5e1XbTTwjZxS5kZXZ1UPiaSZc/YMf9tf/rVZGtuRn7J/5E/+tWRBGqLVxWXHap5i7ssPr8if8uWf+2v/ANas268aSWoJOmbsf9N8f+y1LMyYPSua1iRNrdKOYNSWf4r+Q5U6KSf+vn/7Cox8XQf+YIf/AAK/+wrz/UBvmJHrVaNM1a2uK7PSv+Ftj/oCH/wK/wDsKb/wt0f9AQ/+BX/2FefeTmmND7UrjueiD4ug/wDMEP8A4Ff/AGFO/wCFtr/0BT/4Ff8A2Feb+TR5XtRcdz0g/F1B10U/+BP/ANhTf+Fvxd9GP/gT/wDY15q8RNVpITUO/cdz1Vfi9Ef+YOf/AAJ/+xp4+LUJ/wCYSf8AwI/+xryExsO9RsZF6NU+/wBxqUex7J/wtiE/8wo/+BH/ANjR/wALYh/6BR/8CP8A7GvFnnlUdah+3ShsVL9p0ZalDqj27/hbEX/QJP8A4Ef/AGNIfi1CP+YSf/Aj/wCxrxB9QkB4/nVV9WcEKrFif7ozQlVfUHOn2Pdz8XIVGTpOP+3n/wCxrPufjpY2zbf7IeR/7sdxn/2WvE5ZZZCRJIcYzjdzVYxuxIjXap6H1rSMJ9ZGcqkfso9oPx/izx4bkx73gH/slO/4aAtf+gBLn0+1D/4ivEpIkhO377d/aq8hl25ztB6AVdvMjmZ7mf2gbcZ/4p5/xuwP/ZKgb9oeMH5fDLH/ALfv/tdeIJakrvkY8/mak8lOyBRijYOZntB/aJUf8yu3/gf/APa6T/hotf8AoVz/AOB//wBrrxFw38PT64qMpIw3HcfpzTC57mP2iUJ/5Fhv/A7/AO108ftDKf8AmWD/AOB3/wBrrwc5XnOD7ipkYMOoP0NJ3Kue5/8ADQi/9Cwf/A7/AO10f8NCr/0LLf8Agd/9rrxIDilK1PMFz2z/AIaFX/oWT/4Hf/a6B+0KhP8AyLLf+B3/ANrrxLbikxRzBc9w/wCGg0z/AMiy3/gd/wDa6tQ/HmCXroBX/t7/APsK8GxTgxXoeaiTk1oy4tJ6o+gR8bYG/wCYKf8AwK/+wq/Z/FqG7IA0or/28Z/9lr5zFy6jqa1NI1Vopgpauao68VdS/I7KLw8mlKP4s+koPHKTDIscf9tf/rVK3jEL/wAuX/kX/wCtXlWl6sGVctW19vVl+9XnvG4hac34I9WOBwslfl/F/wCZ2snjpY/+XDP/AG2/+xqlL8SVj/5hhP8A23/+xribq8GDzWRcXQJ60RxtfrL8EU8Bhv5fxf8Ameit8U1X/mEH/wACP/saib4sov8AzBz/AOBP/wBjXmMlyPWs+5vQoODWixdd9fyM5YLDL7P4v/M9fHxZjJ/5BB/8Cf8A7Gpl+KKMM/2Uf/Aj/wCxrw1dVw33q0rbUwQMtRLFYhdfwRMcLhX9n8X/AJnsX/Czlx/yCj/4Ef8A2NRt8U0X/mEn/wACP/sa8t+3qR96opL1cfepfXK/834I0+o4b+X8X/meot8WlX/mDH/wJ/8AsKgf4xov/MEJ/wC3r/7CvJ571Rnms2a/Az81UsTXez/BGUsJhl9n8X/mexv8bEX/AJgR/wDAv/7Co/8AheCf9AA/+Bn/ANhXiUl+CetR/bQT1reNWv1ZzSpYdbL8We5r8bkY/wDIBP8A4F//AGFTr8Zkb/mBkf8Ab3/9hXhSXg9anXUAO9ejQr0/+XhwVaWvuHuafF9HI/4kpH/b1/8AYVYHxVUjP9kH/wACf/sa8Jj1UKetaMOroRgtX0GCp5fWVpLX1f8AmcNSNeOx7BN8W1hQt/YpOP8Ap5/+wrJm+Oyw/wDMulv+33/7CvN5r9ZEIBrBu2BJNcubU8NRsqGj9WzbDxm1eZ6237QiKefDLf8Agd/9rqNv2iEX/mWG/wDA7/7XXiEp+aoTyK8RTkbuKPc/+Gi0/wChXb/wP/8AtdH/AA0Yn/Qrt/4H/wD2uvCgM9KTGGwapSZDR7v/AMNEp/0LB/8AA7/7XRXhWDRRzsLH10tgfLX5ewpVtCueK6FLceWvHYU17VcHikY2ZzsilKj3kDrVy+j2E1Q7U4g2QXMzBTzXM6i7Sbhmuguj8prI8jzmPFPqByd1ARk4rPVtr4Ndnf6YRbMwXpXF3yNDKau4GhEQR9aeUFZlvc5wK0EkDCpZQFBTCoFSGozSuA0qKiaIGpScU0mgZXaEVXeEVcNRsM0CM2SEZrJu5oLcNuIJA5Arau2WKGRiflANcJNdfaroE5AY5NVETLys9wGdzsiJ4FJLJHbx/KP3jcKKoSXrnCKeM9qbG2+UsSWfHHsKtIRfW7W1gy2Glc9+1AnlnXKcf7bf0qGK0EjGSRd5PA5+Uf406eTbwW6DhVpXCwHdGCC273PFNCO53Mw4/SqhlcN8pznsOaQrcTHaEcCiwFppkWTCtubvUqSRBgGO9z2BqGLTQVywP61Y+yRQISsL5x94HmlZAIUX+I4P91RUbxPjIYkfXiopCqD5N4HfdUkW2WPmRM++SKLgQuxXhlQ/jURRD0UbuvBrRjgjdCXcD3UAiqrRW4J3kexApgV0leLncSO6sMVajmWUcHB9KglQA/KdyfWq7RypmRASPSpaTKTNI0gqtDdq+A3BqyKmzQxaKKKkBDUe4owYdRUhFMK00rhc29N1po8Bm6V0EOvZX71cGEOeKsJJIo61yVcHGTujuo42UFZnaS6yG/iqjJqgJ61zbXDgdaryXL461gsE0dX9oXN+fVAAeaybrU855rJluXPeqbyMx5rop4RRd2YVMa5LQ0BeOWyDV6DUmQdayoU+WpGQ7eK6ZUYNWZyRxE07pmwNax/FQ2s5H3q5zyZOTzTTHL71h9VgdCx07G1Nq2f4qz5dRZuhqmY375phjNbRowiYzxE5Fn7U3rTluj61U2mk2mtOSJlzs0VvMd6k+2e9ZWCKXLCp9lEpVGan2vPenreEHrWRuYUqu3rS9kuge0Z0kF2T1JqSSbIPNYttI1XS521jKL5jVTuiKRssaTB206Mb5APWtD7KPKzWiM5MoRRkjNQyZ31fUbUNUm5kxVGY5RkUVOkRKiiixVz7aj/1a/QUp6U2P/Vp9BTq0ZBhasuDWOa3NXGQKxGHFZxM2Ubr7ppNMtxIM470+5HymrOhAHg+tNklm804NaN8vavMfEWnlC2B0r2uSENARXn3iaw4c4ouaWPK43KSEVp28uRWbexGC5Ye9Pt58d6pCN1TkUFeKqw3HHWpjMuM5osMUimEVG12gPJFV5L5QOCKLMCy2AKqy3EUecnP0rI1PWfJXaoJY9h1Nc7PfXUhzI6xjGQoGTiiwrm9rOowvYzIpIYrgcVw5bDZz2qSedyTmRm+tUjJg5q0rbjJiSX+Uc1ZiCxryxJPJ96pRsSc5xU4IC7mPHpVCZdV5nbcCEXtx0qaOC3JBlkZiexP9KzzdkjCinKzOOBSaCxrjyDkIu1QeoFMkuEjyIwXPoOlUFSQnG4Y/wB7FWIvMT7qknHbpUdQsO+0zRqXZWGe2BUQvLiVSu35cYBJqSW4kXiZS/0NMFyuMplSfWmgFMMgXdtVhjnB6VAuUk3AsuPSpHuiy7TtxUBQsM4+npQBNLOWHPX1A61WRyX+YE/jzRvJG3oQe9IwaPk7c+1MCcSOowg3DPcc037ZtyMfgelQNcv37elQvJk5oCw+RldiVGCfSrFpPu+Rjz2qjnnPSnocsMHkdKT1KNikpF5UHvS1kAtJ3paSmhD1xxUgxUANODGhjHuAarSIMGpS1RO1UkIqSR5qAxc1cPJpAmXHFXYLixpgDirSRApUeNtSLMFAFTO6QIuQ2SsvSnHTl9KfBdoF61OLtD3FY3LKLaYvpULaUp/hrXW4QntUivGfSncVjBOkA9qb/Y+a6VRGfSpVjjPpTTFY5JtHbsKibSXHau18hD6UhtIz2FUI4Y6XIO1M/s+Rf4TXdGxQjoKjbTVI6UDucfHbsvUYp7cCukmsAo6Vi3kOzpUNamkXoVbc4mzWq8n7k1kwqQ+a0Scx4oGyAtn5aqOp8yraL85zUcic5qiC1FjyxRUcZIQUU7AfaULBolPsKeTxVO3k2xLn0FSPPhetTzkpmbqr5rGJq7qMuT1rNzk1MXYiRFOpZTirGj5jYZ9acsQYVPbRiOhyFY6BWBirmdetw8bHFbcU3yYqlqCiSJqpFo8R8RW/lTs2K59bgIetdx4ttCFdgK8suboxysmelaw31JZ0S6goHWmvqqgda5f7Wx7mjzZHqnJIcYtm3Nqe49f1qub0yn7xx61mbZG9aG3oAoPWs+e7LlCyJriUE7wTntmsu6uG5H9a0JVKozMcKo5J/lWJOzM5xwPX1q4ozRE8rMeaZhcZ5xVhYOhbqe1AiIY4xkdaqw7kQUY4JP4UhBznPFWXtijjOVz0NI0eV560DTGR4U5Bx71aiweCfxFQGMqoz0PSpYYz1BPHXipYyZI9o3d89cZqcB24MhI+lOhjGB37dKtxRALwOazcrFKNzNkBX7m7H1qHcCwDcH+9W09t5hwAahks0C4ZAT64oUw9mzK2k9wacxdF2kHb7Vae02YK/lUgjIAONwHUVXMhcrKAQNgE89s0GNlJxj861orWKdSEJVh1U8ikm05gPmjJX+8tTzlcjMYxkimNCzL0wa0hp8ufkO6o2t3Q4dGU9jT5kHIzK2lThhzSr1rTe2WVeThvWok06RpAq4Oe+aOZA4tE1uSYxU1LBayRM8TjBU1I0JFS7EPQiop5jIppU07CG4oFB4ooACOKicc1KTUT1SAj709B81N70+MZY1YmOc1SnlIYCrklZ0+fMxUy1BE6XJA6077Ww71U6U1ulZuJZdF+wPWrEeokd6xe9OBNPlQHQJqfvVmPVf8AarmAxHenCRh3qeUDrk1YetTpqq+orijcOO9Kt5IO9OzEd4mpIe9TrfxnvXBLqLjuasJqjA9TRqFjs5rhSpwRWDekMeKrR6luGCaRpN7cUjSIscXfFOL44709CAlRlS8gIpIokVMjOKY65YCriptjqtj56aZLRIkXy9KKkWQAYooFY+rVufkX6U2S5yOtZS3Hyrz2pGnJHWlYxFu5STnNUkmDN1ptzIW4qqm4E04xuxSZtW+6U4QZqeRZIV3MOPWoNIYiOXPqKtXU4W1l3dNppThZjjqiOO7GetSyTKyHmuXF6QetSnUsL1rSMXcSkZfii3WWN8Y5FeJ6zZlLw4HevY9Xu/NQjNec6tbh5i2O9XKDWo7pnMQ2vPIq9HbDHIq2kODipwgArO1ylKxUFuPSq8sa+eo6Ac1qcDtWFd3H7+Vl7DaD/n8aairg5Njb5g6hAR5SfMfc1mGAsA7Dgn5a0UhE0QUkH+I06ZA9tlBjAOAa0RBEtuhJOenP4VllWS4IPrjFXIrkKVJO0ng5qOZP9IMg5Ut1FMEKTnLYJXup6r9KaFRZAxAZD6nkUGYpw5wwz+P0pd8Zj3bhknpQMnSNJcpGAUP8JbkfSpLe2ZHAVTxVZcI6sFG3PUcEVtW9pJhZI2JB96iTsXBXJI7YBMrG30xWla2Zkj3KocHg46ip7NpoShki+T16it63tYZH82IhJOvHQ/41g2jojGxkQ6Tg/c6jvSSaQvTbzXXRQ7wFZNrU82eeig1NzSxwT6OCcHg1GPD1wRvgdT7YruJtPDHlMe4qt/ZZR8wyMrUIHFHCnTrpLjBiKygZBU1p2NzHkQ3cJjk7Njg10ZtLqQYltxIR9114NN/sh5FIkAB7BhmhsFEzTpENw7TRqoJOQRxmpm0W2uYSrIoPQ47GtSxtntTtkA29M1baCMyOV6EZzU3LtqcXL4T+YgPgduKjt/DbwXah3GM5Fd9FAJVIYH1qKWzUEZQcd6m7Hyo5bWtLUrHOqAMg2tgdR2/z71iNa8dK7y7tQ0RQngjBrk5E8uRkbqpxWkJHLWjrcyHtfaoja+1bBUGk8oGtOYxsYbWx9Kia3K9q3zAtVZ41ANVcVjCkUr2qszc1oXWBWXI3NUtgsx4apocHJqjv5qWObbVrUVi75ZdsAZNSx+H725fcqDB9ak0llkuMntXcafs46V6GEwcaivJnJWrSi7RODuPD08K5c4PtWNcQPbkqwr1bVli8vPGcV55rOzOB1pYzCU6avFjoVpS3MLvThTe9OFeaztFHWjtmjFHapGNbpTBT2pgq1sIAOakWmDrUgpMCaM4rRtcsKzU5Na1muF5rNlx3JJOPlFS2685NL5e5singbam5bJ5SAmKpscGrBJ281WcGhAMMmDRULH5qKZJ9Pqr7F+XtS7H/ALtSrcJtX6Cl+0JW/IjmKzROf4ab5DD+GrZuFo+0L7UcgFaI3EJOwYz1FMuTdXC7DwvoKueevtR56e1HJfcRimxl/u1E9hKR0reMye1J5ye1WtBWOSutJncHg1zOp6FOoY7a9RMkZ9KxdX8rY3SqnK6BKx5C8ZicqwwQajLVo62FF5lKy9pNcpp0FkfajEnoK5e4kJLDqSSa6K5yttIT/drlnBe4C+pwa0gJl2Kfbblc4YrSvNi1SLdyq4P1/wAmoZIQkayZxkAke1QZGZDnpyM+tUJA6ebuHVh0xUID7DnJHfHp61PvETIxAZJM8jqKjSRlw+7Py8ZFMZIUUsgbkNgg+9RYKYGA6Z645BpySEMjINpByB6VasWVrhw/GTyPrQwI5IyIlkWTPqPStHTpp8r5bjHo1Z+wM5xwB2rpNCsI5pVGKzqPQ0p7nRaa7PEu+PB7jqDW1aRjecIBg1YsLJVTAUYFXlsijZFcp3RWhNAeOVqwsYPIFRKpUYqeJsHBNILDSgJ5FBhUoSFAqcgN0pwiIHNAFJotpBXOB1FRuhcZCY44JrRNxBGCG5b0FU5LmNgcHBqrMLoovEArZAzUiwgBT69aeXSQ7c9D1p0koxtpWKFVREM+vNZmo38drGzu2AOlPu7zylJyciuN1CG51SckudmeB7VSIk30LMviKObKxSfSsee7Z5yXGGPf1rWtvDEbhSxIx6U/U/D8cdmXjJDoNwourmUoNrUxPPGaU3IFZjTY71UmvMDg1ryM50bEl6AOtZ9xfDB5rJlvGbjNVWkdu9HKUW57rcTVJnJPFG0mnBKpKxJGFY08JipVUVMsYK5qriYy3ne3lDr+Vb1t4k8pRlDmsFlHOKrMxBxWkMRUp/CyJUoS3OgvvEk9yMABRXP3E7TMSxzTGJNRE1E6s5v3nccYRjshh608U09acKlliilpBR2qRoY1MFPemDmrWwhw61IvNRjrUiilIZNF96tKGQAAVmocVYhclwKzY09TorVdyfWpGhG6nWEZMYOKmkwrVmaplKZQoNUJpAoq9cuApNY075JpgI0mTRVfdRTsyLnuY8TsFHI6Uf8ACTP615819IO9C3rkdalTkzJpHoJ8TyetNPih/wC9XAveSAdaqtfS56mq5pBZHpA8Tuf4qD4mk/vV59Bcyt3qw8soXOTT94Wh2reKHH8VMPimQnh689nupVz8xqmt/KWPzGpvIeh6b/wk8h/jqne+IJJlIL1xMVzK38VWBI7dTT1DQs3MxmlLE1CDUfNG4UAPkAkjZfUVy0q4mdmGDkiukMlYGpxMkjZ4DHg1rBkNEDzgBMjgqMYqszHccAkUuQV4OT/IU2MEygE9c5rUEKsiqig9AelBZXX5OOc9agkBDEDnmnIPmBPQdaGykTx59MkDFTxg7zzzjrSxbccAcmraRBiW9M1DlYdrkcUBkZFAPJ5JrstEtzE+f4V4/wDr/wA6wbWIRlVxkEjBrtdLtgEXI681hOTbN6cTpbFvkAxV/cMY6VmWw2L1qwX461kdCLJ5NC53cVWWVs4qxG1JDLkXy8k8VUvdSjjU4es7UtSaI+Wjcd8GuWvri4uW2JuLMeAK1UTKUmWNV8SHzjHASX9RVK2v9QkYmRjjtUtpoUinzZjk/wB0dquNE8QGEFDYRi2WLW4lYHeTmtBJS6e4rDF0VbpjFaOnyedJtz1pNmyViO8kOecelNsrfewJ4FOvoGWYAjioLi8+ywjGeeAB1J9BU6sLGyZYIUIQbtv3j0A/E1jXeqW84aJWjY9DscEj8K5DxdcauFSJmKW8i5CJwBz696y9I0u5mjjnjYph8Fh17Vbp6XMfa3dkQ6gTb3c0J4KMRWW7ljjNdB4rsZLa9ikdt3moCWx1I4rASPJrZSukcjVm0MCFjTxFxVpIwBSsvHSqurCuVNoWomkAqaUYqm/Wkh3LCyZq1FzHzWfGavwn93TBgwFUm+8autVI/fNSCGN0qNqlaomoGNzzThTB1p4psBRRSij2qRkbmmjpTmpoq0IUdalWolqZBSkBIOlWrFC8wqr7Vq6XH8wNZspHTWi7IPwqlcyfOeauBtsWBWZOfmNZtmiRTuXJ4zVORflNWHOWqGXhaYygwwxopTyaKszOqanR9Ka1Oj6VnHchiy9KrhctViX7tJAmWrRLUll2zgyM4q1JD8tT2cPy1YnjAStuXQi5y9+m3OKzY4znNbeopzVFIunFZNalMkhQgVYQU4R7UzSoOM0hjaaRUhFMNCYyMjmqWow+bbkAcir9MYAgg96NhHIR5jBJGcHA+tMLncfc1PdxmGd198frVdh19jXQIQEndViJRtBJ471EijJFTImCB3oYy1AAynj3rQg4+XORnrVCH5cHH3q0LbLYB+lYz2LRoxKSyeoNd1Y4MCMO4rhbY7mC4wc12ulNmBV7isGbwZtxDipCtNhGRU4AxUmwRx56VFeTeRbkqeakeYRRnNZE07TsA3C56U0JlQ+bcNgKeepq/Z2UcZyQCfU1GrrGvUACq0+pxwxGSSTy4vXu3sKpsFFG3J5SAhQXb0UZxWXcXMYJDJj8Qa5DxD4l1X7Mq2SG2tmyOPvH3NZGhR3+o+cRcyiYYIJJOafI7XFGoublR3HlCWUHsakt43s75Rg4z1q1o1jPb2vl3kqzSgZ3BcY9q0JLcSbW6kVLNepNcWgnhWQDPFZMllCLiOWYZWPplc10ltxHswD9ahurUcnYCp6ina2wWOdvhZ3y7HjjZe2V/pVdIbO1THynH3UUYArRl0mN2LBCQecA0+30uFHBEXPqeaTlcVorZHM+JdLe+0TzQv72EmQD27ivP1XFe4T26eUUI4IryDWrL+z9VmgH3c7l+hqqb6HNXjb3imuBTXPFGcUxjxWqOYrSnrVOTrVuU1TfrTQIdH1q9AfkqinBq7AflqgHE81TP+sNWz1qo3+sNJjQjVC1TNzULCkhjF+9TxTF+9UgpyAUUlOpKkCJ6QU5lyaFWrQCqKnjHao1FSxiokwJVQE1sWI2AVloPmFaEL4wKzb1NYo21bclUrgYzU0EnyiknAKk1mWZJqvOeKszEJmqjfMDVCZVPWikYHJorS5kdY9Oj6UxqcnSs47ksWU8VLaDL1DKeKnsvvCtY7kPY6G1X5alnHyVHa/dqWf7ldHQhHO6gPmFVE6irt+PmqgD84rHqUXT9yhR8tMzlRUg6ColuUhrVETUxFN8sHmpGQ0lSGPBo8rvTEYGs2pI85B0OTWLkYz1NdpNCskbIRwRiuSvLR7WZkYfKT8p9a1hLoBXDgnOauW4LH1z61p+HfBOq+I0M1uI4bYHHnSnAJ9B61u3Xw71XTI96ywzgf3DTc0jWNOT1scx5bk5A9607XhME++Kux6VKIeU+YVUmgaM8hlx6GsXLmHyOJag4fB79DXZ6KRJF78VwtrI69TuAP5V2vh9wOTwT1qZFw3OliDLt4yD1qyeFqFD0qbg8VmblG5c9Kz2Cx5dulbDwq5zioXsxIMFeKExnL3l/LJlbeBpD2zwKzYdO1C6nM1585/hUDha7M2wgGFiH5VEbhkOMYP0qtg0ZRTSRc2xjuYPMUjp93FFvZ2WkpsgRQxPRTnJ+tWtl5dnbHuC/wB48Cr1jogicPId792P9KpyBRinclsIWW2Mko+Z+cVKuN1WZRtTA6CqAkAbGeaTKRowsARWikS3EJAxu9KxI5cNjNa9lLyKaGZc0TW8pBGATT1IK1q6hbLPGWAwTzWErlGKN1HFS1ZgtRZjuBFea+Orfy7yCcD76lSfp/8Arr0huSTXFePYw2nRSAfdkHP4GmviM66908/JxTGbrSMaiY1seeNc1WfrUztnNQPVIaFTrVy3PBFUkPNW7fqaYmSnrVVxiQ1bI5qtKP3lSMYRxULCrB6VCwoGRAYNSL0qP+KpRQwF7UUvam0hiMRmkA70pHNKoNMQoFTwoSRTFTJq7Am0ZNS2UkPEe1c0+Llqa8nGKdCRnNZs1Rejcip92UqoGqVWyKgoo3Iy5qFU5q5KmWzUfl96tbEvcrGEE0VdVBtoo1FY0WPSlj6U1jSpUx3MWEvSrFl1FVZas2X3hWsdyXsdHa/dqWf7lRWv3RUs33K6ehmYF99+s4ffrSvh8xNZqj56xbsWWwelS5AFV+lI8mBUWuxrQn8wCmmQVTaXFRNORVKAXL5kFBlGKzTcGmG5NPkFdF9pRWffwi8QIMb88Go3uTUSXJSVX/usDS5Whp3PSHuGsY7XSbY+XDBGAdvGTim3WsTWiAhi4x90nrVfUSZNSguov9VMgOR9KsXOni4s1fOBjmoZ7bSskhsMsV7EJ4xjd1HoaZdabHcwkFR9RWD/AGoNOuPLgXcgb58966S1u1mcKvKlQc/WoaaMJxOSuLJ7S62np2PY10WiTbXX3q3qmnLcW5IHzDkH0rM00hJVVzgg9aW5zWszsI5cc5q3G2ec1nxKWQVZjGODSZoXFHNXIVTgkVnq5HNTCcgCkNGj5MTjkCk+x2gOWUE/SqIuGBxmnCVm6niqTKsXlhhGMAAegFI6r1PA7VCswUccmo3mLHk1QJDbhgqHFYTy/wCk4rRuHI49aw7mUw38QbgP0PrU7so6K1tfNTfnFWRcJZ96x7zWoNOsDK74Crk4riZPGN/qMzNbWe2EcBpTgn8KpIHZHpk2uB4gowADWLJqCyXojH3mGa5Z9TkW2DysFY9VVs1p6DFKZJLq4TBZQEJPQUpBobjyfLXJeNH36M+OzA/rXRyuQxHaub8VjOizn6fzFTF6kVdYs83Y0w808g+lRnPpXSjziN6iapmqF6Y0InWrdufmNU161btz81AMsGoJhhxVgmoJu1IBn8NQtUxPy1AxpvUZHjJqZRxUQ+9U46CgAxxTD1qbHFRsOalgM3c08YqFuGpytTsBZQjNWQ+FqnGeasA8YqGikx2c5qWI81D0FSRnAzUstblxTmpN20VWibcassvyZNQaDQ4JqUBSKzy5ElTrLxVEskbg8UU3cKKZJoPSpQ/SkWoW5kxJTVmy+8KqymrFkfmFaw3JlsdLa/dFTTfcqG1+6Kmm+5XQzNGFejJNUUTmtC6GWNQJHntWEmaIhYVC4Jq+0WageLFTCWo2igyVEwxV10qBk9q6E7kNFQimFasslRMvNXsTYrlajZaskVGRmp5kNHa+FrxdU0w2ErAT2/3M917fl0rpLaMvAbdhhgMYryuzuprC8juIGw6HP19q9N07VI9QtlvrbG4DEidwaykrM9PDVuZcr3RwWpwG3v542GMOetXdC1gQXyQykCFxsJPY9jXW61odjrSrNFcJFcY7jr9ax5/Azi2D212kso+8DwPwqWrnTLU6C3kEqsrYyP1rLuLNYrok8AnIHrTdFhu7CMw3bqwB+TByR6itG9UNFvAzisrWZyziWrGTCBWOcCrhYVgW9zxxngVpwTiSIdc0miUy8rc9aVmI5qvGxB55qfqKkpCLIS3NTCbjFQFDjpTd2O9BSZc8wdjTfNPrVQOfWlEnOKotEx+eQDrUOuad/aGmBYSVnjIdCPWpYz8+alMw24zQiWzjH0nVrxfLuljVB3J61Wl8PXKrsikGcdBXbN87YJ4pi25J3449TVEtts4S18O3X2yM3bDylOeDmuuUNGm0Dp0qSR7RJeZl3DrWbqPiGC3k2oyjAxk96dmONOXUsyTYPNZPiTDaJL7kfzpqahLqDqQmFB5Yd6Z4nlCaSqk8s4FZ21JnpFnDNAPSozbj0q0ZVpplWtk2cJSe2qpLb4zWq0i+tV5WUg1adxGUIypqzDwwpWxmkU4YVSAsGoZugqbrUcwG2pYEOeKgY1L2qFqZQ0feqcHpVcfeqYdqALA6VGwp6nimNUgV3+9QtD/epRVASo2KsR81WXrVmI1LGiRxwKcDhKDyKHGF4qLFxJ7brVmRvlwKrW4xiruwFall3M5l+alXqKllUKTiowMmmkDJOtFGKKLisabGhelIxpV6VC3MWNlqxZfeFVpas2X3hWkNyXsdNafdFTTfdqC1+6Kmm+5XS9jMxrn7xpkODRettJqklztPWueZojW2giomi3VClyG71biYNWRZXa1z2qBrQ+lbaxqRSm3DCrU2hcpzj2zelV3tz6V07Wee1V5LH2o9o2HKcy8JFRGI1vy2PtVV7MjtVwd2S0ZQh9qvabfXGl3IlhPB+8vZhUht8dqjaPHau2NOLRnzOLujutNvNN1UB8COX+IA4Naz6Zv+eJyq46A9a8sVnhcPGzIw6FTiui0rxdc2hCXQ82P+8OoqJ4dr4TvpY2MtKmht3unzQMJMHApsFysjGF+HA6Grp1211G3IilRuOR3FZAiD36TbsYP51xTVnY6W4tXTFmjMUhYD5QelWbOTbtXJO7pU88IkjOOvrUUMLKoB4wc1mYGlE3Y1YB5HpVJDtJNWVegaJ26VA3TilLHikJpFEewnmjcV6VKuMc0hQUy0QtPt5qFrpmJAxTLzKDIrIuLO8vuI5zCM9QM00Q1dmzJqltYQmSVw0nXaDWBdeIdS1WQpZREx5xnO1B+NSxeHEHzXU7zn0bgflVplhtk2rtCjsK1TRtCyKEWg6hL+9ur4Rgn7sa5x+JqSTSNPiAPl+bJ3eTkmmXGqsp2RKWNQIby7kDSEqvpTdRdCnUivM07WKOG3KRqFAOQAOlcx4uvTuggz0BY/yFdVAuxCOvFVNU+Hl/rdnHqVrcJ5jLgRN6AnHNZQXNI4q87L1PNWn96iM59au6t4e1bR5Ct7ZyxgH72MqfxrIJNb2ORE5nPrTTMTUOaTNMdiXzKUPyKhzQDyPrQM0k5FJMvyZpYuAKdOP3ZqLhYpdqhNTdqhaqAbj5qkFM6mngUwJ06UhpV4FNbpU9QK7/epR0ob71KBVASIOasoKroOasr0qGNDwecUr9hTQfnFPbqKTKRZhwBzU5lG3iqahmIVQST6Vuad4Yv74BvLZVPqKFBy2KbS3Mgq0hwBk1q6f4fu7zkIVX3FdhpfgowsplXJ967O00+2s4RuAGK2VK25EqnY8w/4RGcetFekTyRmU7I+KKXIHOzx4mnL0plPXpXLHcljJOlWLI/MKry9KnsuorSHxEy2Ontfuip5vuVXtfuip5vuV09DNGBqRwDXOy3BV+tdBqhwprkLp8SHmsWrs0RqRXfPWtW2vQMZNcmk2D1q1FdkHrUyp9h3O2hvQQOauxXCnvXFQ35Her8GpY71k00Umdgrqw604qpFc9DqY/vVdj1BT/FSsUX2t1aoJLPg8U6O8U9xVgTow60JtBYyZbTHaqMtsR2roJCrVUkjB7VtGs0Q4I594sUttYXN/OIbWFpHPoOldpo/gu71iRWdTFAe5HLfStzxZdaf4F0eO1s0X7fMMIq8ke5rqjXla5k4XdkclHoB0KOOS5uF+0zceUvYVaFY1qb26Q3l47NNI2RnsK2Y+VBrjqz55XZ3UI8sbFyJ8oM9al6jNVozipckdOlZmjRMrdqeGxVbtjmpFbKigSJxJzQX96hzSZIp6FFgSUNLg1XL8VGZS3ApXsUh87CQ47U5CFXAFRLnJ4qSNDjrzQK4yRd3rULWyFTxk1eEJPOKRYiG6YouNMzDYEjdhQKliji27RyaluS3IzxUMaeSvJ4p9Cb2JAgQN9MV3uluI7WK3Yf6tAv6VwVsRNdxxj+JwK7KJyjhs49quit2ctd3aRqXFtaXkTQ3MCyRt1DjNcPrnwm0fUleSwJtJjyNvK/lXZpOGTAUufano0qth2RR2Aro3Oex89678Ode0Ms7QfaIR/y0i5/SuTeN422ujK3oRivrcy7htkAYHsea5/W/BOg68hNzarHL2kT5SKVhps+ZaVV5Br0vX/hDqNhvm0yT7XCOQn8WK4S4026sZDHc28kTjs64pMq6Y1H4p0j5jxUWMUjEmosMYelQmpj0qI9aoAVakxSoOKcV4pgL2pp6U49KQ9KnqBXb71OHSmn79OFUBLGKsqOKhiGSKtRoWICjJNQ0NELcMK2dI0K81aZVhjO0/wAWK6Lwx4DuNVlSSdCEPOK9w8OeDLbToEAiAx7V0RpJayIdS2iOG8NfDZIgkkybn7kiu+h0K2sogNg4HpXS+UkCbYwBis65+bNaXI1Zzt5GFJ2LisOcEN8xrpLzgEDk1iXMXlqXeobNEilgGisi41ErMwHSip1KseZEU9elDCgdK4luBHLVix+8Kry1YsvvCtIbkSOmtfuip5fuVXtfuip5fu109CFuc/qv3TXGXn+tNdpqYyprlLuAlycVlezLM7ODTgxFKyFT0puKu47EqzEVMlyR3qnil5FK19wsaaXrDvVqPUSO9YYYjvTw5pOmmB0kWqEY+arseqnjmsHSdM1DWLpbext3ldjjgcCvY/DPwqtrKOO51iTz5cZMQ+6D/Ws/Zdhc9jltIstQ1mYJaW7sD1cj5R+NehaR4Mhs9kl4fPuCcKg6ZrqrW1t7G3CQRJEo4VVGK0NKjWW5klbkQ8DPqa0jSS3E5NklvZpp9oWwN4HPt7Cvn++SXxJ4vvbuZi8ayEAnsoPAFfQ2onFlKO+wn9K8c8D2Md1MqScefckM3tmorvZGtFbsoPbqUXbjb2x6UCPC4rQliCsV4OPSoWXisDqi9iqARUgPFIRim7sHmgolzTHyvK0gcg+1LuBoCwLKDT2kGKgKelMPHFAErv78UxXHU9KiLEdaYXGACKBXL0cq8DIq3Gy+o/GsXfg8GpxcMKLCua5lCrUEl0McdqznvWGAePeqtxdnHHWiwNlye4XJ3HrVKa7UR/e+ai00vUdWkAtoSwz94nCj8a7vQ/h7aW8YudUcXUw6Rrwg+vrVxi3sZyqJHN+HbOa4mN66skSD93n+I+tdZ5itxjmr+sWjQmCWIBYVXyygGAB2rIDHJXrjPNbRjyqxzSlzO5ctJmQMAcnOQKsou597Akn3xVC1LCRG7HgfWrjGUHcRuxVEls7GHQgjuDU0UQfryR61RSd9uWBUdhUsVwzdOB7mgLF/YIx8p4+tUNQ0XT9XXy7y0jkUj7xAzVgNvBX5c0JvB5dAPrQB5t4j+EUTxyT6RIUcc+U/Q15FfWNzp129tdRNHKhwQwr6qFyAwViee/auL8e+DIdftmnhAW8jGVYfxexpNdgTsfPzVF1NWLu3ltLiS3nQpJGcMpqt3pFlhKcaYp4p+aGAlI3SkzzSMaSAhb71OBpp605aoC1AMkAd69J8D+D3vpUuJkyD0BFcr4R0R9W1BBtygPNfS3hfRo7K1T5AABW9OCXvMicraI0dE0SCwt1GwAgVssQBgVEZAOew6VE0uBn1pu7ZCCd+No61TlX5T61OG6sah/1klNFFNrRSpdhXL62GOUQZ+ldhcv8ALtWs59NWRS7Dk0rdWNM8xmsnMhytFd5Lo8ZkJ20UuRlc6PAWNN7UzfTgciuBbjI5TxViy+8KrS1Zsj8wq4fESzpbX7oqzL9yq1p90VYk+7XT0IRiX4zmsKaEMTxW9fd6yG6mueZojLltetVGtyK22QGo2gB7UKbGYZiI7UzZ6itprUEcCrWk+GL7XLxbezhLE9WxwtUp3E9DnFRmYKoJJ6AV6B4R+F9/rJS51ANb2pwQv8TV6R4S+F1hopWe7UXV11yw4X6V6D9nSEKqgKP88Vqlfchtsx9F8Oab4etVis7dFOOuOTWhK+1Txk9zVk2u9QWYouc+5qC8g2nCnA25xT2EUWnYhiASQecVq6ScaLNImQ5ck5rIAKCQ9ATg1f0SQH7Vbk8DBH8qQy9dSgrtPQjFeQ6bLJoWp3MKHa9tdFkz6ZyP0r0y5lIj56g4rzfxlH9m1WK9VcJcJsc/7Q6fp/Ks6y0ua0XrbuRtL5gDnGW6/WmN0qnYzh0eP+6dwHsaubuMVzPc647FaTvVRmOauSrVR19qRaAOaeDUJ+U05H9etMZY4IFRyDJ4ODT1btQy5oEV26c4qIsPY1O6YGaqthTmgVhcAnOaOR/FULSEcgVUe4JNFxcpeaQH+LOKpSTM7EDgU9fuEmoYxukpNknofg0YskHua7+NSYBXDeE022kQxXfW/wDqBXZDY4p7lPUUD2kiEZwhrj4wSN2O2K7O64WUf7Jrjd2wODnBGRgU5CJYJCIgCoO1s9a0HnPlnOB7AVkxFnUrgg/StJUBVQCTnlqQD0YFM5zT8q/Tg/SmmTyxhcAdOB1p+MjPcUDJ43VQCoAPqafuEhPBJB9KgTcZAQg21ZAJDAkkH0XFAh4lKgjYcCoSS77gOtMUSEEoTx2NNaQ5+Zdpx1FAHl3xS8Jq8R1i0jAkT/XAdx615D3r6jv4Y72ykhkAZWUqQe9fN2vaa+k63c2jDARzt9x2pMqJSWnHpTFpxPFIqwlNbmnd6Q0ICPFPhjaWVUUZLHFJiuh8I6ab7VkJXKqauEeaVhPRXPXfht4fW2tI3ZOTjnFeuBlhhVF4rm/DlqtpZIMYwK2Hmyx54FdLMN9Sd5csBnioml3Piq/m4yaYr8FqQyzLN2BpyMEjz3NUEYvLk9KdJKScCjyGW4186TnpTrqVIkwKZESkWe5rNuJHllx2pqzeomxfNLc0UqhAoBIzRWntIk8jPmRWzU6niqSNmracrXkWszoY2Y1YsvvCqstWbL7wq4bks6e1+6Ksy/cqtafcFWZfuV09CDFve9ZD9a176sZz81c8zRBmgU3Nd54C8GPq86X97GfsqHKoR98/4VKTbsgbsVPCfgm616VZp1aK0B5YjlvpXs2kaHZaPCsFlCq44LY61dtbMRoIbdAqrjoOKt+UwG1PXk10xgombbY7aEXao3MT+dIUbKswBwe/QVLGmCcfiTUku2MYPJp3AjDq7YCj86qXbAuuVKnBUVNGoVHcjGe9R3TGSD5fmKHOaAM24G+NlC5IGGHejTwYdQicHKvlGz9KWNy8rO3Rgeahnl8hlYYxkPSGW9URBOyrwWGcCuR16yTUNKntmA343IT2YdK7a2MN7HJLncT0Nc9qUHluxxRJXQ1o7nktlOyGBmOHV2glB6juv65rdHIFZXiK1NrqUsiLiO4HmcD/AJaL6VftZhNbo4PUZrjkrM7YSuiYjNQSx8VYyMVE/JqS0UnHNNA5qaROtVgHXgnJplFlKeTxzVdW5AqbkrQA1iD3qJ4wwPrSng0BsmmCZnXAK1VjQs2W6Vp3O0jkDNUGYZwKlgxZG4xS26/MKjY5NTxDC4H3mIUfjSW5m9j0jwwn+hw+65rsg5S3GOtc1ocHlW8YIxtUCukyAqj0Ga7o7HFLcjuTuV/VhiuQI3OU9GIIrrid5HfmuRu8Rag4zgFz0oYiNZNjlFwdvQVoxYkjX5sHGcVQkRQBzy3erlodqKqNzjFICWT5QOPpmpvL3gODyR0JqF4pC2D0qTzIoYQoGT6mgY+FTuJMgOPepHmkTOJGIPaqsSsDuZgFPp60k7hpMbjgelIB7zsiElmOewpI5VcjaW5HINU5Z9jYLD+VX7V1ZWDY4GQaAIjyDXknxU0tUuLbUUGN42P9a9X3klscgHrXKeO9POoeHbkBcvH+8X8KGB4cDRSd6dmkaCUhPFLTSaBB1r1X4baVgLKy8sc15jZwm4u44x/Ea+gvBOnC3tI+Oi1vRVlcio+h28JEMQUdhTWm+Qn1qGSTCmq8kmMCtDMsvLhQM0GXCYzVJpcuBmgybmApAaMbYQn1p9uu+TJqkZQqgZqQXqW8RJPNHQDTuJkjTGaxpbsbiF61RuNSaZsA0+2iyd7nihKy1AsbpG55oqb7TEg28UUc3kUfMUQOavxfdqMRbalUYrzua7NbEc1WLHqKrTVZsvvCrhuRI6i0+4Ksy/6uqtofkFWZPuV09CDGvuhrGf71bV70NR6Foc+u6qlrEDszmR/7orCSuy1oaXgrwlLr96JplK2cZyx/vH0r3iztobG2SGEKgUAYA6CqejaTBpdpFaWyBY0Azgda2obYhzJKdwJyo9K2hHlRDdxUO3gZ/CpUAHGcc9KQtjkYB96jwN2WbA9M9aoCZmwMA5/lUW/n5iGPtTjscD+L0HamApkccn8aQEE0+5gcjA4xUTSRYYMWBI4x3q1JEzR5+VfTNUJHdPlYAn1z1oGUlmPmtEGGBzj6VXuX8xWzwV45HarEjKswKKAx5wR0qrIUfIXOQD1pAXdNvFhhC5xz2p2oxiZdwHUday7R9khQ9Oxratn3xtG47cGn0A4HxBpQu7CVAB5qneh9CK4vSboorQsSCh6HqK9W1G2+ZsV5l4msH0+/F9Ev7pzh8djWFSPU3pys7F4S5/GlDZrLt7oSoCDVtZfesLHSTvyKgYYNS7sjrUbUFDFqTtxUWRSl8CgBkhIqAuR3qRm5NQPntTYEErljUGcVLIcVXzUAx/U1e0uP7TrVnbjkZ3sPYVnqcc10nga1M9/cXzDgYjT+tXBXkjOo7RPSrKPbGox1q+0gbfjsKqQ/L8x6KKkRv3LMeprsRxkkbYVPpXJaqobUnOcYY8Zrqs4IA9K5bUow2pyEk4B9fakxEYJlVU5+U9auwbki+UE4PWqqbVVRkfNV23kSJGDMAd1IBJHll+RTg98dakWMqvzfhmmGb5iV6AdcUhkkkVVGAPU85oGTSp0KtuPfHSmuvkEbgckU4SYXBGfpUb/v2yy7SOme9AAgYnJVSPQ09leNC/AGOg6VC6dmIz7Uk7J5agZUZ5xQA9CY1UMOT1NRXcAuInQgFWXGKeWOEAGQep9KA4J2k+1ID5x1W2Nlq13bEf6uVh+Gapk11/jzSjb+JJZRys435rmfsp9KjmS3LWxVJpKt/ZCe1KLQ+lLnQWZpeFLQ3OrocZCmvobRYxBYKenFePeBdPxceYR3r2WE+XaovtXXB+6jKe5NJJ0FV3ly/wBKY8n7z6VAXByc1RJKsuXJp0cnzZzVWPPJqQnbETQBDeahskwDVdrt7g4BOKz5g0tyfSp0dYVwOtXJpLQSTNKBFiG5jk1K97n5UrNR5JjgZxV6KJYhuc81HqUSqsjrnNFMN6FOB0oovINDxGQCmdqkKEjNNK8V5qTvc2ZWlqxZfeFV5qsWXDCtI7ks6e0+4KtSfcNVLT7gqy/3K6OhCMu5jaWRY0GWY4Ar1zwT4bXRNLBdc3Eo3SH09q5bwZoIvtQ+3Tr+6iPyA92r1eFCnAX+GlFa3BsdDuWMKy5PYDvVkOUGSdzfyqPcRgAAnvSEln7H1qxCb2eVSgDHuzdqfvhiUvJy3Uk0x2VAQRjuSKidEkTaqliepJoBBNeGVQIFHTk+1RxSRW67ZJiWI6A5qY20WwB/mPTGcCqFx5NuwKjnscdKVxls3EQkYKSD6mo5JRKQpdSfQ9api7imBwrFu56VDJMySsCrDHRhzRcB1x5iuykAKo4Y9azJVJ37H2lhjcvr+FXpZI7orknevVe9UZ9xkRuwPP1pAOsh5csSOSSepPeuveKG0sgWxyK467ZoriN1xtK54rZW4fVNPjKtkqMMPehDIZwsuSOlc1rmlR3trLbyD5XXr6Hsa3kLQybGFLPAJkxihq407HhEn2jTL2S2kB3xtgg9/etG3vA6jnmum8beHDJF/aECfvYhhwO6/wD1q4NNyHIrlcbOx2QkpI6WOYHvUu4EViW90TgNV+ObipsaIsMeaTPFM3ZGc0wtxQMVutRv0pGk5pkjgjikwRBKagIqVzULnAoSAhnk2pgd69N8J2QsNJgQjDEbm+p5rznTLf7drFvb4yC4ZvoOa9VhOxVReprWktbnNWfQ2lYtEB/eOanY4iC/hVS3YkgVYdvnQV0HOPY5Y+nSuZ1I7NRfPT/61dIPmYn3rntWwL9znkAcUnsIoCcllYDAHSrsLb2Yv3PSqW1PlBxu7Zq9YttYlk6DAOaQEsm0Ftpbj1GKRXxGo25B5BqWc4RiRknvVaKQeWC3TOCKALJdY49wJz1wBzQJWkAOAnfBPJpk8qxw54ANVo2BIKDLAcZoGaKBJOeNw61CConfjK4xzVY3Dx5bbhvbinRu0i7nIGTz7UASFmEvy/dI6UbQVY5+lK2QhDHHcEUwBkt/Mz1pAcP4+tVl+xyBeQCCa4v7IPSvRPGS4tLdSB97NcbsFefXlabR0U17pnfZB6UfZh6Vo7abs56VmpMux1fg61CKpxXfyHCqPauR8Kx7UXiuqlb5q9qn8KOOfxFZ3O5zUKuSnNDthWPvUeRsAqyC0jYjpJpdsGKiZwigZqhe3QI2g9ql3BEcsyg8daSFGlbPQVXgiaVtzdKvNMsKbVp7DLKyrbrgdajM8k7YXNV41aZsnpVsOkC4HWnt6gTJANo3HmiqhumJ4oo94LI8w8rKioGTFankMq1VmQCuCBrIyZhU1nwwpk4AapLX79EdxM6O1+4K0ba1kvLiO3iGXc4rOtT8gru/BOmiSaS9kXhPlX610kHW6LpcWmW0MAHKj9fWtoyFI96gE9qrEmFR6nj6CpFUICXYknoKoRIpZ1yD9advMY4b5+gGOgpm/Axj2GOlLs3ttFACq+8biDmnRyZLbU5Az061XeURN5a/MwPJpI9TLfeAUA44HWkMc5uJSQAyj171Ult5tmXP4elX/Oe4X5CUB7nioJI5WQknd7ZJosBz7yrG7KshJzzkdakWdynmZ/WpLuHdkgfMOTgVSWZWDxhTkDjcw5pDRfjQSPv9udwzUF6nlTnptkGSVNZ/2osPkYIynnNXC6NCJJSMjuvSgCGdW8lT6HjNT6bcvZXIYcwyHn2NQTufJBBwOnB//VS2H723kU5OSCKSA3dQhEgEsePXiqcUueDV22YtahG7cVQuINjllOPWqAmlt47iFlK5B4INeVeKPDTaReF41P2aU5Q+h9K9XtZDwWwR/F/jVi+0q21Oxkt50DRuPxB9RUTjzIqE+Vnzw6NG3FWIbnGAa2vEPh+fR757eUEr1jfHDCsBoitc7R3Rd1c0UlBHWnF8jisxZGSphPnvSGWGY/hUZbJqMuTTC+OaRQ924qtI+BTmeoVQ3E6Qr1Y4zQS3ZXOp8GWOZJr+QdBtUkV3dnGOZWGSeg9KzdLsBa2MUCjjofwrYOI0xXRCNkcUpczuXLXByafuzMfYVBaZKMe1OjbO9vU1oQWkzt4rnNaDC7YgDPHWuiDYAFc/qcoa9dCONtD2ApEgCMEYY9cVNBN+98sMEz3NV1O6cKBwR1x3qKcGJQwXcwbPNQBqTKdhVGMhFVrOV97ggFgcYqe1kM0TmQ4GOMCqi7BI+XIB6jvQA6/kZ9oLKB7GgMsSqQTkjtVbarzfL8q9hVu4JSPg5wPSgAV12ENw3Y1Zjw5ye47d6opdK8eGUf1qzFKbWMuehHftTAnlYApGO3anu+AkJ5Vjkj0qjHOZnZyuB61PbMrzyM3zbeBSEc34zZmaBewrkttdZ4sfzCjZGN2BXLHArzcQv3jOqn8JHigD5hSlgO9NWQbx9azitSmeg+GlxCv0rdlbBP0rF8N/6hcela85+99K9yGxxS3KMxO2m5Py0rjIApZBirJKl3c7XxWcC08vtSXDs90QOlTKViT3oeiGkTGURIFWmxRtM+5ulRRIZXyelWZJhGu1aXoMmaZYV2rUSK87Z7U2KEykM/SrLSpCuFo22ESqI0UKetFVCzudwBop8vmPQ5hoGC/dPT0qjcWxI+4fyoorz07GrRmy2DMeFP5Ukdm6N9w/lRRTW4raGzaRudq7T6dK9l8PWa2ekW8WzkDLcd6KK6YmZpMMtkg09ATy275RzmiiqEPypyMf4VG05VNoBXkAtjvRRQMd5ClWyDluTmsu7ts/OjkdwRwKKKQIpx304Y8sQp9K0rS/dUw5x6dyaKKkosTJ50ZIQEN2xXNXkUkUuVTZzzxxRRTYiufNMrK6gg8gjjNWoIRJblTGyk8DA4oopARiMiMp3zzS2RMMpQg4xRRQCN+2b5cYPNOnQN1FFFUwMuQyWc28Kdta1jeoygDhG/8AHTRRSeg7Ddb0GDW7BoJQA/WOQDlTXjeq6Nc6deSW1xEQ6Hrjgj1FFFZ1F1NqEnexjPbMCcKfyqPy3x90/lRRWJ1hsf8Aut+VIUb+6fyoopAyIpKzbERifp0rY8NaY9zrEGVbyo33EkdSKKKcVqYzeh6asZi2rg5Ap4geVwTnFFFdKOVl4jyoCAD0qKEHywCDkmiimIsEHjg1zepA/wBouMH8qKKJAQttG0gEEdeKZIjPHIVDYx6UUVIFi0KG2AKuxHYCmiHMhfyiOOhoooAogbbhyVJwelSl5SR+6OM8HrRRSDqTpErNwmO/SnFHnbyskoPaiigBMNGCACBn0py70tmcKVJ56UUUAcn4rcxLbjklsk8VyrTt6N+VFFcFZLnNoOyImnb+635VGszmRflbr6UUVVOKuNtnqnhZWNqpIPSta4BG7g0UV6qOXqVgpJUYNE6n5uDwKKKGIximx2cqfyqIK80g+U4+lFFJdyy0x8pMKDn6UyGJpG3sDRRT2VxMmkmKDaqn8qIYXkO9wQKKKNkBZ81U+UKfyoooosOx/9k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4987" y="4597931"/>
            <a:ext cx="1782738" cy="13095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87903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1912101"/>
            <a:ext cx="2237234" cy="17002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矩形 4"/>
          <p:cNvSpPr/>
          <p:nvPr/>
        </p:nvSpPr>
        <p:spPr>
          <a:xfrm>
            <a:off x="624880" y="1912101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泰爷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王绘春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24880" y="392392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于谦饰演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6" name="Picture 4" descr="https://ss3.bdstatic.com/70cFv8Sh_Q1YnxGkpoWK1HF6hhy/it/u=1729001356,1855811453&amp;fm=26&amp;gp=0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917" y="3923928"/>
            <a:ext cx="2231067" cy="201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58671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跋涉">
  <a:themeElements>
    <a:clrScheme name="跋涉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跋涉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跋涉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05000"/>
              </a:schemeClr>
            </a:duotone>
          </a:blip>
          <a:tile tx="0" ty="0" sx="95000" sy="95000" flip="none" algn="t"/>
        </a:blipFill>
        <a:blipFill>
          <a:blip xmlns:r="http://schemas.openxmlformats.org/officeDocument/2006/relationships" r:embed="rId2">
            <a:duotone>
              <a:schemeClr val="phClr">
                <a:shade val="30000"/>
                <a:satMod val="455000"/>
              </a:schemeClr>
              <a:schemeClr val="phClr">
                <a:tint val="95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Trek</Template>
  <TotalTime>191</TotalTime>
  <Words>593</Words>
  <Application>Microsoft Office PowerPoint</Application>
  <PresentationFormat>全屏显示(16:9)</PresentationFormat>
  <Paragraphs>209</Paragraphs>
  <Slides>11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2" baseType="lpstr">
      <vt:lpstr>跋涉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人物形象参考</vt:lpstr>
      <vt:lpstr>人物形象参考</vt:lpstr>
      <vt:lpstr>人物形象参考</vt:lpstr>
      <vt:lpstr>人物形象参考</vt:lpstr>
      <vt:lpstr>人物形象参考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liuxin</dc:creator>
  <cp:lastModifiedBy>liuxin</cp:lastModifiedBy>
  <cp:revision>46</cp:revision>
  <dcterms:created xsi:type="dcterms:W3CDTF">2021-01-23T10:23:14Z</dcterms:created>
  <dcterms:modified xsi:type="dcterms:W3CDTF">2021-03-31T07:39:38Z</dcterms:modified>
</cp:coreProperties>
</file>