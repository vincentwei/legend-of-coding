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60" r:id="rId5"/>
    <p:sldId id="261" r:id="rId6"/>
    <p:sldId id="256" r:id="rId7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3557" y="58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2021/1/25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30645" y="4590124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1" name="直接连接符 70"/>
          <p:cNvCxnSpPr>
            <a:cxnSpLocks/>
            <a:stCxn id="52" idx="5"/>
            <a:endCxn id="56" idx="1"/>
          </p:cNvCxnSpPr>
          <p:nvPr/>
        </p:nvCxnSpPr>
        <p:spPr>
          <a:xfrm>
            <a:off x="3693986" y="3089279"/>
            <a:ext cx="478272" cy="1642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0" idx="6"/>
            <a:endCxn id="52" idx="1"/>
          </p:cNvCxnSpPr>
          <p:nvPr/>
        </p:nvCxnSpPr>
        <p:spPr>
          <a:xfrm>
            <a:off x="2619320" y="2072009"/>
            <a:ext cx="357946" cy="30055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22356" y="4572000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71" name="直接连接符 70"/>
          <p:cNvCxnSpPr>
            <a:cxnSpLocks/>
            <a:stCxn id="60" idx="5"/>
            <a:endCxn id="56" idx="1"/>
          </p:cNvCxnSpPr>
          <p:nvPr/>
        </p:nvCxnSpPr>
        <p:spPr>
          <a:xfrm>
            <a:off x="2522237" y="2473546"/>
            <a:ext cx="1641732" cy="22400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60" name="椭圆 59"/>
          <p:cNvSpPr/>
          <p:nvPr/>
        </p:nvSpPr>
        <p:spPr>
          <a:xfrm>
            <a:off x="3098948" y="18928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2" name="椭圆 61"/>
          <p:cNvSpPr/>
          <p:nvPr/>
        </p:nvSpPr>
        <p:spPr>
          <a:xfrm>
            <a:off x="2287858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2290812" y="361235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5" name="椭圆 64"/>
          <p:cNvSpPr/>
          <p:nvPr/>
        </p:nvSpPr>
        <p:spPr>
          <a:xfrm>
            <a:off x="2035259" y="4492836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2255408" y="589597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2255147" y="684706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2250972" y="2610277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23143"/>
            <a:ext cx="148165" cy="20117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cxnSpLocks/>
            <a:stCxn id="63" idx="0"/>
            <a:endCxn id="68" idx="4"/>
          </p:cNvCxnSpPr>
          <p:nvPr/>
        </p:nvCxnSpPr>
        <p:spPr>
          <a:xfrm flipH="1" flipV="1">
            <a:off x="2619765" y="3347864"/>
            <a:ext cx="2510" cy="2644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4275277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5670720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6633558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4415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47" name="直接连接符 46"/>
          <p:cNvCxnSpPr>
            <a:cxnSpLocks/>
            <a:stCxn id="45" idx="5"/>
            <a:endCxn id="62" idx="3"/>
          </p:cNvCxnSpPr>
          <p:nvPr/>
        </p:nvCxnSpPr>
        <p:spPr>
          <a:xfrm flipV="1">
            <a:off x="1945809" y="2257522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15607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78060" y="199966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84" name="椭圆 83"/>
          <p:cNvSpPr/>
          <p:nvPr/>
        </p:nvSpPr>
        <p:spPr>
          <a:xfrm>
            <a:off x="278060" y="3080902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46853" y="2737248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1015646" y="3449696"/>
            <a:ext cx="1019613" cy="16320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cxnSpLocks/>
            <a:stCxn id="62" idx="2"/>
            <a:endCxn id="65" idx="1"/>
          </p:cNvCxnSpPr>
          <p:nvPr/>
        </p:nvCxnSpPr>
        <p:spPr>
          <a:xfrm rot="10800000" flipV="1">
            <a:off x="2207756" y="2023143"/>
            <a:ext cx="80102" cy="264219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曲线连接符 29">
            <a:extLst>
              <a:ext uri="{FF2B5EF4-FFF2-40B4-BE49-F238E27FC236}">
                <a16:creationId xmlns:a16="http://schemas.microsoft.com/office/drawing/2014/main" id="{1E93EC84-9580-4DCA-A932-6A2F3050CD97}"/>
              </a:ext>
            </a:extLst>
          </p:cNvPr>
          <p:cNvCxnSpPr>
            <a:cxnSpLocks/>
            <a:stCxn id="68" idx="6"/>
            <a:endCxn id="65" idx="7"/>
          </p:cNvCxnSpPr>
          <p:nvPr/>
        </p:nvCxnSpPr>
        <p:spPr>
          <a:xfrm>
            <a:off x="2988558" y="2979071"/>
            <a:ext cx="52088" cy="1686262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D02346C-DC57-4286-903E-3AD3A1807948}"/>
              </a:ext>
            </a:extLst>
          </p:cNvPr>
          <p:cNvCxnSpPr>
            <a:cxnSpLocks/>
            <a:stCxn id="68" idx="0"/>
            <a:endCxn id="62" idx="4"/>
          </p:cNvCxnSpPr>
          <p:nvPr/>
        </p:nvCxnSpPr>
        <p:spPr>
          <a:xfrm flipH="1" flipV="1">
            <a:off x="2619321" y="2354605"/>
            <a:ext cx="444" cy="25567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2981586" y="568643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03106" y="568640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3879016" y="568640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3894544" y="2051720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4069513" y="330976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3971217" y="4215381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60" name="椭圆 59"/>
          <p:cNvSpPr/>
          <p:nvPr/>
        </p:nvSpPr>
        <p:spPr>
          <a:xfrm>
            <a:off x="3022110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4227934" y="565357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214780" y="172813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4" name="椭圆 63"/>
          <p:cNvSpPr/>
          <p:nvPr/>
        </p:nvSpPr>
        <p:spPr>
          <a:xfrm>
            <a:off x="2030766" y="2252888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9" name="矩形 68"/>
          <p:cNvSpPr/>
          <p:nvPr/>
        </p:nvSpPr>
        <p:spPr>
          <a:xfrm>
            <a:off x="1943533" y="568640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544215" y="1048693"/>
            <a:ext cx="202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2362229" y="1048693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353572" y="1048696"/>
            <a:ext cx="1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2700972" y="536408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3353573" y="2354605"/>
            <a:ext cx="32148" cy="300948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4070470" y="6048837"/>
            <a:ext cx="157464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4401341" y="1048695"/>
            <a:ext cx="4972" cy="100302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4400976" y="3065315"/>
            <a:ext cx="365" cy="244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4400976" y="3972688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cxnSpLocks/>
            <a:stCxn id="64" idx="7"/>
            <a:endCxn id="60" idx="2"/>
          </p:cNvCxnSpPr>
          <p:nvPr/>
        </p:nvCxnSpPr>
        <p:spPr>
          <a:xfrm flipV="1">
            <a:off x="2596608" y="2023143"/>
            <a:ext cx="425502" cy="32682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F01A0CC-ED94-4457-BF78-037AF4F73390}"/>
              </a:ext>
            </a:extLst>
          </p:cNvPr>
          <p:cNvSpPr/>
          <p:nvPr/>
        </p:nvSpPr>
        <p:spPr>
          <a:xfrm>
            <a:off x="1062220" y="568639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742E49F1-AE2D-432A-BD23-CFA7850C8489}"/>
              </a:ext>
            </a:extLst>
          </p:cNvPr>
          <p:cNvCxnSpPr>
            <a:cxnSpLocks/>
            <a:stCxn id="64" idx="5"/>
            <a:endCxn id="54" idx="1"/>
          </p:cNvCxnSpPr>
          <p:nvPr/>
        </p:nvCxnSpPr>
        <p:spPr>
          <a:xfrm>
            <a:off x="2596608" y="2818730"/>
            <a:ext cx="1501478" cy="1523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1737103-2310-4C99-9830-D54B270AC975}"/>
              </a:ext>
            </a:extLst>
          </p:cNvPr>
          <p:cNvSpPr/>
          <p:nvPr/>
        </p:nvSpPr>
        <p:spPr>
          <a:xfrm>
            <a:off x="214780" y="262778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0E8F8F05-B12D-4B9F-81FF-7B0239AFC8DD}"/>
              </a:ext>
            </a:extLst>
          </p:cNvPr>
          <p:cNvCxnSpPr>
            <a:cxnSpLocks/>
            <a:stCxn id="73" idx="0"/>
            <a:endCxn id="62" idx="4"/>
          </p:cNvCxnSpPr>
          <p:nvPr/>
        </p:nvCxnSpPr>
        <p:spPr>
          <a:xfrm flipV="1">
            <a:off x="546243" y="2391064"/>
            <a:ext cx="0" cy="2367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7F75E0D3-E7E9-4D35-B002-F72001174BDC}"/>
              </a:ext>
            </a:extLst>
          </p:cNvPr>
          <p:cNvSpPr/>
          <p:nvPr/>
        </p:nvSpPr>
        <p:spPr>
          <a:xfrm>
            <a:off x="1071866" y="322196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9DD23DB-E585-4EAB-A328-BAC7DE46C5A4}"/>
              </a:ext>
            </a:extLst>
          </p:cNvPr>
          <p:cNvSpPr/>
          <p:nvPr/>
        </p:nvSpPr>
        <p:spPr>
          <a:xfrm>
            <a:off x="718580" y="4120008"/>
            <a:ext cx="1369497" cy="136949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7C7F9564-36A0-4D27-B25A-44E88CD51E2F}"/>
              </a:ext>
            </a:extLst>
          </p:cNvPr>
          <p:cNvSpPr/>
          <p:nvPr/>
        </p:nvSpPr>
        <p:spPr>
          <a:xfrm>
            <a:off x="982232" y="5722637"/>
            <a:ext cx="842193" cy="84219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63EA96EC-0FC7-4454-8AEE-30CC53492D06}"/>
              </a:ext>
            </a:extLst>
          </p:cNvPr>
          <p:cNvCxnSpPr>
            <a:cxnSpLocks/>
            <a:stCxn id="79" idx="0"/>
            <a:endCxn id="48" idx="2"/>
          </p:cNvCxnSpPr>
          <p:nvPr/>
        </p:nvCxnSpPr>
        <p:spPr>
          <a:xfrm flipV="1">
            <a:off x="1403329" y="1048692"/>
            <a:ext cx="0" cy="217327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00B3ABB9-5ECA-4D34-9385-DDCE86C3FD87}"/>
              </a:ext>
            </a:extLst>
          </p:cNvPr>
          <p:cNvCxnSpPr>
            <a:cxnSpLocks/>
            <a:stCxn id="80" idx="0"/>
            <a:endCxn id="79" idx="4"/>
          </p:cNvCxnSpPr>
          <p:nvPr/>
        </p:nvCxnSpPr>
        <p:spPr>
          <a:xfrm flipV="1">
            <a:off x="1403329" y="3884891"/>
            <a:ext cx="0" cy="23511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836E9DFA-A36C-4F5A-A785-09D02EF40D60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403329" y="5489505"/>
            <a:ext cx="0" cy="23313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288D23D2-C901-41ED-BF05-57731D95A2B2}"/>
              </a:ext>
            </a:extLst>
          </p:cNvPr>
          <p:cNvCxnSpPr>
            <a:cxnSpLocks/>
            <a:stCxn id="64" idx="3"/>
            <a:endCxn id="79" idx="7"/>
          </p:cNvCxnSpPr>
          <p:nvPr/>
        </p:nvCxnSpPr>
        <p:spPr>
          <a:xfrm flipH="1">
            <a:off x="1637708" y="2818730"/>
            <a:ext cx="490141" cy="50031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4" idx="6"/>
            <a:endCxn id="52" idx="2"/>
          </p:cNvCxnSpPr>
          <p:nvPr/>
        </p:nvCxnSpPr>
        <p:spPr>
          <a:xfrm flipV="1">
            <a:off x="2693691" y="2558518"/>
            <a:ext cx="1200853" cy="2583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E6B1EABC-B314-464B-899A-A6ABCD841533}"/>
              </a:ext>
            </a:extLst>
          </p:cNvPr>
          <p:cNvCxnSpPr>
            <a:cxnSpLocks/>
            <a:stCxn id="73" idx="6"/>
            <a:endCxn id="64" idx="2"/>
          </p:cNvCxnSpPr>
          <p:nvPr/>
        </p:nvCxnSpPr>
        <p:spPr>
          <a:xfrm flipV="1">
            <a:off x="877705" y="2584351"/>
            <a:ext cx="1153061" cy="37489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39CF84A-7D50-4836-941A-19E11D2C4FDD}"/>
              </a:ext>
            </a:extLst>
          </p:cNvPr>
          <p:cNvCxnSpPr>
            <a:cxnSpLocks/>
            <a:stCxn id="62" idx="6"/>
            <a:endCxn id="64" idx="1"/>
          </p:cNvCxnSpPr>
          <p:nvPr/>
        </p:nvCxnSpPr>
        <p:spPr>
          <a:xfrm>
            <a:off x="877705" y="2059602"/>
            <a:ext cx="1250144" cy="2903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曲线连接符 29">
            <a:extLst>
              <a:ext uri="{FF2B5EF4-FFF2-40B4-BE49-F238E27FC236}">
                <a16:creationId xmlns:a16="http://schemas.microsoft.com/office/drawing/2014/main" id="{4E1EC545-F80D-4748-A1EF-64E14AB22B45}"/>
              </a:ext>
            </a:extLst>
          </p:cNvPr>
          <p:cNvCxnSpPr>
            <a:cxnSpLocks/>
            <a:stCxn id="64" idx="4"/>
            <a:endCxn id="107" idx="4"/>
          </p:cNvCxnSpPr>
          <p:nvPr/>
        </p:nvCxnSpPr>
        <p:spPr>
          <a:xfrm rot="16200000" flipH="1">
            <a:off x="965088" y="4312953"/>
            <a:ext cx="3133024" cy="338743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53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/>
        </p:nvSpPr>
        <p:spPr>
          <a:xfrm>
            <a:off x="1258117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62" name="椭圆 61"/>
          <p:cNvSpPr/>
          <p:nvPr/>
        </p:nvSpPr>
        <p:spPr>
          <a:xfrm>
            <a:off x="1277411" y="16990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63" name="椭圆 62"/>
          <p:cNvSpPr/>
          <p:nvPr/>
        </p:nvSpPr>
        <p:spPr>
          <a:xfrm>
            <a:off x="1280365" y="2562733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65" name="椭圆 64"/>
          <p:cNvSpPr/>
          <p:nvPr/>
        </p:nvSpPr>
        <p:spPr>
          <a:xfrm>
            <a:off x="1276179" y="3519128"/>
            <a:ext cx="662644" cy="66264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66" name="椭圆 65"/>
          <p:cNvSpPr/>
          <p:nvPr/>
        </p:nvSpPr>
        <p:spPr>
          <a:xfrm>
            <a:off x="1031577" y="4496667"/>
            <a:ext cx="1151847" cy="1151849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（爪哇猫）</a:t>
            </a:r>
          </a:p>
        </p:txBody>
      </p:sp>
      <p:sp>
        <p:nvSpPr>
          <p:cNvPr id="67" name="椭圆 66"/>
          <p:cNvSpPr/>
          <p:nvPr/>
        </p:nvSpPr>
        <p:spPr>
          <a:xfrm>
            <a:off x="2223760" y="2930855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68" name="椭圆 67"/>
          <p:cNvSpPr/>
          <p:nvPr/>
        </p:nvSpPr>
        <p:spPr>
          <a:xfrm>
            <a:off x="383201" y="2563013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cxnSp>
        <p:nvCxnSpPr>
          <p:cNvPr id="78" name="直接连接符 77"/>
          <p:cNvCxnSpPr>
            <a:cxnSpLocks/>
            <a:stCxn id="68" idx="6"/>
            <a:endCxn id="63" idx="2"/>
          </p:cNvCxnSpPr>
          <p:nvPr/>
        </p:nvCxnSpPr>
        <p:spPr>
          <a:xfrm flipV="1">
            <a:off x="1045845" y="2894196"/>
            <a:ext cx="234520" cy="14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599226" y="1019605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608874" y="2361976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cxnSpLocks/>
            <a:stCxn id="65" idx="0"/>
            <a:endCxn id="63" idx="4"/>
          </p:cNvCxnSpPr>
          <p:nvPr/>
        </p:nvCxnSpPr>
        <p:spPr>
          <a:xfrm flipV="1">
            <a:off x="1607501" y="3225658"/>
            <a:ext cx="4327" cy="2934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cxnSpLocks/>
            <a:stCxn id="66" idx="0"/>
            <a:endCxn id="65" idx="4"/>
          </p:cNvCxnSpPr>
          <p:nvPr/>
        </p:nvCxnSpPr>
        <p:spPr>
          <a:xfrm flipV="1">
            <a:off x="1607501" y="4181772"/>
            <a:ext cx="0" cy="3148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4852E161-A726-45A9-8DF6-CC1C79C61464}"/>
              </a:ext>
            </a:extLst>
          </p:cNvPr>
          <p:cNvSpPr/>
          <p:nvPr/>
        </p:nvSpPr>
        <p:spPr>
          <a:xfrm>
            <a:off x="3795886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472050B-291D-40CA-8511-8CBD6B348B7A}"/>
              </a:ext>
            </a:extLst>
          </p:cNvPr>
          <p:cNvSpPr/>
          <p:nvPr/>
        </p:nvSpPr>
        <p:spPr>
          <a:xfrm>
            <a:off x="3815180" y="166258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587CD57-EC3D-417F-8B1F-140F06DBBEA0}"/>
              </a:ext>
            </a:extLst>
          </p:cNvPr>
          <p:cNvCxnSpPr>
            <a:stCxn id="70" idx="0"/>
            <a:endCxn id="58" idx="2"/>
          </p:cNvCxnSpPr>
          <p:nvPr/>
        </p:nvCxnSpPr>
        <p:spPr>
          <a:xfrm flipH="1" flipV="1">
            <a:off x="4136995" y="1019605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id="{4E13926F-E8E8-48B3-88FB-65C16F2C0A15}"/>
              </a:ext>
            </a:extLst>
          </p:cNvPr>
          <p:cNvSpPr/>
          <p:nvPr/>
        </p:nvSpPr>
        <p:spPr>
          <a:xfrm>
            <a:off x="2907289" y="196378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43921B5-125E-4BF4-8F4D-7B1423760392}"/>
              </a:ext>
            </a:extLst>
          </p:cNvPr>
          <p:cNvSpPr/>
          <p:nvPr/>
        </p:nvSpPr>
        <p:spPr>
          <a:xfrm>
            <a:off x="2820056" y="821816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9615643-88C8-4707-AA1B-099566832B02}"/>
              </a:ext>
            </a:extLst>
          </p:cNvPr>
          <p:cNvCxnSpPr>
            <a:cxnSpLocks/>
            <a:stCxn id="74" idx="5"/>
            <a:endCxn id="70" idx="3"/>
          </p:cNvCxnSpPr>
          <p:nvPr/>
        </p:nvCxnSpPr>
        <p:spPr>
          <a:xfrm flipV="1">
            <a:off x="3473131" y="2228431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528B2D8-8C84-4861-A435-0D21C6360387}"/>
              </a:ext>
            </a:extLst>
          </p:cNvPr>
          <p:cNvCxnSpPr>
            <a:stCxn id="74" idx="0"/>
            <a:endCxn id="76" idx="2"/>
          </p:cNvCxnSpPr>
          <p:nvPr/>
        </p:nvCxnSpPr>
        <p:spPr>
          <a:xfrm flipV="1">
            <a:off x="3238752" y="1217392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DCB8984A-C145-44A4-B20E-EF6B9564991D}"/>
              </a:ext>
            </a:extLst>
          </p:cNvPr>
          <p:cNvCxnSpPr>
            <a:cxnSpLocks/>
            <a:stCxn id="67" idx="7"/>
            <a:endCxn id="74" idx="3"/>
          </p:cNvCxnSpPr>
          <p:nvPr/>
        </p:nvCxnSpPr>
        <p:spPr>
          <a:xfrm flipV="1">
            <a:off x="2789362" y="2529625"/>
            <a:ext cx="215010" cy="49827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AA95BE1-FF6C-4886-815F-50142EA93FEE}"/>
              </a:ext>
            </a:extLst>
          </p:cNvPr>
          <p:cNvCxnSpPr>
            <a:cxnSpLocks/>
            <a:stCxn id="67" idx="1"/>
            <a:endCxn id="62" idx="5"/>
          </p:cNvCxnSpPr>
          <p:nvPr/>
        </p:nvCxnSpPr>
        <p:spPr>
          <a:xfrm flipH="1" flipV="1">
            <a:off x="1843253" y="2264893"/>
            <a:ext cx="477549" cy="7630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96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6" y="5557197"/>
            <a:ext cx="885576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（带头大哥）</a:t>
            </a:r>
          </a:p>
        </p:txBody>
      </p:sp>
      <p:cxnSp>
        <p:nvCxnSpPr>
          <p:cNvPr id="52" name="直接连接符 51"/>
          <p:cNvCxnSpPr>
            <a:stCxn id="51" idx="0"/>
            <a:endCxn id="8" idx="2"/>
          </p:cNvCxnSpPr>
          <p:nvPr/>
        </p:nvCxnSpPr>
        <p:spPr>
          <a:xfrm flipV="1">
            <a:off x="687855" y="1668337"/>
            <a:ext cx="1007384" cy="38888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7538" y="6892168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浩哥</a:t>
            </a: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118</TotalTime>
  <Words>418</Words>
  <Application>Microsoft Office PowerPoint</Application>
  <PresentationFormat>全屏显示(16:9)</PresentationFormat>
  <Paragraphs>173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微软雅黑</vt:lpstr>
      <vt:lpstr>Franklin Gothic Book</vt:lpstr>
      <vt:lpstr>Franklin Gothic Medium</vt:lpstr>
      <vt:lpstr>Wingdings 2</vt:lpstr>
      <vt:lpstr>跋涉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刘 新</cp:lastModifiedBy>
  <cp:revision>26</cp:revision>
  <dcterms:created xsi:type="dcterms:W3CDTF">2021-01-23T10:23:14Z</dcterms:created>
  <dcterms:modified xsi:type="dcterms:W3CDTF">2021-01-25T09:02:23Z</dcterms:modified>
</cp:coreProperties>
</file>