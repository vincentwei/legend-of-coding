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58" r:id="rId3"/>
    <p:sldId id="259" r:id="rId4"/>
    <p:sldId id="260" r:id="rId5"/>
    <p:sldId id="261" r:id="rId6"/>
    <p:sldId id="256" r:id="rId7"/>
  </p:sldIdLst>
  <p:sldSz cx="5143500" cy="9144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3036" y="2298"/>
      </p:cViewPr>
      <p:guideLst>
        <p:guide orient="horz" pos="2880"/>
        <p:guide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289322" y="7133203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214312" y="6471216"/>
            <a:ext cx="4757738" cy="1629833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14312" y="5181600"/>
            <a:ext cx="4757738" cy="12192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4629150" y="8631936"/>
            <a:ext cx="426911" cy="32918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2014538" y="101601"/>
            <a:ext cx="1628775" cy="3852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4629150" y="8631936"/>
            <a:ext cx="426911" cy="32918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289322" y="4593203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14312" y="2235200"/>
            <a:ext cx="4757738" cy="16256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1517" y="3929447"/>
            <a:ext cx="4886325" cy="1579767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169736" y="609600"/>
            <a:ext cx="4886325" cy="1121664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171450" y="2133600"/>
            <a:ext cx="2357438" cy="629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2614612" y="2133600"/>
            <a:ext cx="2443163" cy="629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171450" y="7213600"/>
            <a:ext cx="4843463" cy="117686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158312" y="889000"/>
            <a:ext cx="2413438" cy="853016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2612827" y="889000"/>
            <a:ext cx="2414386" cy="853016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158312" y="1754717"/>
            <a:ext cx="2413438" cy="52556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2614910" y="1754717"/>
            <a:ext cx="2412302" cy="52556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629150" y="8636000"/>
            <a:ext cx="428625" cy="32918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289322" y="8026401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169736" y="609600"/>
            <a:ext cx="4886325" cy="1121664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289322" y="7798823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57175" y="7315200"/>
            <a:ext cx="4757738" cy="694267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257175" y="812800"/>
            <a:ext cx="1692176" cy="64008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2010966" y="812800"/>
            <a:ext cx="3003947" cy="6400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1971675" y="822179"/>
            <a:ext cx="2828925" cy="48768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214312" y="6658347"/>
            <a:ext cx="3300413" cy="696384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214312" y="7377624"/>
            <a:ext cx="3300413" cy="1024467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857625" y="732369"/>
            <a:ext cx="1028700" cy="780203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7175" y="732369"/>
            <a:ext cx="3514725" cy="7802033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289322" y="1401198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171450" y="2072217"/>
            <a:ext cx="4886325" cy="603461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3643312" y="101601"/>
            <a:ext cx="1414463" cy="38523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1757363" y="101601"/>
            <a:ext cx="1885950" cy="385233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629150" y="8636001"/>
            <a:ext cx="428625" cy="325967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171450" y="609600"/>
            <a:ext cx="4886325" cy="1117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289322" y="1401198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289322" y="1410649"/>
            <a:ext cx="4854178" cy="31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915871" y="568642"/>
            <a:ext cx="743972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辉漫</a:t>
            </a:r>
          </a:p>
        </p:txBody>
      </p:sp>
      <p:sp>
        <p:nvSpPr>
          <p:cNvPr id="16" name="矩形 15"/>
          <p:cNvSpPr/>
          <p:nvPr/>
        </p:nvSpPr>
        <p:spPr>
          <a:xfrm>
            <a:off x="4104334" y="568640"/>
            <a:ext cx="81700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天赐</a:t>
            </a:r>
          </a:p>
        </p:txBody>
      </p:sp>
      <p:sp>
        <p:nvSpPr>
          <p:cNvPr id="24" name="矩形 23"/>
          <p:cNvSpPr/>
          <p:nvPr/>
        </p:nvSpPr>
        <p:spPr>
          <a:xfrm>
            <a:off x="1126011" y="568643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33" name="矩形 32"/>
          <p:cNvSpPr/>
          <p:nvPr/>
        </p:nvSpPr>
        <p:spPr>
          <a:xfrm>
            <a:off x="2813301" y="568639"/>
            <a:ext cx="1054593" cy="480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良机酒家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（天赐良机）</a:t>
            </a:r>
          </a:p>
        </p:txBody>
      </p:sp>
      <p:sp>
        <p:nvSpPr>
          <p:cNvPr id="52" name="椭圆 51"/>
          <p:cNvSpPr/>
          <p:nvPr/>
        </p:nvSpPr>
        <p:spPr>
          <a:xfrm>
            <a:off x="2828829" y="2224122"/>
            <a:ext cx="1013594" cy="101359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（韦琦）</a:t>
            </a:r>
          </a:p>
        </p:txBody>
      </p:sp>
      <p:sp>
        <p:nvSpPr>
          <p:cNvPr id="53" name="椭圆 52"/>
          <p:cNvSpPr/>
          <p:nvPr/>
        </p:nvSpPr>
        <p:spPr>
          <a:xfrm>
            <a:off x="3003798" y="3472308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小美</a:t>
            </a:r>
          </a:p>
        </p:txBody>
      </p:sp>
      <p:sp>
        <p:nvSpPr>
          <p:cNvPr id="54" name="椭圆 53"/>
          <p:cNvSpPr/>
          <p:nvPr/>
        </p:nvSpPr>
        <p:spPr>
          <a:xfrm>
            <a:off x="2905502" y="4377926"/>
            <a:ext cx="866313" cy="866313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京西鹦翠（鸟）</a:t>
            </a:r>
          </a:p>
        </p:txBody>
      </p:sp>
      <p:sp>
        <p:nvSpPr>
          <p:cNvPr id="55" name="椭圆 54"/>
          <p:cNvSpPr/>
          <p:nvPr/>
        </p:nvSpPr>
        <p:spPr>
          <a:xfrm>
            <a:off x="4155133" y="1728141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王一鸣</a:t>
            </a:r>
          </a:p>
        </p:txBody>
      </p:sp>
      <p:sp>
        <p:nvSpPr>
          <p:cNvPr id="56" name="椭圆 55"/>
          <p:cNvSpPr/>
          <p:nvPr/>
        </p:nvSpPr>
        <p:spPr>
          <a:xfrm>
            <a:off x="4030645" y="4590124"/>
            <a:ext cx="966992" cy="96699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（金亮）</a:t>
            </a:r>
          </a:p>
        </p:txBody>
      </p:sp>
      <p:sp>
        <p:nvSpPr>
          <p:cNvPr id="57" name="椭圆 56"/>
          <p:cNvSpPr/>
          <p:nvPr/>
        </p:nvSpPr>
        <p:spPr>
          <a:xfrm>
            <a:off x="4152797" y="2699792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陶辉</a:t>
            </a:r>
          </a:p>
        </p:txBody>
      </p:sp>
      <p:sp>
        <p:nvSpPr>
          <p:cNvPr id="59" name="椭圆 58"/>
          <p:cNvSpPr/>
          <p:nvPr/>
        </p:nvSpPr>
        <p:spPr>
          <a:xfrm>
            <a:off x="4152797" y="3652352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郑大姐</a:t>
            </a:r>
          </a:p>
        </p:txBody>
      </p:sp>
      <p:sp>
        <p:nvSpPr>
          <p:cNvPr id="60" name="椭圆 59"/>
          <p:cNvSpPr/>
          <p:nvPr/>
        </p:nvSpPr>
        <p:spPr>
          <a:xfrm>
            <a:off x="1956395" y="1740546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</a:p>
        </p:txBody>
      </p:sp>
      <p:sp>
        <p:nvSpPr>
          <p:cNvPr id="61" name="椭圆 60"/>
          <p:cNvSpPr/>
          <p:nvPr/>
        </p:nvSpPr>
        <p:spPr>
          <a:xfrm>
            <a:off x="3335626" y="6733698"/>
            <a:ext cx="790517" cy="79051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黎明博士</a:t>
            </a:r>
          </a:p>
        </p:txBody>
      </p:sp>
      <p:sp>
        <p:nvSpPr>
          <p:cNvPr id="62" name="椭圆 61"/>
          <p:cNvSpPr/>
          <p:nvPr/>
        </p:nvSpPr>
        <p:spPr>
          <a:xfrm>
            <a:off x="1145305" y="1728142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sp>
        <p:nvSpPr>
          <p:cNvPr id="63" name="椭圆 62"/>
          <p:cNvSpPr/>
          <p:nvPr/>
        </p:nvSpPr>
        <p:spPr>
          <a:xfrm>
            <a:off x="1148259" y="2591824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sp>
        <p:nvSpPr>
          <p:cNvPr id="64" name="椭圆 63"/>
          <p:cNvSpPr/>
          <p:nvPr/>
        </p:nvSpPr>
        <p:spPr>
          <a:xfrm>
            <a:off x="237414" y="1992874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王小磊</a:t>
            </a:r>
          </a:p>
        </p:txBody>
      </p:sp>
      <p:sp>
        <p:nvSpPr>
          <p:cNvPr id="65" name="椭圆 64"/>
          <p:cNvSpPr/>
          <p:nvPr/>
        </p:nvSpPr>
        <p:spPr>
          <a:xfrm>
            <a:off x="892706" y="3472308"/>
            <a:ext cx="1177884" cy="1177884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（固骁君）</a:t>
            </a:r>
          </a:p>
        </p:txBody>
      </p:sp>
      <p:sp>
        <p:nvSpPr>
          <p:cNvPr id="66" name="椭圆 65"/>
          <p:cNvSpPr/>
          <p:nvPr/>
        </p:nvSpPr>
        <p:spPr>
          <a:xfrm>
            <a:off x="1112855" y="4875443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陈菲菲</a:t>
            </a:r>
          </a:p>
        </p:txBody>
      </p:sp>
      <p:sp>
        <p:nvSpPr>
          <p:cNvPr id="67" name="椭圆 66"/>
          <p:cNvSpPr/>
          <p:nvPr/>
        </p:nvSpPr>
        <p:spPr>
          <a:xfrm>
            <a:off x="1112594" y="5826535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锐哥</a:t>
            </a:r>
          </a:p>
        </p:txBody>
      </p:sp>
      <p:sp>
        <p:nvSpPr>
          <p:cNvPr id="68" name="椭圆 67"/>
          <p:cNvSpPr/>
          <p:nvPr/>
        </p:nvSpPr>
        <p:spPr>
          <a:xfrm>
            <a:off x="375008" y="6713050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付立业</a:t>
            </a:r>
          </a:p>
        </p:txBody>
      </p:sp>
      <p:sp>
        <p:nvSpPr>
          <p:cNvPr id="69" name="矩形 68"/>
          <p:cNvSpPr/>
          <p:nvPr/>
        </p:nvSpPr>
        <p:spPr>
          <a:xfrm>
            <a:off x="150181" y="850907"/>
            <a:ext cx="837393" cy="39557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天龙芯片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</a:p>
        </p:txBody>
      </p:sp>
      <p:cxnSp>
        <p:nvCxnSpPr>
          <p:cNvPr id="71" name="直接连接符 70"/>
          <p:cNvCxnSpPr>
            <a:cxnSpLocks/>
            <a:stCxn id="52" idx="5"/>
            <a:endCxn id="56" idx="1"/>
          </p:cNvCxnSpPr>
          <p:nvPr/>
        </p:nvCxnSpPr>
        <p:spPr>
          <a:xfrm>
            <a:off x="3693986" y="3089279"/>
            <a:ext cx="478272" cy="1642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52" idx="7"/>
            <a:endCxn id="55" idx="2"/>
          </p:cNvCxnSpPr>
          <p:nvPr/>
        </p:nvCxnSpPr>
        <p:spPr>
          <a:xfrm flipV="1">
            <a:off x="3693986" y="2088181"/>
            <a:ext cx="461147" cy="28437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cxnSpLocks/>
            <a:stCxn id="60" idx="6"/>
            <a:endCxn id="52" idx="1"/>
          </p:cNvCxnSpPr>
          <p:nvPr/>
        </p:nvCxnSpPr>
        <p:spPr>
          <a:xfrm>
            <a:off x="2619320" y="2072009"/>
            <a:ext cx="357946" cy="3005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63" idx="6"/>
            <a:endCxn id="52" idx="2"/>
          </p:cNvCxnSpPr>
          <p:nvPr/>
        </p:nvCxnSpPr>
        <p:spPr>
          <a:xfrm flipV="1">
            <a:off x="1811184" y="2730920"/>
            <a:ext cx="1017645" cy="19236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64" idx="6"/>
            <a:endCxn id="62" idx="2"/>
          </p:cNvCxnSpPr>
          <p:nvPr/>
        </p:nvCxnSpPr>
        <p:spPr>
          <a:xfrm flipV="1">
            <a:off x="900339" y="2059605"/>
            <a:ext cx="244966" cy="2647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62" idx="0"/>
            <a:endCxn id="24" idx="2"/>
          </p:cNvCxnSpPr>
          <p:nvPr/>
        </p:nvCxnSpPr>
        <p:spPr>
          <a:xfrm flipH="1" flipV="1">
            <a:off x="1467120" y="1048696"/>
            <a:ext cx="9648" cy="67944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64" idx="0"/>
            <a:endCxn id="69" idx="2"/>
          </p:cNvCxnSpPr>
          <p:nvPr/>
        </p:nvCxnSpPr>
        <p:spPr>
          <a:xfrm flipV="1">
            <a:off x="568877" y="1246483"/>
            <a:ext cx="1" cy="74639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63" idx="0"/>
            <a:endCxn id="62" idx="4"/>
          </p:cNvCxnSpPr>
          <p:nvPr/>
        </p:nvCxnSpPr>
        <p:spPr>
          <a:xfrm flipH="1" flipV="1">
            <a:off x="1476768" y="2391067"/>
            <a:ext cx="2954" cy="200757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65" idx="0"/>
            <a:endCxn id="63" idx="4"/>
          </p:cNvCxnSpPr>
          <p:nvPr/>
        </p:nvCxnSpPr>
        <p:spPr>
          <a:xfrm flipH="1" flipV="1">
            <a:off x="1479722" y="3254749"/>
            <a:ext cx="1926" cy="21755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stCxn id="66" idx="0"/>
            <a:endCxn id="65" idx="4"/>
          </p:cNvCxnSpPr>
          <p:nvPr/>
        </p:nvCxnSpPr>
        <p:spPr>
          <a:xfrm flipV="1">
            <a:off x="1481648" y="4650192"/>
            <a:ext cx="0" cy="22525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67" idx="0"/>
            <a:endCxn id="66" idx="4"/>
          </p:cNvCxnSpPr>
          <p:nvPr/>
        </p:nvCxnSpPr>
        <p:spPr>
          <a:xfrm flipV="1">
            <a:off x="1481387" y="5613030"/>
            <a:ext cx="261" cy="21350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60" idx="0"/>
            <a:endCxn id="9" idx="2"/>
          </p:cNvCxnSpPr>
          <p:nvPr/>
        </p:nvCxnSpPr>
        <p:spPr>
          <a:xfrm flipH="1" flipV="1">
            <a:off x="2287857" y="1048695"/>
            <a:ext cx="1" cy="69185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7" name="泪滴形 106"/>
          <p:cNvSpPr/>
          <p:nvPr/>
        </p:nvSpPr>
        <p:spPr>
          <a:xfrm>
            <a:off x="1635257" y="6444208"/>
            <a:ext cx="1369498" cy="1369498"/>
          </a:xfrm>
          <a:prstGeom prst="teardrop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合璧开源社区</a:t>
            </a:r>
          </a:p>
        </p:txBody>
      </p:sp>
      <p:cxnSp>
        <p:nvCxnSpPr>
          <p:cNvPr id="108" name="直接连接符 107"/>
          <p:cNvCxnSpPr>
            <a:stCxn id="107" idx="6"/>
            <a:endCxn id="60" idx="4"/>
          </p:cNvCxnSpPr>
          <p:nvPr/>
        </p:nvCxnSpPr>
        <p:spPr>
          <a:xfrm flipH="1" flipV="1">
            <a:off x="2287858" y="2403471"/>
            <a:ext cx="32148" cy="40407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61" idx="2"/>
            <a:endCxn id="107" idx="0"/>
          </p:cNvCxnSpPr>
          <p:nvPr/>
        </p:nvCxnSpPr>
        <p:spPr>
          <a:xfrm flipH="1">
            <a:off x="3004755" y="7128957"/>
            <a:ext cx="33087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直接连接符 115"/>
          <p:cNvCxnSpPr>
            <a:stCxn id="52" idx="0"/>
            <a:endCxn id="33" idx="2"/>
          </p:cNvCxnSpPr>
          <p:nvPr/>
        </p:nvCxnSpPr>
        <p:spPr>
          <a:xfrm flipV="1">
            <a:off x="3335626" y="1048694"/>
            <a:ext cx="4972" cy="117542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55" idx="0"/>
            <a:endCxn id="16" idx="2"/>
          </p:cNvCxnSpPr>
          <p:nvPr/>
        </p:nvCxnSpPr>
        <p:spPr>
          <a:xfrm flipH="1" flipV="1">
            <a:off x="4512838" y="1048693"/>
            <a:ext cx="2335" cy="67944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cxnSpLocks/>
            <a:stCxn id="57" idx="0"/>
            <a:endCxn id="55" idx="4"/>
          </p:cNvCxnSpPr>
          <p:nvPr/>
        </p:nvCxnSpPr>
        <p:spPr>
          <a:xfrm flipV="1">
            <a:off x="4512837" y="2448221"/>
            <a:ext cx="2336" cy="25157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53" idx="0"/>
            <a:endCxn id="52" idx="4"/>
          </p:cNvCxnSpPr>
          <p:nvPr/>
        </p:nvCxnSpPr>
        <p:spPr>
          <a:xfrm flipV="1">
            <a:off x="3335261" y="3237717"/>
            <a:ext cx="365" cy="23459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54" idx="0"/>
            <a:endCxn id="53" idx="4"/>
          </p:cNvCxnSpPr>
          <p:nvPr/>
        </p:nvCxnSpPr>
        <p:spPr>
          <a:xfrm flipH="1" flipV="1">
            <a:off x="3335261" y="4135233"/>
            <a:ext cx="3398" cy="242693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stCxn id="59" idx="0"/>
            <a:endCxn id="57" idx="4"/>
          </p:cNvCxnSpPr>
          <p:nvPr/>
        </p:nvCxnSpPr>
        <p:spPr>
          <a:xfrm flipV="1">
            <a:off x="4512837" y="3419872"/>
            <a:ext cx="0" cy="23248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2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915871" y="568642"/>
            <a:ext cx="743972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辉漫</a:t>
            </a:r>
          </a:p>
        </p:txBody>
      </p:sp>
      <p:sp>
        <p:nvSpPr>
          <p:cNvPr id="16" name="矩形 15"/>
          <p:cNvSpPr/>
          <p:nvPr/>
        </p:nvSpPr>
        <p:spPr>
          <a:xfrm>
            <a:off x="4104334" y="568640"/>
            <a:ext cx="81700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天赐</a:t>
            </a:r>
          </a:p>
        </p:txBody>
      </p:sp>
      <p:sp>
        <p:nvSpPr>
          <p:cNvPr id="24" name="矩形 23"/>
          <p:cNvSpPr/>
          <p:nvPr/>
        </p:nvSpPr>
        <p:spPr>
          <a:xfrm>
            <a:off x="1126011" y="568643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33" name="矩形 32"/>
          <p:cNvSpPr/>
          <p:nvPr/>
        </p:nvSpPr>
        <p:spPr>
          <a:xfrm>
            <a:off x="2813301" y="568639"/>
            <a:ext cx="1054593" cy="480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良机酒家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（天赐良机）</a:t>
            </a:r>
          </a:p>
        </p:txBody>
      </p:sp>
      <p:sp>
        <p:nvSpPr>
          <p:cNvPr id="52" name="椭圆 51"/>
          <p:cNvSpPr/>
          <p:nvPr/>
        </p:nvSpPr>
        <p:spPr>
          <a:xfrm>
            <a:off x="2828829" y="1585764"/>
            <a:ext cx="1013594" cy="101359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（韦琦）</a:t>
            </a:r>
          </a:p>
        </p:txBody>
      </p:sp>
      <p:sp>
        <p:nvSpPr>
          <p:cNvPr id="53" name="椭圆 52"/>
          <p:cNvSpPr/>
          <p:nvPr/>
        </p:nvSpPr>
        <p:spPr>
          <a:xfrm>
            <a:off x="3003798" y="3472308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小美</a:t>
            </a:r>
          </a:p>
        </p:txBody>
      </p:sp>
      <p:sp>
        <p:nvSpPr>
          <p:cNvPr id="54" name="椭圆 53"/>
          <p:cNvSpPr/>
          <p:nvPr/>
        </p:nvSpPr>
        <p:spPr>
          <a:xfrm>
            <a:off x="2905502" y="4377926"/>
            <a:ext cx="866313" cy="866313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京西鹦翠（鸟）</a:t>
            </a:r>
          </a:p>
        </p:txBody>
      </p:sp>
      <p:sp>
        <p:nvSpPr>
          <p:cNvPr id="55" name="椭圆 54"/>
          <p:cNvSpPr/>
          <p:nvPr/>
        </p:nvSpPr>
        <p:spPr>
          <a:xfrm>
            <a:off x="4155133" y="1728141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王一鸣</a:t>
            </a:r>
          </a:p>
        </p:txBody>
      </p:sp>
      <p:sp>
        <p:nvSpPr>
          <p:cNvPr id="56" name="椭圆 55"/>
          <p:cNvSpPr/>
          <p:nvPr/>
        </p:nvSpPr>
        <p:spPr>
          <a:xfrm>
            <a:off x="4022356" y="4572000"/>
            <a:ext cx="966992" cy="96699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（金亮）</a:t>
            </a:r>
          </a:p>
        </p:txBody>
      </p:sp>
      <p:sp>
        <p:nvSpPr>
          <p:cNvPr id="57" name="椭圆 56"/>
          <p:cNvSpPr/>
          <p:nvPr/>
        </p:nvSpPr>
        <p:spPr>
          <a:xfrm>
            <a:off x="4152797" y="2699792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陶辉</a:t>
            </a:r>
          </a:p>
        </p:txBody>
      </p:sp>
      <p:sp>
        <p:nvSpPr>
          <p:cNvPr id="59" name="椭圆 58"/>
          <p:cNvSpPr/>
          <p:nvPr/>
        </p:nvSpPr>
        <p:spPr>
          <a:xfrm>
            <a:off x="4152797" y="3652352"/>
            <a:ext cx="720080" cy="72008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郑大姐</a:t>
            </a:r>
          </a:p>
        </p:txBody>
      </p:sp>
      <p:sp>
        <p:nvSpPr>
          <p:cNvPr id="60" name="椭圆 59"/>
          <p:cNvSpPr/>
          <p:nvPr/>
        </p:nvSpPr>
        <p:spPr>
          <a:xfrm>
            <a:off x="1956395" y="1907704"/>
            <a:ext cx="662925" cy="6629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</a:p>
        </p:txBody>
      </p:sp>
      <p:sp>
        <p:nvSpPr>
          <p:cNvPr id="61" name="椭圆 60"/>
          <p:cNvSpPr/>
          <p:nvPr/>
        </p:nvSpPr>
        <p:spPr>
          <a:xfrm>
            <a:off x="3335626" y="6733698"/>
            <a:ext cx="790517" cy="79051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黎明博士</a:t>
            </a:r>
          </a:p>
        </p:txBody>
      </p:sp>
      <p:sp>
        <p:nvSpPr>
          <p:cNvPr id="62" name="椭圆 61"/>
          <p:cNvSpPr/>
          <p:nvPr/>
        </p:nvSpPr>
        <p:spPr>
          <a:xfrm>
            <a:off x="1145305" y="1728142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sp>
        <p:nvSpPr>
          <p:cNvPr id="63" name="椭圆 62"/>
          <p:cNvSpPr/>
          <p:nvPr/>
        </p:nvSpPr>
        <p:spPr>
          <a:xfrm>
            <a:off x="1148259" y="2591824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sp>
        <p:nvSpPr>
          <p:cNvPr id="64" name="椭圆 63"/>
          <p:cNvSpPr/>
          <p:nvPr/>
        </p:nvSpPr>
        <p:spPr>
          <a:xfrm>
            <a:off x="237414" y="2252891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雄飞翔</a:t>
            </a:r>
          </a:p>
        </p:txBody>
      </p:sp>
      <p:sp>
        <p:nvSpPr>
          <p:cNvPr id="65" name="椭圆 64"/>
          <p:cNvSpPr/>
          <p:nvPr/>
        </p:nvSpPr>
        <p:spPr>
          <a:xfrm>
            <a:off x="892706" y="3472308"/>
            <a:ext cx="1177884" cy="1177884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（固骁君）</a:t>
            </a:r>
          </a:p>
        </p:txBody>
      </p:sp>
      <p:sp>
        <p:nvSpPr>
          <p:cNvPr id="66" name="椭圆 65"/>
          <p:cNvSpPr/>
          <p:nvPr/>
        </p:nvSpPr>
        <p:spPr>
          <a:xfrm>
            <a:off x="1112855" y="4875443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陈菲菲</a:t>
            </a:r>
          </a:p>
        </p:txBody>
      </p:sp>
      <p:sp>
        <p:nvSpPr>
          <p:cNvPr id="67" name="椭圆 66"/>
          <p:cNvSpPr/>
          <p:nvPr/>
        </p:nvSpPr>
        <p:spPr>
          <a:xfrm>
            <a:off x="1112594" y="5826535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锐哥</a:t>
            </a:r>
          </a:p>
        </p:txBody>
      </p:sp>
      <p:sp>
        <p:nvSpPr>
          <p:cNvPr id="68" name="椭圆 67"/>
          <p:cNvSpPr/>
          <p:nvPr/>
        </p:nvSpPr>
        <p:spPr>
          <a:xfrm>
            <a:off x="361208" y="6697398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付立业</a:t>
            </a:r>
          </a:p>
        </p:txBody>
      </p:sp>
      <p:sp>
        <p:nvSpPr>
          <p:cNvPr id="69" name="矩形 68"/>
          <p:cNvSpPr/>
          <p:nvPr/>
        </p:nvSpPr>
        <p:spPr>
          <a:xfrm>
            <a:off x="150181" y="568643"/>
            <a:ext cx="837393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阿特特</a:t>
            </a:r>
          </a:p>
        </p:txBody>
      </p:sp>
      <p:cxnSp>
        <p:nvCxnSpPr>
          <p:cNvPr id="71" name="直接连接符 70"/>
          <p:cNvCxnSpPr>
            <a:cxnSpLocks/>
            <a:stCxn id="60" idx="5"/>
            <a:endCxn id="56" idx="1"/>
          </p:cNvCxnSpPr>
          <p:nvPr/>
        </p:nvCxnSpPr>
        <p:spPr>
          <a:xfrm>
            <a:off x="2522237" y="2473546"/>
            <a:ext cx="1641732" cy="224006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52" idx="6"/>
            <a:endCxn id="55" idx="2"/>
          </p:cNvCxnSpPr>
          <p:nvPr/>
        </p:nvCxnSpPr>
        <p:spPr>
          <a:xfrm flipV="1">
            <a:off x="3842423" y="2088181"/>
            <a:ext cx="312710" cy="438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0" idx="6"/>
            <a:endCxn id="52" idx="2"/>
          </p:cNvCxnSpPr>
          <p:nvPr/>
        </p:nvCxnSpPr>
        <p:spPr>
          <a:xfrm flipV="1">
            <a:off x="2619320" y="2092562"/>
            <a:ext cx="209509" cy="14660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62" idx="6"/>
            <a:endCxn id="60" idx="2"/>
          </p:cNvCxnSpPr>
          <p:nvPr/>
        </p:nvCxnSpPr>
        <p:spPr>
          <a:xfrm>
            <a:off x="1808230" y="2059605"/>
            <a:ext cx="148165" cy="17956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62" idx="0"/>
            <a:endCxn id="24" idx="2"/>
          </p:cNvCxnSpPr>
          <p:nvPr/>
        </p:nvCxnSpPr>
        <p:spPr>
          <a:xfrm flipH="1" flipV="1">
            <a:off x="1467120" y="1048696"/>
            <a:ext cx="9648" cy="67944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64" idx="0"/>
            <a:endCxn id="69" idx="2"/>
          </p:cNvCxnSpPr>
          <p:nvPr/>
        </p:nvCxnSpPr>
        <p:spPr>
          <a:xfrm flipV="1">
            <a:off x="568877" y="1048696"/>
            <a:ext cx="1" cy="120419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63" idx="0"/>
            <a:endCxn id="62" idx="4"/>
          </p:cNvCxnSpPr>
          <p:nvPr/>
        </p:nvCxnSpPr>
        <p:spPr>
          <a:xfrm flipH="1" flipV="1">
            <a:off x="1476768" y="2391067"/>
            <a:ext cx="2954" cy="200757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65" idx="0"/>
            <a:endCxn id="63" idx="4"/>
          </p:cNvCxnSpPr>
          <p:nvPr/>
        </p:nvCxnSpPr>
        <p:spPr>
          <a:xfrm flipH="1" flipV="1">
            <a:off x="1479722" y="3254749"/>
            <a:ext cx="1926" cy="21755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stCxn id="66" idx="0"/>
            <a:endCxn id="65" idx="4"/>
          </p:cNvCxnSpPr>
          <p:nvPr/>
        </p:nvCxnSpPr>
        <p:spPr>
          <a:xfrm flipV="1">
            <a:off x="1481648" y="4650192"/>
            <a:ext cx="0" cy="22525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67" idx="0"/>
            <a:endCxn id="66" idx="4"/>
          </p:cNvCxnSpPr>
          <p:nvPr/>
        </p:nvCxnSpPr>
        <p:spPr>
          <a:xfrm flipV="1">
            <a:off x="1481387" y="5613030"/>
            <a:ext cx="261" cy="21350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60" idx="0"/>
            <a:endCxn id="9" idx="2"/>
          </p:cNvCxnSpPr>
          <p:nvPr/>
        </p:nvCxnSpPr>
        <p:spPr>
          <a:xfrm flipH="1" flipV="1">
            <a:off x="2287857" y="1048695"/>
            <a:ext cx="1" cy="85900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7" name="泪滴形 106"/>
          <p:cNvSpPr/>
          <p:nvPr/>
        </p:nvSpPr>
        <p:spPr>
          <a:xfrm>
            <a:off x="1635257" y="6444208"/>
            <a:ext cx="1369498" cy="1369498"/>
          </a:xfrm>
          <a:prstGeom prst="teardrop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合璧开源社区</a:t>
            </a:r>
          </a:p>
        </p:txBody>
      </p:sp>
      <p:cxnSp>
        <p:nvCxnSpPr>
          <p:cNvPr id="108" name="直接连接符 107"/>
          <p:cNvCxnSpPr>
            <a:stCxn id="107" idx="6"/>
            <a:endCxn id="60" idx="4"/>
          </p:cNvCxnSpPr>
          <p:nvPr/>
        </p:nvCxnSpPr>
        <p:spPr>
          <a:xfrm flipH="1" flipV="1">
            <a:off x="2287858" y="2570629"/>
            <a:ext cx="32148" cy="387357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61" idx="2"/>
            <a:endCxn id="107" idx="0"/>
          </p:cNvCxnSpPr>
          <p:nvPr/>
        </p:nvCxnSpPr>
        <p:spPr>
          <a:xfrm flipH="1">
            <a:off x="3004755" y="7128957"/>
            <a:ext cx="33087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直接连接符 115"/>
          <p:cNvCxnSpPr>
            <a:stCxn id="52" idx="0"/>
            <a:endCxn id="33" idx="2"/>
          </p:cNvCxnSpPr>
          <p:nvPr/>
        </p:nvCxnSpPr>
        <p:spPr>
          <a:xfrm flipV="1">
            <a:off x="3335626" y="1048694"/>
            <a:ext cx="4972" cy="53707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55" idx="0"/>
            <a:endCxn id="16" idx="2"/>
          </p:cNvCxnSpPr>
          <p:nvPr/>
        </p:nvCxnSpPr>
        <p:spPr>
          <a:xfrm flipH="1" flipV="1">
            <a:off x="4512838" y="1048693"/>
            <a:ext cx="2335" cy="67944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cxnSpLocks/>
            <a:stCxn id="57" idx="0"/>
            <a:endCxn id="55" idx="4"/>
          </p:cNvCxnSpPr>
          <p:nvPr/>
        </p:nvCxnSpPr>
        <p:spPr>
          <a:xfrm flipV="1">
            <a:off x="4512837" y="2448221"/>
            <a:ext cx="2336" cy="25157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53" idx="0"/>
            <a:endCxn id="52" idx="4"/>
          </p:cNvCxnSpPr>
          <p:nvPr/>
        </p:nvCxnSpPr>
        <p:spPr>
          <a:xfrm flipV="1">
            <a:off x="3335261" y="2599359"/>
            <a:ext cx="365" cy="87294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54" idx="0"/>
            <a:endCxn id="53" idx="4"/>
          </p:cNvCxnSpPr>
          <p:nvPr/>
        </p:nvCxnSpPr>
        <p:spPr>
          <a:xfrm flipH="1" flipV="1">
            <a:off x="3335261" y="4135233"/>
            <a:ext cx="3398" cy="242693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stCxn id="59" idx="0"/>
            <a:endCxn id="57" idx="4"/>
          </p:cNvCxnSpPr>
          <p:nvPr/>
        </p:nvCxnSpPr>
        <p:spPr>
          <a:xfrm flipV="1">
            <a:off x="4512837" y="3419872"/>
            <a:ext cx="0" cy="23248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64" idx="6"/>
            <a:endCxn id="60" idx="3"/>
          </p:cNvCxnSpPr>
          <p:nvPr/>
        </p:nvCxnSpPr>
        <p:spPr>
          <a:xfrm flipV="1">
            <a:off x="900339" y="2473546"/>
            <a:ext cx="1153139" cy="11080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27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058424" y="568642"/>
            <a:ext cx="743972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辉漫</a:t>
            </a:r>
          </a:p>
        </p:txBody>
      </p:sp>
      <p:sp>
        <p:nvSpPr>
          <p:cNvPr id="24" name="矩形 23"/>
          <p:cNvSpPr/>
          <p:nvPr/>
        </p:nvSpPr>
        <p:spPr>
          <a:xfrm>
            <a:off x="2268564" y="568643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60" name="椭圆 59"/>
          <p:cNvSpPr/>
          <p:nvPr/>
        </p:nvSpPr>
        <p:spPr>
          <a:xfrm>
            <a:off x="3098948" y="1892851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</a:p>
        </p:txBody>
      </p:sp>
      <p:sp>
        <p:nvSpPr>
          <p:cNvPr id="62" name="椭圆 61"/>
          <p:cNvSpPr/>
          <p:nvPr/>
        </p:nvSpPr>
        <p:spPr>
          <a:xfrm>
            <a:off x="2287858" y="1691680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sp>
        <p:nvSpPr>
          <p:cNvPr id="63" name="椭圆 62"/>
          <p:cNvSpPr/>
          <p:nvPr/>
        </p:nvSpPr>
        <p:spPr>
          <a:xfrm>
            <a:off x="2290812" y="3612352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sp>
        <p:nvSpPr>
          <p:cNvPr id="65" name="椭圆 64"/>
          <p:cNvSpPr/>
          <p:nvPr/>
        </p:nvSpPr>
        <p:spPr>
          <a:xfrm>
            <a:off x="2035259" y="4492836"/>
            <a:ext cx="1177884" cy="117788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（固骁君）</a:t>
            </a:r>
          </a:p>
        </p:txBody>
      </p:sp>
      <p:sp>
        <p:nvSpPr>
          <p:cNvPr id="66" name="椭圆 65"/>
          <p:cNvSpPr/>
          <p:nvPr/>
        </p:nvSpPr>
        <p:spPr>
          <a:xfrm>
            <a:off x="2255408" y="5895971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陈菲菲</a:t>
            </a:r>
          </a:p>
        </p:txBody>
      </p:sp>
      <p:sp>
        <p:nvSpPr>
          <p:cNvPr id="67" name="椭圆 66"/>
          <p:cNvSpPr/>
          <p:nvPr/>
        </p:nvSpPr>
        <p:spPr>
          <a:xfrm>
            <a:off x="2255147" y="6847063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锐哥</a:t>
            </a:r>
          </a:p>
        </p:txBody>
      </p:sp>
      <p:sp>
        <p:nvSpPr>
          <p:cNvPr id="68" name="椭圆 67"/>
          <p:cNvSpPr/>
          <p:nvPr/>
        </p:nvSpPr>
        <p:spPr>
          <a:xfrm>
            <a:off x="2250972" y="2610277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付立业</a:t>
            </a:r>
          </a:p>
        </p:txBody>
      </p:sp>
      <p:cxnSp>
        <p:nvCxnSpPr>
          <p:cNvPr id="78" name="直接连接符 77"/>
          <p:cNvCxnSpPr>
            <a:stCxn id="62" idx="6"/>
            <a:endCxn id="60" idx="2"/>
          </p:cNvCxnSpPr>
          <p:nvPr/>
        </p:nvCxnSpPr>
        <p:spPr>
          <a:xfrm>
            <a:off x="2950783" y="2023143"/>
            <a:ext cx="148165" cy="20117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62" idx="0"/>
            <a:endCxn id="24" idx="2"/>
          </p:cNvCxnSpPr>
          <p:nvPr/>
        </p:nvCxnSpPr>
        <p:spPr>
          <a:xfrm flipH="1" flipV="1">
            <a:off x="2609673" y="1048696"/>
            <a:ext cx="9648" cy="64298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cxnSpLocks/>
            <a:stCxn id="63" idx="0"/>
            <a:endCxn id="68" idx="4"/>
          </p:cNvCxnSpPr>
          <p:nvPr/>
        </p:nvCxnSpPr>
        <p:spPr>
          <a:xfrm flipH="1" flipV="1">
            <a:off x="2619765" y="3347864"/>
            <a:ext cx="2510" cy="26448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65" idx="0"/>
            <a:endCxn id="63" idx="4"/>
          </p:cNvCxnSpPr>
          <p:nvPr/>
        </p:nvCxnSpPr>
        <p:spPr>
          <a:xfrm flipH="1" flipV="1">
            <a:off x="2622275" y="4275277"/>
            <a:ext cx="1926" cy="21755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stCxn id="66" idx="0"/>
            <a:endCxn id="65" idx="4"/>
          </p:cNvCxnSpPr>
          <p:nvPr/>
        </p:nvCxnSpPr>
        <p:spPr>
          <a:xfrm flipV="1">
            <a:off x="2624201" y="5670720"/>
            <a:ext cx="0" cy="22525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67" idx="0"/>
            <a:endCxn id="66" idx="4"/>
          </p:cNvCxnSpPr>
          <p:nvPr/>
        </p:nvCxnSpPr>
        <p:spPr>
          <a:xfrm flipV="1">
            <a:off x="2623940" y="6633558"/>
            <a:ext cx="261" cy="21350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60" idx="0"/>
            <a:endCxn id="9" idx="2"/>
          </p:cNvCxnSpPr>
          <p:nvPr/>
        </p:nvCxnSpPr>
        <p:spPr>
          <a:xfrm flipH="1" flipV="1">
            <a:off x="3430410" y="1048695"/>
            <a:ext cx="1" cy="84415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1379967" y="1992874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王小磊</a:t>
            </a:r>
          </a:p>
        </p:txBody>
      </p:sp>
      <p:sp>
        <p:nvSpPr>
          <p:cNvPr id="46" name="矩形 45"/>
          <p:cNvSpPr/>
          <p:nvPr/>
        </p:nvSpPr>
        <p:spPr>
          <a:xfrm>
            <a:off x="1292734" y="850907"/>
            <a:ext cx="837393" cy="39557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天龙芯片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</a:p>
        </p:txBody>
      </p:sp>
      <p:cxnSp>
        <p:nvCxnSpPr>
          <p:cNvPr id="47" name="直接连接符 46"/>
          <p:cNvCxnSpPr>
            <a:cxnSpLocks/>
            <a:stCxn id="45" idx="5"/>
            <a:endCxn id="62" idx="3"/>
          </p:cNvCxnSpPr>
          <p:nvPr/>
        </p:nvCxnSpPr>
        <p:spPr>
          <a:xfrm flipV="1">
            <a:off x="1945809" y="2257522"/>
            <a:ext cx="439132" cy="3011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45" idx="0"/>
            <a:endCxn id="46" idx="2"/>
          </p:cNvCxnSpPr>
          <p:nvPr/>
        </p:nvCxnSpPr>
        <p:spPr>
          <a:xfrm flipV="1">
            <a:off x="1711430" y="1246483"/>
            <a:ext cx="1" cy="74639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112496" y="571703"/>
            <a:ext cx="57606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火凤</a:t>
            </a:r>
          </a:p>
        </p:txBody>
      </p:sp>
      <p:sp>
        <p:nvSpPr>
          <p:cNvPr id="74" name="椭圆 73"/>
          <p:cNvSpPr/>
          <p:nvPr/>
        </p:nvSpPr>
        <p:spPr>
          <a:xfrm>
            <a:off x="4069065" y="2322660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吴老师</a:t>
            </a:r>
          </a:p>
        </p:txBody>
      </p:sp>
      <p:sp>
        <p:nvSpPr>
          <p:cNvPr id="76" name="椭圆 75"/>
          <p:cNvSpPr/>
          <p:nvPr/>
        </p:nvSpPr>
        <p:spPr>
          <a:xfrm>
            <a:off x="4069065" y="3189611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李博士</a:t>
            </a:r>
          </a:p>
        </p:txBody>
      </p:sp>
      <p:cxnSp>
        <p:nvCxnSpPr>
          <p:cNvPr id="77" name="直接连接符 76"/>
          <p:cNvCxnSpPr>
            <a:stCxn id="65" idx="6"/>
            <a:endCxn id="76" idx="2"/>
          </p:cNvCxnSpPr>
          <p:nvPr/>
        </p:nvCxnSpPr>
        <p:spPr>
          <a:xfrm flipV="1">
            <a:off x="3213143" y="3521074"/>
            <a:ext cx="855922" cy="156070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6" idx="0"/>
            <a:endCxn id="74" idx="4"/>
          </p:cNvCxnSpPr>
          <p:nvPr/>
        </p:nvCxnSpPr>
        <p:spPr>
          <a:xfrm flipV="1">
            <a:off x="4400528" y="2985585"/>
            <a:ext cx="0" cy="20402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74" idx="0"/>
            <a:endCxn id="70" idx="2"/>
          </p:cNvCxnSpPr>
          <p:nvPr/>
        </p:nvCxnSpPr>
        <p:spPr>
          <a:xfrm flipV="1">
            <a:off x="4400528" y="1051756"/>
            <a:ext cx="0" cy="127090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椭圆 82"/>
          <p:cNvSpPr/>
          <p:nvPr/>
        </p:nvSpPr>
        <p:spPr>
          <a:xfrm>
            <a:off x="278060" y="1999661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另一个大学士</a:t>
            </a:r>
          </a:p>
        </p:txBody>
      </p:sp>
      <p:sp>
        <p:nvSpPr>
          <p:cNvPr id="84" name="椭圆 83"/>
          <p:cNvSpPr/>
          <p:nvPr/>
        </p:nvSpPr>
        <p:spPr>
          <a:xfrm>
            <a:off x="278060" y="3080902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古老师</a:t>
            </a:r>
          </a:p>
        </p:txBody>
      </p:sp>
      <p:cxnSp>
        <p:nvCxnSpPr>
          <p:cNvPr id="85" name="直接连接符 84"/>
          <p:cNvCxnSpPr>
            <a:stCxn id="84" idx="0"/>
            <a:endCxn id="83" idx="4"/>
          </p:cNvCxnSpPr>
          <p:nvPr/>
        </p:nvCxnSpPr>
        <p:spPr>
          <a:xfrm flipV="1">
            <a:off x="646853" y="2737248"/>
            <a:ext cx="0" cy="34365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84" idx="6"/>
            <a:endCxn id="65" idx="2"/>
          </p:cNvCxnSpPr>
          <p:nvPr/>
        </p:nvCxnSpPr>
        <p:spPr>
          <a:xfrm>
            <a:off x="1015646" y="3449696"/>
            <a:ext cx="1019613" cy="16320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cxnSpLocks/>
            <a:stCxn id="62" idx="2"/>
            <a:endCxn id="65" idx="1"/>
          </p:cNvCxnSpPr>
          <p:nvPr/>
        </p:nvCxnSpPr>
        <p:spPr>
          <a:xfrm rot="10800000" flipV="1">
            <a:off x="2207756" y="2023143"/>
            <a:ext cx="80102" cy="2642190"/>
          </a:xfrm>
          <a:prstGeom prst="curvedConnector2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曲线连接符 29">
            <a:extLst>
              <a:ext uri="{FF2B5EF4-FFF2-40B4-BE49-F238E27FC236}">
                <a16:creationId xmlns="" xmlns:a16="http://schemas.microsoft.com/office/drawing/2014/main" id="{1E93EC84-9580-4DCA-A932-6A2F3050CD97}"/>
              </a:ext>
            </a:extLst>
          </p:cNvPr>
          <p:cNvCxnSpPr>
            <a:cxnSpLocks/>
            <a:stCxn id="68" idx="6"/>
            <a:endCxn id="65" idx="7"/>
          </p:cNvCxnSpPr>
          <p:nvPr/>
        </p:nvCxnSpPr>
        <p:spPr>
          <a:xfrm>
            <a:off x="2988558" y="2979071"/>
            <a:ext cx="52088" cy="1686262"/>
          </a:xfrm>
          <a:prstGeom prst="curvedConnector2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1D02346C-DC57-4286-903E-3AD3A1807948}"/>
              </a:ext>
            </a:extLst>
          </p:cNvPr>
          <p:cNvCxnSpPr>
            <a:cxnSpLocks/>
            <a:stCxn id="68" idx="0"/>
            <a:endCxn id="62" idx="4"/>
          </p:cNvCxnSpPr>
          <p:nvPr/>
        </p:nvCxnSpPr>
        <p:spPr>
          <a:xfrm flipH="1" flipV="1">
            <a:off x="2619321" y="2354605"/>
            <a:ext cx="444" cy="255672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90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981586" y="568643"/>
            <a:ext cx="743972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辉漫</a:t>
            </a:r>
          </a:p>
        </p:txBody>
      </p:sp>
      <p:sp>
        <p:nvSpPr>
          <p:cNvPr id="24" name="矩形 23"/>
          <p:cNvSpPr/>
          <p:nvPr/>
        </p:nvSpPr>
        <p:spPr>
          <a:xfrm>
            <a:off x="203106" y="568640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33" name="矩形 32"/>
          <p:cNvSpPr/>
          <p:nvPr/>
        </p:nvSpPr>
        <p:spPr>
          <a:xfrm>
            <a:off x="3879016" y="568640"/>
            <a:ext cx="1054593" cy="480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良机酒家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（天赐良机）</a:t>
            </a:r>
          </a:p>
        </p:txBody>
      </p:sp>
      <p:sp>
        <p:nvSpPr>
          <p:cNvPr id="52" name="椭圆 51"/>
          <p:cNvSpPr/>
          <p:nvPr/>
        </p:nvSpPr>
        <p:spPr>
          <a:xfrm>
            <a:off x="3894544" y="2051720"/>
            <a:ext cx="1013594" cy="101359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（韦琦）</a:t>
            </a:r>
          </a:p>
        </p:txBody>
      </p:sp>
      <p:sp>
        <p:nvSpPr>
          <p:cNvPr id="53" name="椭圆 52"/>
          <p:cNvSpPr/>
          <p:nvPr/>
        </p:nvSpPr>
        <p:spPr>
          <a:xfrm>
            <a:off x="4069513" y="3309763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小美</a:t>
            </a:r>
          </a:p>
        </p:txBody>
      </p:sp>
      <p:sp>
        <p:nvSpPr>
          <p:cNvPr id="54" name="椭圆 53"/>
          <p:cNvSpPr/>
          <p:nvPr/>
        </p:nvSpPr>
        <p:spPr>
          <a:xfrm>
            <a:off x="3971217" y="4215381"/>
            <a:ext cx="866313" cy="866313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京西鹦翠（鸟）</a:t>
            </a:r>
          </a:p>
        </p:txBody>
      </p:sp>
      <p:sp>
        <p:nvSpPr>
          <p:cNvPr id="60" name="椭圆 59"/>
          <p:cNvSpPr/>
          <p:nvPr/>
        </p:nvSpPr>
        <p:spPr>
          <a:xfrm>
            <a:off x="3022110" y="1691680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</a:p>
        </p:txBody>
      </p:sp>
      <p:sp>
        <p:nvSpPr>
          <p:cNvPr id="61" name="椭圆 60"/>
          <p:cNvSpPr/>
          <p:nvPr/>
        </p:nvSpPr>
        <p:spPr>
          <a:xfrm>
            <a:off x="4227934" y="5653578"/>
            <a:ext cx="790517" cy="79051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黎明博士</a:t>
            </a:r>
          </a:p>
        </p:txBody>
      </p:sp>
      <p:sp>
        <p:nvSpPr>
          <p:cNvPr id="62" name="椭圆 61"/>
          <p:cNvSpPr/>
          <p:nvPr/>
        </p:nvSpPr>
        <p:spPr>
          <a:xfrm>
            <a:off x="214780" y="1728139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sp>
        <p:nvSpPr>
          <p:cNvPr id="64" name="椭圆 63"/>
          <p:cNvSpPr/>
          <p:nvPr/>
        </p:nvSpPr>
        <p:spPr>
          <a:xfrm>
            <a:off x="2030766" y="2252888"/>
            <a:ext cx="662925" cy="6629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雄飞翔</a:t>
            </a:r>
          </a:p>
        </p:txBody>
      </p:sp>
      <p:sp>
        <p:nvSpPr>
          <p:cNvPr id="69" name="矩形 68"/>
          <p:cNvSpPr/>
          <p:nvPr/>
        </p:nvSpPr>
        <p:spPr>
          <a:xfrm>
            <a:off x="1943533" y="568640"/>
            <a:ext cx="837393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阿特特</a:t>
            </a:r>
          </a:p>
        </p:txBody>
      </p:sp>
      <p:cxnSp>
        <p:nvCxnSpPr>
          <p:cNvPr id="86" name="直接连接符 85"/>
          <p:cNvCxnSpPr>
            <a:stCxn id="62" idx="0"/>
            <a:endCxn id="24" idx="2"/>
          </p:cNvCxnSpPr>
          <p:nvPr/>
        </p:nvCxnSpPr>
        <p:spPr>
          <a:xfrm flipH="1" flipV="1">
            <a:off x="544215" y="1048693"/>
            <a:ext cx="2028" cy="67944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64" idx="0"/>
            <a:endCxn id="69" idx="2"/>
          </p:cNvCxnSpPr>
          <p:nvPr/>
        </p:nvCxnSpPr>
        <p:spPr>
          <a:xfrm flipV="1">
            <a:off x="2362229" y="1048693"/>
            <a:ext cx="1" cy="120419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60" idx="0"/>
            <a:endCxn id="9" idx="2"/>
          </p:cNvCxnSpPr>
          <p:nvPr/>
        </p:nvCxnSpPr>
        <p:spPr>
          <a:xfrm flipH="1" flipV="1">
            <a:off x="3353572" y="1048696"/>
            <a:ext cx="1" cy="64298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7" name="泪滴形 106"/>
          <p:cNvSpPr/>
          <p:nvPr/>
        </p:nvSpPr>
        <p:spPr>
          <a:xfrm>
            <a:off x="2700972" y="5364088"/>
            <a:ext cx="1369498" cy="1369498"/>
          </a:xfrm>
          <a:prstGeom prst="teardrop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合璧开源社区</a:t>
            </a:r>
          </a:p>
        </p:txBody>
      </p:sp>
      <p:cxnSp>
        <p:nvCxnSpPr>
          <p:cNvPr id="108" name="直接连接符 107"/>
          <p:cNvCxnSpPr>
            <a:stCxn id="107" idx="6"/>
            <a:endCxn id="60" idx="4"/>
          </p:cNvCxnSpPr>
          <p:nvPr/>
        </p:nvCxnSpPr>
        <p:spPr>
          <a:xfrm flipH="1" flipV="1">
            <a:off x="3353573" y="2354605"/>
            <a:ext cx="32148" cy="30094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61" idx="2"/>
            <a:endCxn id="107" idx="0"/>
          </p:cNvCxnSpPr>
          <p:nvPr/>
        </p:nvCxnSpPr>
        <p:spPr>
          <a:xfrm flipH="1">
            <a:off x="4070470" y="6048837"/>
            <a:ext cx="157464" cy="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>
            <a:stCxn id="52" idx="0"/>
            <a:endCxn id="33" idx="2"/>
          </p:cNvCxnSpPr>
          <p:nvPr/>
        </p:nvCxnSpPr>
        <p:spPr>
          <a:xfrm flipV="1">
            <a:off x="4401341" y="1048695"/>
            <a:ext cx="4972" cy="100302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53" idx="0"/>
            <a:endCxn id="52" idx="4"/>
          </p:cNvCxnSpPr>
          <p:nvPr/>
        </p:nvCxnSpPr>
        <p:spPr>
          <a:xfrm flipV="1">
            <a:off x="4400976" y="3065315"/>
            <a:ext cx="365" cy="24444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54" idx="0"/>
            <a:endCxn id="53" idx="4"/>
          </p:cNvCxnSpPr>
          <p:nvPr/>
        </p:nvCxnSpPr>
        <p:spPr>
          <a:xfrm flipH="1" flipV="1">
            <a:off x="4400976" y="3972688"/>
            <a:ext cx="3398" cy="242693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cxnSpLocks/>
            <a:stCxn id="64" idx="7"/>
            <a:endCxn id="60" idx="2"/>
          </p:cNvCxnSpPr>
          <p:nvPr/>
        </p:nvCxnSpPr>
        <p:spPr>
          <a:xfrm flipV="1">
            <a:off x="2596608" y="2023143"/>
            <a:ext cx="425502" cy="32682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9F01A0CC-ED94-4457-BF78-037AF4F73390}"/>
              </a:ext>
            </a:extLst>
          </p:cNvPr>
          <p:cNvSpPr/>
          <p:nvPr/>
        </p:nvSpPr>
        <p:spPr>
          <a:xfrm>
            <a:off x="1062220" y="568639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雷米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="" xmlns:a16="http://schemas.microsoft.com/office/drawing/2014/main" id="{742E49F1-AE2D-432A-BD23-CFA7850C8489}"/>
              </a:ext>
            </a:extLst>
          </p:cNvPr>
          <p:cNvCxnSpPr>
            <a:cxnSpLocks/>
            <a:stCxn id="64" idx="5"/>
            <a:endCxn id="54" idx="1"/>
          </p:cNvCxnSpPr>
          <p:nvPr/>
        </p:nvCxnSpPr>
        <p:spPr>
          <a:xfrm>
            <a:off x="2596608" y="2818730"/>
            <a:ext cx="1501478" cy="152352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="" xmlns:a16="http://schemas.microsoft.com/office/drawing/2014/main" id="{D1737103-2310-4C99-9830-D54B270AC975}"/>
              </a:ext>
            </a:extLst>
          </p:cNvPr>
          <p:cNvSpPr/>
          <p:nvPr/>
        </p:nvSpPr>
        <p:spPr>
          <a:xfrm>
            <a:off x="214780" y="2627784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="" xmlns:a16="http://schemas.microsoft.com/office/drawing/2014/main" id="{0E8F8F05-B12D-4B9F-81FF-7B0239AFC8DD}"/>
              </a:ext>
            </a:extLst>
          </p:cNvPr>
          <p:cNvCxnSpPr>
            <a:cxnSpLocks/>
            <a:stCxn id="73" idx="0"/>
            <a:endCxn id="62" idx="4"/>
          </p:cNvCxnSpPr>
          <p:nvPr/>
        </p:nvCxnSpPr>
        <p:spPr>
          <a:xfrm flipV="1">
            <a:off x="546243" y="2391064"/>
            <a:ext cx="0" cy="23672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="" xmlns:a16="http://schemas.microsoft.com/office/drawing/2014/main" id="{7F75E0D3-E7E9-4D35-B002-F72001174BDC}"/>
              </a:ext>
            </a:extLst>
          </p:cNvPr>
          <p:cNvSpPr/>
          <p:nvPr/>
        </p:nvSpPr>
        <p:spPr>
          <a:xfrm>
            <a:off x="1071866" y="3221966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雷布斯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="" xmlns:a16="http://schemas.microsoft.com/office/drawing/2014/main" id="{79DD23DB-E585-4EAB-A328-BAC7DE46C5A4}"/>
              </a:ext>
            </a:extLst>
          </p:cNvPr>
          <p:cNvSpPr/>
          <p:nvPr/>
        </p:nvSpPr>
        <p:spPr>
          <a:xfrm>
            <a:off x="718580" y="4120008"/>
            <a:ext cx="1369497" cy="136949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白祁（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Richard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="" xmlns:a16="http://schemas.microsoft.com/office/drawing/2014/main" id="{7C7F9564-36A0-4D27-B25A-44E88CD51E2F}"/>
              </a:ext>
            </a:extLst>
          </p:cNvPr>
          <p:cNvSpPr/>
          <p:nvPr/>
        </p:nvSpPr>
        <p:spPr>
          <a:xfrm>
            <a:off x="982232" y="5722637"/>
            <a:ext cx="842193" cy="842193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华文（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Bill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63EA96EC-0FC7-4454-8AEE-30CC53492D06}"/>
              </a:ext>
            </a:extLst>
          </p:cNvPr>
          <p:cNvCxnSpPr>
            <a:cxnSpLocks/>
            <a:stCxn id="79" idx="0"/>
            <a:endCxn id="48" idx="2"/>
          </p:cNvCxnSpPr>
          <p:nvPr/>
        </p:nvCxnSpPr>
        <p:spPr>
          <a:xfrm flipV="1">
            <a:off x="1403329" y="1048692"/>
            <a:ext cx="0" cy="217327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="" xmlns:a16="http://schemas.microsoft.com/office/drawing/2014/main" id="{00B3ABB9-5ECA-4D34-9385-DDCE86C3FD87}"/>
              </a:ext>
            </a:extLst>
          </p:cNvPr>
          <p:cNvCxnSpPr>
            <a:cxnSpLocks/>
            <a:stCxn id="80" idx="0"/>
            <a:endCxn id="79" idx="4"/>
          </p:cNvCxnSpPr>
          <p:nvPr/>
        </p:nvCxnSpPr>
        <p:spPr>
          <a:xfrm flipV="1">
            <a:off x="1403329" y="3884891"/>
            <a:ext cx="0" cy="235117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="" xmlns:a16="http://schemas.microsoft.com/office/drawing/2014/main" id="{836E9DFA-A36C-4F5A-A785-09D02EF40D60}"/>
              </a:ext>
            </a:extLst>
          </p:cNvPr>
          <p:cNvCxnSpPr>
            <a:cxnSpLocks/>
            <a:stCxn id="81" idx="0"/>
            <a:endCxn id="80" idx="4"/>
          </p:cNvCxnSpPr>
          <p:nvPr/>
        </p:nvCxnSpPr>
        <p:spPr>
          <a:xfrm flipV="1">
            <a:off x="1403329" y="5489505"/>
            <a:ext cx="0" cy="233132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="" xmlns:a16="http://schemas.microsoft.com/office/drawing/2014/main" id="{288D23D2-C901-41ED-BF05-57731D95A2B2}"/>
              </a:ext>
            </a:extLst>
          </p:cNvPr>
          <p:cNvCxnSpPr>
            <a:cxnSpLocks/>
            <a:stCxn id="64" idx="3"/>
            <a:endCxn id="79" idx="7"/>
          </p:cNvCxnSpPr>
          <p:nvPr/>
        </p:nvCxnSpPr>
        <p:spPr>
          <a:xfrm flipH="1">
            <a:off x="1637708" y="2818730"/>
            <a:ext cx="490141" cy="50031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cxnSpLocks/>
            <a:stCxn id="64" idx="6"/>
            <a:endCxn id="52" idx="2"/>
          </p:cNvCxnSpPr>
          <p:nvPr/>
        </p:nvCxnSpPr>
        <p:spPr>
          <a:xfrm flipV="1">
            <a:off x="2693691" y="2558518"/>
            <a:ext cx="1200853" cy="258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="" xmlns:a16="http://schemas.microsoft.com/office/drawing/2014/main" id="{E6B1EABC-B314-464B-899A-A6ABCD841533}"/>
              </a:ext>
            </a:extLst>
          </p:cNvPr>
          <p:cNvCxnSpPr>
            <a:cxnSpLocks/>
            <a:stCxn id="73" idx="6"/>
            <a:endCxn id="64" idx="2"/>
          </p:cNvCxnSpPr>
          <p:nvPr/>
        </p:nvCxnSpPr>
        <p:spPr>
          <a:xfrm flipV="1">
            <a:off x="877705" y="2584351"/>
            <a:ext cx="1153061" cy="3748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="" xmlns:a16="http://schemas.microsoft.com/office/drawing/2014/main" id="{B39CF84A-7D50-4836-941A-19E11D2C4FDD}"/>
              </a:ext>
            </a:extLst>
          </p:cNvPr>
          <p:cNvCxnSpPr>
            <a:cxnSpLocks/>
            <a:stCxn id="62" idx="6"/>
            <a:endCxn id="64" idx="1"/>
          </p:cNvCxnSpPr>
          <p:nvPr/>
        </p:nvCxnSpPr>
        <p:spPr>
          <a:xfrm>
            <a:off x="877705" y="2059602"/>
            <a:ext cx="1250144" cy="2903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曲线连接符 29">
            <a:extLst>
              <a:ext uri="{FF2B5EF4-FFF2-40B4-BE49-F238E27FC236}">
                <a16:creationId xmlns="" xmlns:a16="http://schemas.microsoft.com/office/drawing/2014/main" id="{4E1EC545-F80D-4748-A1EF-64E14AB22B45}"/>
              </a:ext>
            </a:extLst>
          </p:cNvPr>
          <p:cNvCxnSpPr>
            <a:cxnSpLocks/>
            <a:stCxn id="64" idx="4"/>
            <a:endCxn id="107" idx="4"/>
          </p:cNvCxnSpPr>
          <p:nvPr/>
        </p:nvCxnSpPr>
        <p:spPr>
          <a:xfrm rot="16200000" flipH="1">
            <a:off x="965088" y="4312953"/>
            <a:ext cx="3133024" cy="338743"/>
          </a:xfrm>
          <a:prstGeom prst="curvedConnector2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53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1235734" y="539552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一统</a:t>
            </a:r>
          </a:p>
        </p:txBody>
      </p:sp>
      <p:sp>
        <p:nvSpPr>
          <p:cNvPr id="62" name="椭圆 61"/>
          <p:cNvSpPr/>
          <p:nvPr/>
        </p:nvSpPr>
        <p:spPr>
          <a:xfrm>
            <a:off x="1255028" y="1699051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张一平</a:t>
            </a:r>
          </a:p>
        </p:txBody>
      </p:sp>
      <p:sp>
        <p:nvSpPr>
          <p:cNvPr id="63" name="椭圆 62"/>
          <p:cNvSpPr/>
          <p:nvPr/>
        </p:nvSpPr>
        <p:spPr>
          <a:xfrm>
            <a:off x="1257982" y="2562733"/>
            <a:ext cx="662925" cy="6629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张文乐</a:t>
            </a:r>
          </a:p>
        </p:txBody>
      </p:sp>
      <p:sp>
        <p:nvSpPr>
          <p:cNvPr id="65" name="椭圆 64"/>
          <p:cNvSpPr/>
          <p:nvPr/>
        </p:nvSpPr>
        <p:spPr>
          <a:xfrm>
            <a:off x="1253796" y="3519128"/>
            <a:ext cx="662644" cy="662644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杨曜曜</a:t>
            </a:r>
          </a:p>
        </p:txBody>
      </p:sp>
      <p:sp>
        <p:nvSpPr>
          <p:cNvPr id="66" name="椭圆 65"/>
          <p:cNvSpPr/>
          <p:nvPr/>
        </p:nvSpPr>
        <p:spPr>
          <a:xfrm>
            <a:off x="1009194" y="4496667"/>
            <a:ext cx="1151847" cy="1151849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（爪哇猫）</a:t>
            </a:r>
          </a:p>
        </p:txBody>
      </p:sp>
      <p:sp>
        <p:nvSpPr>
          <p:cNvPr id="67" name="椭圆 66"/>
          <p:cNvSpPr/>
          <p:nvPr/>
        </p:nvSpPr>
        <p:spPr>
          <a:xfrm>
            <a:off x="2212174" y="2845885"/>
            <a:ext cx="662644" cy="66264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李子梦</a:t>
            </a:r>
          </a:p>
        </p:txBody>
      </p:sp>
      <p:sp>
        <p:nvSpPr>
          <p:cNvPr id="68" name="椭圆 67"/>
          <p:cNvSpPr/>
          <p:nvPr/>
        </p:nvSpPr>
        <p:spPr>
          <a:xfrm>
            <a:off x="360818" y="2563013"/>
            <a:ext cx="662644" cy="66264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泰爷</a:t>
            </a:r>
          </a:p>
        </p:txBody>
      </p:sp>
      <p:cxnSp>
        <p:nvCxnSpPr>
          <p:cNvPr id="78" name="直接连接符 77"/>
          <p:cNvCxnSpPr>
            <a:cxnSpLocks/>
            <a:stCxn id="68" idx="6"/>
            <a:endCxn id="63" idx="2"/>
          </p:cNvCxnSpPr>
          <p:nvPr/>
        </p:nvCxnSpPr>
        <p:spPr>
          <a:xfrm flipV="1">
            <a:off x="1023462" y="2894196"/>
            <a:ext cx="234520" cy="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62" idx="0"/>
            <a:endCxn id="24" idx="2"/>
          </p:cNvCxnSpPr>
          <p:nvPr/>
        </p:nvCxnSpPr>
        <p:spPr>
          <a:xfrm flipH="1" flipV="1">
            <a:off x="1576843" y="1019605"/>
            <a:ext cx="9648" cy="679446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63" idx="0"/>
            <a:endCxn id="62" idx="4"/>
          </p:cNvCxnSpPr>
          <p:nvPr/>
        </p:nvCxnSpPr>
        <p:spPr>
          <a:xfrm flipH="1" flipV="1">
            <a:off x="1586491" y="2361976"/>
            <a:ext cx="2954" cy="200757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cxnSpLocks/>
            <a:stCxn id="65" idx="0"/>
            <a:endCxn id="63" idx="4"/>
          </p:cNvCxnSpPr>
          <p:nvPr/>
        </p:nvCxnSpPr>
        <p:spPr>
          <a:xfrm flipV="1">
            <a:off x="1585118" y="3225658"/>
            <a:ext cx="4327" cy="29347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cxnSpLocks/>
            <a:stCxn id="66" idx="0"/>
            <a:endCxn id="65" idx="4"/>
          </p:cNvCxnSpPr>
          <p:nvPr/>
        </p:nvCxnSpPr>
        <p:spPr>
          <a:xfrm flipV="1">
            <a:off x="1585118" y="4181772"/>
            <a:ext cx="0" cy="31489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="" xmlns:a16="http://schemas.microsoft.com/office/drawing/2014/main" id="{4852E161-A726-45A9-8DF6-CC1C79C61464}"/>
              </a:ext>
            </a:extLst>
          </p:cNvPr>
          <p:cNvSpPr/>
          <p:nvPr/>
        </p:nvSpPr>
        <p:spPr>
          <a:xfrm>
            <a:off x="3945338" y="544334"/>
            <a:ext cx="68221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70" name="椭圆 69">
            <a:extLst>
              <a:ext uri="{FF2B5EF4-FFF2-40B4-BE49-F238E27FC236}">
                <a16:creationId xmlns="" xmlns:a16="http://schemas.microsoft.com/office/drawing/2014/main" id="{C472050B-291D-40CA-8511-8CBD6B348B7A}"/>
              </a:ext>
            </a:extLst>
          </p:cNvPr>
          <p:cNvSpPr/>
          <p:nvPr/>
        </p:nvSpPr>
        <p:spPr>
          <a:xfrm>
            <a:off x="3964632" y="1667371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="" xmlns:a16="http://schemas.microsoft.com/office/drawing/2014/main" id="{6587CD57-EC3D-417F-8B1F-140F06DBBEA0}"/>
              </a:ext>
            </a:extLst>
          </p:cNvPr>
          <p:cNvCxnSpPr>
            <a:stCxn id="70" idx="0"/>
            <a:endCxn id="58" idx="2"/>
          </p:cNvCxnSpPr>
          <p:nvPr/>
        </p:nvCxnSpPr>
        <p:spPr>
          <a:xfrm flipH="1" flipV="1">
            <a:off x="4286447" y="1024387"/>
            <a:ext cx="9648" cy="642984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="" xmlns:a16="http://schemas.microsoft.com/office/drawing/2014/main" id="{4E13926F-E8E8-48B3-88FB-65C16F2C0A15}"/>
              </a:ext>
            </a:extLst>
          </p:cNvPr>
          <p:cNvSpPr/>
          <p:nvPr/>
        </p:nvSpPr>
        <p:spPr>
          <a:xfrm>
            <a:off x="3056741" y="1968565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王小磊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="" xmlns:a16="http://schemas.microsoft.com/office/drawing/2014/main" id="{B43921B5-125E-4BF4-8F4D-7B1423760392}"/>
              </a:ext>
            </a:extLst>
          </p:cNvPr>
          <p:cNvSpPr/>
          <p:nvPr/>
        </p:nvSpPr>
        <p:spPr>
          <a:xfrm>
            <a:off x="2969508" y="826598"/>
            <a:ext cx="837393" cy="39557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天龙芯片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="" xmlns:a16="http://schemas.microsoft.com/office/drawing/2014/main" id="{09615643-88C8-4707-AA1B-099566832B02}"/>
              </a:ext>
            </a:extLst>
          </p:cNvPr>
          <p:cNvCxnSpPr>
            <a:cxnSpLocks/>
            <a:stCxn id="74" idx="6"/>
            <a:endCxn id="70" idx="2"/>
          </p:cNvCxnSpPr>
          <p:nvPr/>
        </p:nvCxnSpPr>
        <p:spPr>
          <a:xfrm flipV="1">
            <a:off x="3719666" y="1998834"/>
            <a:ext cx="244966" cy="3011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="" xmlns:a16="http://schemas.microsoft.com/office/drawing/2014/main" id="{4528B2D8-8C84-4861-A435-0D21C6360387}"/>
              </a:ext>
            </a:extLst>
          </p:cNvPr>
          <p:cNvCxnSpPr>
            <a:stCxn id="74" idx="0"/>
            <a:endCxn id="76" idx="2"/>
          </p:cNvCxnSpPr>
          <p:nvPr/>
        </p:nvCxnSpPr>
        <p:spPr>
          <a:xfrm flipV="1">
            <a:off x="3388204" y="1222174"/>
            <a:ext cx="1" cy="746391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DCB8984A-C145-44A4-B20E-EF6B9564991D}"/>
              </a:ext>
            </a:extLst>
          </p:cNvPr>
          <p:cNvCxnSpPr>
            <a:cxnSpLocks/>
            <a:stCxn id="67" idx="7"/>
            <a:endCxn id="74" idx="3"/>
          </p:cNvCxnSpPr>
          <p:nvPr/>
        </p:nvCxnSpPr>
        <p:spPr>
          <a:xfrm flipV="1">
            <a:off x="2777776" y="2534407"/>
            <a:ext cx="376048" cy="40852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="" xmlns:a16="http://schemas.microsoft.com/office/drawing/2014/main" id="{DAA95BE1-FF6C-4886-815F-50142EA93FEE}"/>
              </a:ext>
            </a:extLst>
          </p:cNvPr>
          <p:cNvCxnSpPr>
            <a:cxnSpLocks/>
            <a:stCxn id="67" idx="1"/>
            <a:endCxn id="62" idx="5"/>
          </p:cNvCxnSpPr>
          <p:nvPr/>
        </p:nvCxnSpPr>
        <p:spPr>
          <a:xfrm flipH="1" flipV="1">
            <a:off x="1820870" y="2264893"/>
            <a:ext cx="488346" cy="67803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="" xmlns:a16="http://schemas.microsoft.com/office/drawing/2014/main" id="{14F908A5-9BE8-4DE1-AB5D-DDECA82DC874}"/>
              </a:ext>
            </a:extLst>
          </p:cNvPr>
          <p:cNvSpPr/>
          <p:nvPr/>
        </p:nvSpPr>
        <p:spPr>
          <a:xfrm>
            <a:off x="260344" y="3443482"/>
            <a:ext cx="895736" cy="89573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侦探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="" xmlns:a16="http://schemas.microsoft.com/office/drawing/2014/main" id="{40261AF9-2A7D-4623-945A-5A56A7DADC16}"/>
              </a:ext>
            </a:extLst>
          </p:cNvPr>
          <p:cNvCxnSpPr>
            <a:cxnSpLocks/>
            <a:stCxn id="26" idx="7"/>
            <a:endCxn id="63" idx="3"/>
          </p:cNvCxnSpPr>
          <p:nvPr/>
        </p:nvCxnSpPr>
        <p:spPr>
          <a:xfrm flipV="1">
            <a:off x="1024902" y="3128575"/>
            <a:ext cx="330163" cy="44608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="" xmlns:a16="http://schemas.microsoft.com/office/drawing/2014/main" id="{27DB2A0C-3AFE-4E2C-AD3F-FF61C908763F}"/>
              </a:ext>
            </a:extLst>
          </p:cNvPr>
          <p:cNvSpPr/>
          <p:nvPr/>
        </p:nvSpPr>
        <p:spPr>
          <a:xfrm>
            <a:off x="3056741" y="2845885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孟学树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="" xmlns:a16="http://schemas.microsoft.com/office/drawing/2014/main" id="{73889834-93DB-4579-A338-D94287EBA88B}"/>
              </a:ext>
            </a:extLst>
          </p:cNvPr>
          <p:cNvCxnSpPr>
            <a:cxnSpLocks/>
            <a:stCxn id="33" idx="0"/>
            <a:endCxn id="74" idx="4"/>
          </p:cNvCxnSpPr>
          <p:nvPr/>
        </p:nvCxnSpPr>
        <p:spPr>
          <a:xfrm flipV="1">
            <a:off x="3388204" y="2631490"/>
            <a:ext cx="0" cy="21439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80AF573E-E401-4B5F-BEA5-89C0F660D49E}"/>
              </a:ext>
            </a:extLst>
          </p:cNvPr>
          <p:cNvCxnSpPr>
            <a:cxnSpLocks/>
            <a:stCxn id="33" idx="7"/>
            <a:endCxn id="70" idx="3"/>
          </p:cNvCxnSpPr>
          <p:nvPr/>
        </p:nvCxnSpPr>
        <p:spPr>
          <a:xfrm flipV="1">
            <a:off x="3622583" y="2233213"/>
            <a:ext cx="439132" cy="70975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="" xmlns:a16="http://schemas.microsoft.com/office/drawing/2014/main" id="{C73BD69A-9D76-4406-A33E-F0C5A1E56451}"/>
              </a:ext>
            </a:extLst>
          </p:cNvPr>
          <p:cNvSpPr/>
          <p:nvPr/>
        </p:nvSpPr>
        <p:spPr>
          <a:xfrm>
            <a:off x="3967869" y="2640699"/>
            <a:ext cx="662925" cy="662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="" xmlns:a16="http://schemas.microsoft.com/office/drawing/2014/main" id="{FE0D8634-8534-40BB-B96D-D895D0123BB8}"/>
              </a:ext>
            </a:extLst>
          </p:cNvPr>
          <p:cNvSpPr/>
          <p:nvPr/>
        </p:nvSpPr>
        <p:spPr>
          <a:xfrm>
            <a:off x="3724159" y="3521183"/>
            <a:ext cx="1151847" cy="115184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（固骁君）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="" xmlns:a16="http://schemas.microsoft.com/office/drawing/2014/main" id="{D9B50E33-F8A7-40DD-884A-2C98BB4AFF80}"/>
              </a:ext>
            </a:extLst>
          </p:cNvPr>
          <p:cNvSpPr/>
          <p:nvPr/>
        </p:nvSpPr>
        <p:spPr>
          <a:xfrm>
            <a:off x="3932465" y="4924318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陈菲菲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="" xmlns:a16="http://schemas.microsoft.com/office/drawing/2014/main" id="{23CE4651-63A7-40C6-98C3-015FBFC9EC05}"/>
              </a:ext>
            </a:extLst>
          </p:cNvPr>
          <p:cNvSpPr/>
          <p:nvPr/>
        </p:nvSpPr>
        <p:spPr>
          <a:xfrm>
            <a:off x="3932204" y="5875410"/>
            <a:ext cx="737586" cy="73758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锐哥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="" xmlns:a16="http://schemas.microsoft.com/office/drawing/2014/main" id="{C7421F9B-0597-4C60-BF91-9E7DEB2C819F}"/>
              </a:ext>
            </a:extLst>
          </p:cNvPr>
          <p:cNvCxnSpPr>
            <a:cxnSpLocks/>
            <a:stCxn id="48" idx="0"/>
            <a:endCxn id="70" idx="4"/>
          </p:cNvCxnSpPr>
          <p:nvPr/>
        </p:nvCxnSpPr>
        <p:spPr>
          <a:xfrm flipH="1" flipV="1">
            <a:off x="4296095" y="2330296"/>
            <a:ext cx="3237" cy="310403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="" xmlns:a16="http://schemas.microsoft.com/office/drawing/2014/main" id="{6E1FB3EF-27CA-462E-B450-5E724E666CFE}"/>
              </a:ext>
            </a:extLst>
          </p:cNvPr>
          <p:cNvCxnSpPr>
            <a:cxnSpLocks/>
            <a:stCxn id="49" idx="0"/>
            <a:endCxn id="48" idx="4"/>
          </p:cNvCxnSpPr>
          <p:nvPr/>
        </p:nvCxnSpPr>
        <p:spPr>
          <a:xfrm flipH="1" flipV="1">
            <a:off x="4299332" y="3303624"/>
            <a:ext cx="751" cy="217559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="" xmlns:a16="http://schemas.microsoft.com/office/drawing/2014/main" id="{1BCCF4D8-A4B6-4530-9BE3-21B67F45050D}"/>
              </a:ext>
            </a:extLst>
          </p:cNvPr>
          <p:cNvCxnSpPr>
            <a:cxnSpLocks/>
            <a:stCxn id="50" idx="0"/>
            <a:endCxn id="49" idx="4"/>
          </p:cNvCxnSpPr>
          <p:nvPr/>
        </p:nvCxnSpPr>
        <p:spPr>
          <a:xfrm flipH="1" flipV="1">
            <a:off x="4300083" y="4673030"/>
            <a:ext cx="1175" cy="251288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="" xmlns:a16="http://schemas.microsoft.com/office/drawing/2014/main" id="{FB9E448E-82A2-46B5-A656-AE6EC9CA9DC3}"/>
              </a:ext>
            </a:extLst>
          </p:cNvPr>
          <p:cNvCxnSpPr>
            <a:stCxn id="51" idx="0"/>
            <a:endCxn id="50" idx="4"/>
          </p:cNvCxnSpPr>
          <p:nvPr/>
        </p:nvCxnSpPr>
        <p:spPr>
          <a:xfrm flipV="1">
            <a:off x="4300997" y="5661905"/>
            <a:ext cx="261" cy="213505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泪滴形 63">
            <a:extLst>
              <a:ext uri="{FF2B5EF4-FFF2-40B4-BE49-F238E27FC236}">
                <a16:creationId xmlns="" xmlns:a16="http://schemas.microsoft.com/office/drawing/2014/main" id="{3B233BFA-D2CD-410F-B976-F19C6DC8880A}"/>
              </a:ext>
            </a:extLst>
          </p:cNvPr>
          <p:cNvSpPr/>
          <p:nvPr/>
        </p:nvSpPr>
        <p:spPr>
          <a:xfrm>
            <a:off x="900369" y="6444208"/>
            <a:ext cx="1369498" cy="1369498"/>
          </a:xfrm>
          <a:prstGeom prst="teardrop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一统开源社区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="" xmlns:a16="http://schemas.microsoft.com/office/drawing/2014/main" id="{E36F111F-6583-4CAA-B24A-40AE135A553B}"/>
              </a:ext>
            </a:extLst>
          </p:cNvPr>
          <p:cNvCxnSpPr>
            <a:cxnSpLocks/>
            <a:stCxn id="64" idx="6"/>
            <a:endCxn id="66" idx="4"/>
          </p:cNvCxnSpPr>
          <p:nvPr/>
        </p:nvCxnSpPr>
        <p:spPr>
          <a:xfrm flipV="1">
            <a:off x="1585118" y="5648516"/>
            <a:ext cx="0" cy="79569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96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40782" y="1912044"/>
            <a:ext cx="486054" cy="7680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（韦琦）</a:t>
            </a:r>
          </a:p>
        </p:txBody>
      </p:sp>
      <p:sp>
        <p:nvSpPr>
          <p:cNvPr id="6" name="矩形 5"/>
          <p:cNvSpPr/>
          <p:nvPr/>
        </p:nvSpPr>
        <p:spPr>
          <a:xfrm>
            <a:off x="4558887" y="1852816"/>
            <a:ext cx="486054" cy="7680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（金亮）</a:t>
            </a:r>
          </a:p>
        </p:txBody>
      </p:sp>
      <p:sp>
        <p:nvSpPr>
          <p:cNvPr id="7" name="矩形 6"/>
          <p:cNvSpPr/>
          <p:nvPr/>
        </p:nvSpPr>
        <p:spPr>
          <a:xfrm>
            <a:off x="3260327" y="117369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</a:p>
        </p:txBody>
      </p:sp>
      <p:sp>
        <p:nvSpPr>
          <p:cNvPr id="8" name="矩形 7"/>
          <p:cNvSpPr/>
          <p:nvPr/>
        </p:nvSpPr>
        <p:spPr>
          <a:xfrm>
            <a:off x="1452211" y="118828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</a:t>
            </a:r>
          </a:p>
        </p:txBody>
      </p:sp>
      <p:sp>
        <p:nvSpPr>
          <p:cNvPr id="9" name="矩形 8"/>
          <p:cNvSpPr/>
          <p:nvPr/>
        </p:nvSpPr>
        <p:spPr>
          <a:xfrm>
            <a:off x="3260327" y="549623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辉漫</a:t>
            </a:r>
          </a:p>
        </p:txBody>
      </p:sp>
      <p:sp>
        <p:nvSpPr>
          <p:cNvPr id="10" name="矩形 9"/>
          <p:cNvSpPr/>
          <p:nvPr/>
        </p:nvSpPr>
        <p:spPr>
          <a:xfrm>
            <a:off x="2733768" y="549623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阿特特</a:t>
            </a:r>
          </a:p>
        </p:txBody>
      </p:sp>
      <p:sp>
        <p:nvSpPr>
          <p:cNvPr id="11" name="矩形 10"/>
          <p:cNvSpPr/>
          <p:nvPr/>
        </p:nvSpPr>
        <p:spPr>
          <a:xfrm>
            <a:off x="1452211" y="189617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</a:p>
        </p:txBody>
      </p:sp>
      <p:sp>
        <p:nvSpPr>
          <p:cNvPr id="12" name="矩形 11"/>
          <p:cNvSpPr/>
          <p:nvPr/>
        </p:nvSpPr>
        <p:spPr>
          <a:xfrm>
            <a:off x="1454124" y="3161030"/>
            <a:ext cx="525668" cy="7376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（固骁君）</a:t>
            </a:r>
          </a:p>
        </p:txBody>
      </p:sp>
      <p:sp>
        <p:nvSpPr>
          <p:cNvPr id="13" name="矩形 12"/>
          <p:cNvSpPr/>
          <p:nvPr/>
        </p:nvSpPr>
        <p:spPr>
          <a:xfrm>
            <a:off x="1139222" y="2622700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王小磊</a:t>
            </a:r>
          </a:p>
        </p:txBody>
      </p:sp>
      <p:sp>
        <p:nvSpPr>
          <p:cNvPr id="14" name="矩形 13"/>
          <p:cNvSpPr/>
          <p:nvPr/>
        </p:nvSpPr>
        <p:spPr>
          <a:xfrm>
            <a:off x="131956" y="55540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一统</a:t>
            </a:r>
          </a:p>
        </p:txBody>
      </p:sp>
      <p:sp>
        <p:nvSpPr>
          <p:cNvPr id="15" name="矩形 14"/>
          <p:cNvSpPr/>
          <p:nvPr/>
        </p:nvSpPr>
        <p:spPr>
          <a:xfrm>
            <a:off x="2733768" y="117369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雄飞翔</a:t>
            </a:r>
          </a:p>
        </p:txBody>
      </p:sp>
      <p:sp>
        <p:nvSpPr>
          <p:cNvPr id="16" name="矩形 15"/>
          <p:cNvSpPr/>
          <p:nvPr/>
        </p:nvSpPr>
        <p:spPr>
          <a:xfrm>
            <a:off x="4558887" y="549623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天赐</a:t>
            </a:r>
          </a:p>
        </p:txBody>
      </p:sp>
      <p:sp>
        <p:nvSpPr>
          <p:cNvPr id="17" name="矩形 16"/>
          <p:cNvSpPr/>
          <p:nvPr/>
        </p:nvSpPr>
        <p:spPr>
          <a:xfrm>
            <a:off x="4558887" y="118695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王一鸣</a:t>
            </a:r>
          </a:p>
        </p:txBody>
      </p:sp>
      <p:sp>
        <p:nvSpPr>
          <p:cNvPr id="18" name="矩形 17"/>
          <p:cNvSpPr/>
          <p:nvPr/>
        </p:nvSpPr>
        <p:spPr>
          <a:xfrm>
            <a:off x="131956" y="1263928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张一平</a:t>
            </a:r>
          </a:p>
        </p:txBody>
      </p:sp>
      <p:sp>
        <p:nvSpPr>
          <p:cNvPr id="19" name="矩形 18"/>
          <p:cNvSpPr/>
          <p:nvPr/>
        </p:nvSpPr>
        <p:spPr>
          <a:xfrm>
            <a:off x="131956" y="197245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张文乐</a:t>
            </a:r>
          </a:p>
        </p:txBody>
      </p:sp>
      <p:sp>
        <p:nvSpPr>
          <p:cNvPr id="20" name="矩形 19"/>
          <p:cNvSpPr/>
          <p:nvPr/>
        </p:nvSpPr>
        <p:spPr>
          <a:xfrm>
            <a:off x="131956" y="268097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杨曜曜</a:t>
            </a:r>
          </a:p>
        </p:txBody>
      </p:sp>
      <p:sp>
        <p:nvSpPr>
          <p:cNvPr id="21" name="矩形 20"/>
          <p:cNvSpPr/>
          <p:nvPr/>
        </p:nvSpPr>
        <p:spPr>
          <a:xfrm>
            <a:off x="131957" y="3389500"/>
            <a:ext cx="794365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章羌（爪哇猫）</a:t>
            </a:r>
          </a:p>
        </p:txBody>
      </p:sp>
      <p:sp>
        <p:nvSpPr>
          <p:cNvPr id="22" name="矩形 21"/>
          <p:cNvSpPr/>
          <p:nvPr/>
        </p:nvSpPr>
        <p:spPr>
          <a:xfrm>
            <a:off x="131956" y="409802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李子梦</a:t>
            </a:r>
          </a:p>
        </p:txBody>
      </p:sp>
      <p:sp>
        <p:nvSpPr>
          <p:cNvPr id="23" name="矩形 22"/>
          <p:cNvSpPr/>
          <p:nvPr/>
        </p:nvSpPr>
        <p:spPr>
          <a:xfrm>
            <a:off x="131956" y="480654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泰爷</a:t>
            </a:r>
          </a:p>
        </p:txBody>
      </p:sp>
      <p:sp>
        <p:nvSpPr>
          <p:cNvPr id="24" name="矩形 23"/>
          <p:cNvSpPr/>
          <p:nvPr/>
        </p:nvSpPr>
        <p:spPr>
          <a:xfrm>
            <a:off x="1454123" y="56421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</a:t>
            </a:r>
          </a:p>
        </p:txBody>
      </p:sp>
      <p:sp>
        <p:nvSpPr>
          <p:cNvPr id="25" name="矩形 24"/>
          <p:cNvSpPr/>
          <p:nvPr/>
        </p:nvSpPr>
        <p:spPr>
          <a:xfrm>
            <a:off x="4558887" y="2696080"/>
            <a:ext cx="488012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陶辉</a:t>
            </a:r>
          </a:p>
        </p:txBody>
      </p:sp>
      <p:sp>
        <p:nvSpPr>
          <p:cNvPr id="26" name="矩形 25"/>
          <p:cNvSpPr/>
          <p:nvPr/>
        </p:nvSpPr>
        <p:spPr>
          <a:xfrm>
            <a:off x="4558887" y="3261938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郑大姐</a:t>
            </a:r>
          </a:p>
        </p:txBody>
      </p:sp>
      <p:sp>
        <p:nvSpPr>
          <p:cNvPr id="27" name="矩形 26"/>
          <p:cNvSpPr/>
          <p:nvPr/>
        </p:nvSpPr>
        <p:spPr>
          <a:xfrm>
            <a:off x="3157082" y="2608108"/>
            <a:ext cx="576059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黎明博士</a:t>
            </a:r>
          </a:p>
        </p:txBody>
      </p:sp>
      <p:sp>
        <p:nvSpPr>
          <p:cNvPr id="28" name="矩形 27"/>
          <p:cNvSpPr/>
          <p:nvPr/>
        </p:nvSpPr>
        <p:spPr>
          <a:xfrm>
            <a:off x="3840782" y="286540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小美</a:t>
            </a:r>
          </a:p>
        </p:txBody>
      </p:sp>
      <p:sp>
        <p:nvSpPr>
          <p:cNvPr id="29" name="矩形 28"/>
          <p:cNvSpPr/>
          <p:nvPr/>
        </p:nvSpPr>
        <p:spPr>
          <a:xfrm>
            <a:off x="1454124" y="3918490"/>
            <a:ext cx="48796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陈菲菲</a:t>
            </a:r>
          </a:p>
        </p:txBody>
      </p:sp>
      <p:sp>
        <p:nvSpPr>
          <p:cNvPr id="31" name="矩形 30"/>
          <p:cNvSpPr/>
          <p:nvPr/>
        </p:nvSpPr>
        <p:spPr>
          <a:xfrm>
            <a:off x="826232" y="56421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黄龙</a:t>
            </a:r>
          </a:p>
        </p:txBody>
      </p:sp>
      <p:sp>
        <p:nvSpPr>
          <p:cNvPr id="32" name="矩形 31"/>
          <p:cNvSpPr/>
          <p:nvPr/>
        </p:nvSpPr>
        <p:spPr>
          <a:xfrm>
            <a:off x="826231" y="1257325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苏溪</a:t>
            </a:r>
          </a:p>
        </p:txBody>
      </p:sp>
      <p:sp>
        <p:nvSpPr>
          <p:cNvPr id="30" name="矩形 29"/>
          <p:cNvSpPr/>
          <p:nvPr/>
        </p:nvSpPr>
        <p:spPr>
          <a:xfrm>
            <a:off x="1782826" y="502395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付立业</a:t>
            </a:r>
          </a:p>
        </p:txBody>
      </p:sp>
      <p:sp>
        <p:nvSpPr>
          <p:cNvPr id="33" name="矩形 32"/>
          <p:cNvSpPr/>
          <p:nvPr/>
        </p:nvSpPr>
        <p:spPr>
          <a:xfrm>
            <a:off x="3831786" y="549623"/>
            <a:ext cx="657090" cy="7292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良机酒家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（天赐良机）</a:t>
            </a:r>
          </a:p>
        </p:txBody>
      </p:sp>
      <p:sp>
        <p:nvSpPr>
          <p:cNvPr id="34" name="矩形 33"/>
          <p:cNvSpPr/>
          <p:nvPr/>
        </p:nvSpPr>
        <p:spPr>
          <a:xfrm>
            <a:off x="2731856" y="4475989"/>
            <a:ext cx="48796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李博士</a:t>
            </a:r>
          </a:p>
        </p:txBody>
      </p:sp>
      <p:sp>
        <p:nvSpPr>
          <p:cNvPr id="35" name="矩形 34"/>
          <p:cNvSpPr/>
          <p:nvPr/>
        </p:nvSpPr>
        <p:spPr>
          <a:xfrm>
            <a:off x="2591386" y="725511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宋嘉厉</a:t>
            </a:r>
          </a:p>
        </p:txBody>
      </p:sp>
      <p:sp>
        <p:nvSpPr>
          <p:cNvPr id="36" name="矩形 35"/>
          <p:cNvSpPr/>
          <p:nvPr/>
        </p:nvSpPr>
        <p:spPr>
          <a:xfrm>
            <a:off x="2591386" y="772784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马寇德</a:t>
            </a:r>
          </a:p>
        </p:txBody>
      </p:sp>
      <p:sp>
        <p:nvSpPr>
          <p:cNvPr id="37" name="矩形 36"/>
          <p:cNvSpPr/>
          <p:nvPr/>
        </p:nvSpPr>
        <p:spPr>
          <a:xfrm>
            <a:off x="2591386" y="820789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高保密</a:t>
            </a:r>
          </a:p>
        </p:txBody>
      </p:sp>
      <p:sp>
        <p:nvSpPr>
          <p:cNvPr id="38" name="矩形 37"/>
          <p:cNvSpPr/>
          <p:nvPr/>
        </p:nvSpPr>
        <p:spPr>
          <a:xfrm>
            <a:off x="653168" y="635703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大学士</a:t>
            </a:r>
          </a:p>
        </p:txBody>
      </p:sp>
      <p:sp>
        <p:nvSpPr>
          <p:cNvPr id="39" name="矩形 38"/>
          <p:cNvSpPr/>
          <p:nvPr/>
        </p:nvSpPr>
        <p:spPr>
          <a:xfrm>
            <a:off x="3831787" y="3493265"/>
            <a:ext cx="504711" cy="71780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京西鹦翠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（鸟）</a:t>
            </a:r>
          </a:p>
        </p:txBody>
      </p:sp>
      <p:sp>
        <p:nvSpPr>
          <p:cNvPr id="40" name="矩形 39"/>
          <p:cNvSpPr/>
          <p:nvPr/>
        </p:nvSpPr>
        <p:spPr>
          <a:xfrm>
            <a:off x="90060" y="6886728"/>
            <a:ext cx="515025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江海川</a:t>
            </a:r>
          </a:p>
        </p:txBody>
      </p:sp>
      <p:sp>
        <p:nvSpPr>
          <p:cNvPr id="41" name="矩形 40"/>
          <p:cNvSpPr/>
          <p:nvPr/>
        </p:nvSpPr>
        <p:spPr>
          <a:xfrm>
            <a:off x="90058" y="6346156"/>
            <a:ext cx="509868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方格</a:t>
            </a:r>
          </a:p>
        </p:txBody>
      </p:sp>
      <p:sp>
        <p:nvSpPr>
          <p:cNvPr id="42" name="矩形 41"/>
          <p:cNvSpPr/>
          <p:nvPr/>
        </p:nvSpPr>
        <p:spPr>
          <a:xfrm>
            <a:off x="90060" y="7427298"/>
            <a:ext cx="515025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史可法</a:t>
            </a:r>
          </a:p>
        </p:txBody>
      </p:sp>
      <p:sp>
        <p:nvSpPr>
          <p:cNvPr id="43" name="矩形 42"/>
          <p:cNvSpPr/>
          <p:nvPr/>
        </p:nvSpPr>
        <p:spPr>
          <a:xfrm>
            <a:off x="90060" y="7967868"/>
            <a:ext cx="515025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范仲淹</a:t>
            </a:r>
          </a:p>
        </p:txBody>
      </p:sp>
      <p:sp>
        <p:nvSpPr>
          <p:cNvPr id="44" name="矩形 43"/>
          <p:cNvSpPr/>
          <p:nvPr/>
        </p:nvSpPr>
        <p:spPr>
          <a:xfrm>
            <a:off x="90060" y="8508440"/>
            <a:ext cx="515025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耶律大石</a:t>
            </a:r>
          </a:p>
        </p:txBody>
      </p:sp>
      <p:cxnSp>
        <p:nvCxnSpPr>
          <p:cNvPr id="3" name="直接连接符 2"/>
          <p:cNvCxnSpPr>
            <a:stCxn id="13" idx="1"/>
            <a:endCxn id="22" idx="3"/>
          </p:cNvCxnSpPr>
          <p:nvPr/>
        </p:nvCxnSpPr>
        <p:spPr>
          <a:xfrm flipH="1">
            <a:off x="618010" y="2862726"/>
            <a:ext cx="521212" cy="1475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7" idx="1"/>
            <a:endCxn id="5" idx="3"/>
          </p:cNvCxnSpPr>
          <p:nvPr/>
        </p:nvCxnSpPr>
        <p:spPr>
          <a:xfrm flipH="1">
            <a:off x="4326835" y="1426981"/>
            <a:ext cx="232052" cy="869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1" idx="1"/>
            <a:endCxn id="32" idx="3"/>
          </p:cNvCxnSpPr>
          <p:nvPr/>
        </p:nvCxnSpPr>
        <p:spPr>
          <a:xfrm flipH="1" flipV="1">
            <a:off x="1312286" y="1497354"/>
            <a:ext cx="139926" cy="638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6" idx="1"/>
            <a:endCxn id="5" idx="3"/>
          </p:cNvCxnSpPr>
          <p:nvPr/>
        </p:nvCxnSpPr>
        <p:spPr>
          <a:xfrm flipH="1">
            <a:off x="4326835" y="2236858"/>
            <a:ext cx="232052" cy="59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5" idx="1"/>
            <a:endCxn id="7" idx="3"/>
          </p:cNvCxnSpPr>
          <p:nvPr/>
        </p:nvCxnSpPr>
        <p:spPr>
          <a:xfrm flipH="1" flipV="1">
            <a:off x="3746380" y="1413717"/>
            <a:ext cx="94401" cy="882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34" idx="1"/>
            <a:endCxn id="12" idx="3"/>
          </p:cNvCxnSpPr>
          <p:nvPr/>
        </p:nvCxnSpPr>
        <p:spPr>
          <a:xfrm flipH="1" flipV="1">
            <a:off x="1979792" y="3529842"/>
            <a:ext cx="752065" cy="1186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13" idx="0"/>
            <a:endCxn id="8" idx="2"/>
          </p:cNvCxnSpPr>
          <p:nvPr/>
        </p:nvCxnSpPr>
        <p:spPr>
          <a:xfrm flipV="1">
            <a:off x="1382249" y="1668340"/>
            <a:ext cx="312990" cy="954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5" idx="1"/>
            <a:endCxn id="11" idx="3"/>
          </p:cNvCxnSpPr>
          <p:nvPr/>
        </p:nvCxnSpPr>
        <p:spPr>
          <a:xfrm flipH="1" flipV="1">
            <a:off x="1938266" y="2136197"/>
            <a:ext cx="1902517" cy="15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245065" y="5557197"/>
            <a:ext cx="1137184" cy="722123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丢鱼饵的神秘人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（孟学树博士）</a:t>
            </a:r>
          </a:p>
        </p:txBody>
      </p:sp>
      <p:cxnSp>
        <p:nvCxnSpPr>
          <p:cNvPr id="52" name="直接连接符 51"/>
          <p:cNvCxnSpPr>
            <a:cxnSpLocks/>
            <a:stCxn id="51" idx="0"/>
            <a:endCxn id="8" idx="2"/>
          </p:cNvCxnSpPr>
          <p:nvPr/>
        </p:nvCxnSpPr>
        <p:spPr>
          <a:xfrm flipV="1">
            <a:off x="813657" y="1668337"/>
            <a:ext cx="881581" cy="3888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3226239" y="7255112"/>
            <a:ext cx="486054" cy="480053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图灵</a:t>
            </a:r>
          </a:p>
        </p:txBody>
      </p:sp>
      <p:sp>
        <p:nvSpPr>
          <p:cNvPr id="57" name="矩形 56"/>
          <p:cNvSpPr/>
          <p:nvPr/>
        </p:nvSpPr>
        <p:spPr>
          <a:xfrm>
            <a:off x="872424" y="6837089"/>
            <a:ext cx="504711" cy="46917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姚宁</a:t>
            </a:r>
          </a:p>
        </p:txBody>
      </p:sp>
      <p:sp>
        <p:nvSpPr>
          <p:cNvPr id="58" name="矩形 57"/>
          <p:cNvSpPr/>
          <p:nvPr/>
        </p:nvSpPr>
        <p:spPr>
          <a:xfrm>
            <a:off x="2105332" y="543090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雷米</a:t>
            </a:r>
          </a:p>
        </p:txBody>
      </p:sp>
      <p:sp>
        <p:nvSpPr>
          <p:cNvPr id="60" name="矩形 59"/>
          <p:cNvSpPr/>
          <p:nvPr/>
        </p:nvSpPr>
        <p:spPr>
          <a:xfrm>
            <a:off x="2105332" y="1167160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雷布斯</a:t>
            </a:r>
          </a:p>
        </p:txBody>
      </p:sp>
      <p:sp>
        <p:nvSpPr>
          <p:cNvPr id="61" name="矩形 60"/>
          <p:cNvSpPr/>
          <p:nvPr/>
        </p:nvSpPr>
        <p:spPr>
          <a:xfrm>
            <a:off x="2105332" y="1737380"/>
            <a:ext cx="729081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白祁（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Richard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2" name="矩形 61"/>
          <p:cNvSpPr/>
          <p:nvPr/>
        </p:nvSpPr>
        <p:spPr>
          <a:xfrm>
            <a:off x="2105332" y="2299546"/>
            <a:ext cx="729081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华文（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Bill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4" name="矩形 63"/>
          <p:cNvSpPr/>
          <p:nvPr/>
        </p:nvSpPr>
        <p:spPr>
          <a:xfrm>
            <a:off x="4554968" y="694724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中菊</a:t>
            </a:r>
          </a:p>
        </p:txBody>
      </p:sp>
      <p:sp>
        <p:nvSpPr>
          <p:cNvPr id="65" name="矩形 64"/>
          <p:cNvSpPr/>
          <p:nvPr/>
        </p:nvSpPr>
        <p:spPr>
          <a:xfrm>
            <a:off x="4554968" y="745847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吴慈仁</a:t>
            </a:r>
          </a:p>
        </p:txBody>
      </p:sp>
      <p:sp>
        <p:nvSpPr>
          <p:cNvPr id="66" name="矩形 65"/>
          <p:cNvSpPr/>
          <p:nvPr/>
        </p:nvSpPr>
        <p:spPr>
          <a:xfrm>
            <a:off x="3608757" y="543820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水木</a:t>
            </a:r>
          </a:p>
        </p:txBody>
      </p:sp>
      <p:sp>
        <p:nvSpPr>
          <p:cNvPr id="67" name="矩形 66"/>
          <p:cNvSpPr/>
          <p:nvPr/>
        </p:nvSpPr>
        <p:spPr>
          <a:xfrm>
            <a:off x="3609194" y="591615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岑老师</a:t>
            </a:r>
          </a:p>
        </p:txBody>
      </p:sp>
      <p:sp>
        <p:nvSpPr>
          <p:cNvPr id="68" name="矩形 67"/>
          <p:cNvSpPr/>
          <p:nvPr/>
        </p:nvSpPr>
        <p:spPr>
          <a:xfrm>
            <a:off x="826233" y="8101750"/>
            <a:ext cx="712511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古老师</a:t>
            </a:r>
          </a:p>
        </p:txBody>
      </p:sp>
      <p:sp>
        <p:nvSpPr>
          <p:cNvPr id="70" name="矩形 69"/>
          <p:cNvSpPr/>
          <p:nvPr/>
        </p:nvSpPr>
        <p:spPr>
          <a:xfrm>
            <a:off x="1749962" y="6346156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杨清</a:t>
            </a:r>
          </a:p>
        </p:txBody>
      </p:sp>
      <p:sp>
        <p:nvSpPr>
          <p:cNvPr id="71" name="矩形 70"/>
          <p:cNvSpPr/>
          <p:nvPr/>
        </p:nvSpPr>
        <p:spPr>
          <a:xfrm>
            <a:off x="2298897" y="567823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老梁</a:t>
            </a:r>
          </a:p>
        </p:txBody>
      </p:sp>
      <p:sp>
        <p:nvSpPr>
          <p:cNvPr id="72" name="矩形 71"/>
          <p:cNvSpPr/>
          <p:nvPr/>
        </p:nvSpPr>
        <p:spPr>
          <a:xfrm>
            <a:off x="3127266" y="543820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西邮</a:t>
            </a:r>
          </a:p>
        </p:txBody>
      </p:sp>
      <p:sp>
        <p:nvSpPr>
          <p:cNvPr id="73" name="矩形 72"/>
          <p:cNvSpPr/>
          <p:nvPr/>
        </p:nvSpPr>
        <p:spPr>
          <a:xfrm>
            <a:off x="3127703" y="5916152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岑老师</a:t>
            </a:r>
          </a:p>
        </p:txBody>
      </p:sp>
      <p:sp>
        <p:nvSpPr>
          <p:cNvPr id="74" name="矩形 73"/>
          <p:cNvSpPr/>
          <p:nvPr/>
        </p:nvSpPr>
        <p:spPr>
          <a:xfrm>
            <a:off x="4095684" y="5443618"/>
            <a:ext cx="486054" cy="47464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交大</a:t>
            </a:r>
          </a:p>
        </p:txBody>
      </p:sp>
      <p:sp>
        <p:nvSpPr>
          <p:cNvPr id="75" name="矩形 74"/>
          <p:cNvSpPr/>
          <p:nvPr/>
        </p:nvSpPr>
        <p:spPr>
          <a:xfrm>
            <a:off x="4096121" y="592156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岑老师</a:t>
            </a:r>
          </a:p>
        </p:txBody>
      </p:sp>
      <p:sp>
        <p:nvSpPr>
          <p:cNvPr id="76" name="矩形 75"/>
          <p:cNvSpPr/>
          <p:nvPr/>
        </p:nvSpPr>
        <p:spPr>
          <a:xfrm>
            <a:off x="2731856" y="3515884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火凤</a:t>
            </a:r>
          </a:p>
        </p:txBody>
      </p:sp>
      <p:sp>
        <p:nvSpPr>
          <p:cNvPr id="77" name="矩形 76"/>
          <p:cNvSpPr/>
          <p:nvPr/>
        </p:nvSpPr>
        <p:spPr>
          <a:xfrm>
            <a:off x="2731856" y="3995938"/>
            <a:ext cx="486054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吴老师</a:t>
            </a:r>
          </a:p>
        </p:txBody>
      </p:sp>
      <p:sp>
        <p:nvSpPr>
          <p:cNvPr id="78" name="矩形 77"/>
          <p:cNvSpPr/>
          <p:nvPr/>
        </p:nvSpPr>
        <p:spPr>
          <a:xfrm>
            <a:off x="826233" y="7621696"/>
            <a:ext cx="712511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另一个大学士</a:t>
            </a:r>
          </a:p>
        </p:txBody>
      </p:sp>
      <p:sp>
        <p:nvSpPr>
          <p:cNvPr id="79" name="矩形 78"/>
          <p:cNvSpPr/>
          <p:nvPr/>
        </p:nvSpPr>
        <p:spPr>
          <a:xfrm>
            <a:off x="1454124" y="4398544"/>
            <a:ext cx="48796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锐哥</a:t>
            </a:r>
          </a:p>
        </p:txBody>
      </p:sp>
      <p:sp>
        <p:nvSpPr>
          <p:cNvPr id="80" name="矩形 79"/>
          <p:cNvSpPr/>
          <p:nvPr/>
        </p:nvSpPr>
        <p:spPr>
          <a:xfrm>
            <a:off x="1749963" y="7175948"/>
            <a:ext cx="48796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浩哥</a:t>
            </a:r>
          </a:p>
        </p:txBody>
      </p:sp>
      <p:sp>
        <p:nvSpPr>
          <p:cNvPr id="81" name="矩形 80"/>
          <p:cNvSpPr/>
          <p:nvPr/>
        </p:nvSpPr>
        <p:spPr>
          <a:xfrm>
            <a:off x="1749963" y="7662078"/>
            <a:ext cx="487967" cy="48005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刘博士</a:t>
            </a:r>
          </a:p>
        </p:txBody>
      </p:sp>
    </p:spTree>
    <p:extLst>
      <p:ext uri="{BB962C8B-B14F-4D97-AF65-F5344CB8AC3E}">
        <p14:creationId xmlns:p14="http://schemas.microsoft.com/office/powerpoint/2010/main" val="1621416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124</TotalTime>
  <Words>441</Words>
  <Application>Microsoft Office PowerPoint</Application>
  <PresentationFormat>全屏显示(16:9)</PresentationFormat>
  <Paragraphs>182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liuxin</dc:creator>
  <cp:lastModifiedBy>liuxin</cp:lastModifiedBy>
  <cp:revision>30</cp:revision>
  <dcterms:created xsi:type="dcterms:W3CDTF">2021-01-23T10:23:14Z</dcterms:created>
  <dcterms:modified xsi:type="dcterms:W3CDTF">2021-02-04T13:51:29Z</dcterms:modified>
</cp:coreProperties>
</file>