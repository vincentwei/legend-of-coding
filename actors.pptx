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-187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18" Type="http://schemas.openxmlformats.org/officeDocument/2006/relationships/image" Target="../media/image19.jpeg"/><Relationship Id="rId3" Type="http://schemas.openxmlformats.org/officeDocument/2006/relationships/image" Target="../media/image4.jpeg"/><Relationship Id="rId21" Type="http://schemas.openxmlformats.org/officeDocument/2006/relationships/image" Target="../media/image22.emf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20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24" Type="http://schemas.openxmlformats.org/officeDocument/2006/relationships/image" Target="../media/image25.png"/><Relationship Id="rId5" Type="http://schemas.openxmlformats.org/officeDocument/2006/relationships/image" Target="../media/image6.jpe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jpeg"/><Relationship Id="rId19" Type="http://schemas.openxmlformats.org/officeDocument/2006/relationships/image" Target="../media/image20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080120"/>
          </a:xfrm>
        </p:spPr>
        <p:txBody>
          <a:bodyPr/>
          <a:lstStyle/>
          <a:p>
            <a:r>
              <a:rPr lang="zh-CN" altLang="en-US" dirty="0" smtClean="0"/>
              <a:t>考鼎记演员表</a:t>
            </a:r>
            <a:endParaRPr lang="zh-CN" altLang="en-US" dirty="0"/>
          </a:p>
        </p:txBody>
      </p:sp>
      <p:pic>
        <p:nvPicPr>
          <p:cNvPr id="4" name="Picture 2" descr="https://gimg2.baidu.com/image_search/src=http%3A%2F%2Fn.sinaimg.cn%2Fsinacn12%2F264%2Fw620h444%2F20180422%2F60a5-fytnfyp9039629.jpg&amp;refer=http%3A%2F%2Fn.sinaimg.cn&amp;app=2002&amp;size=f9999,10000&amp;q=a80&amp;n=0&amp;g=0n&amp;fmt=jpeg?sec=1619749185&amp;t=540e59e9a9ba26e3571aaad0aa7c0c5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89" y="1703438"/>
            <a:ext cx="1118610" cy="80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35994" y="147745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张一平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焦晃饰演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53" y="2780662"/>
            <a:ext cx="1118610" cy="62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135994" y="2564904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孟学树博士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金士杰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1" y="3777999"/>
            <a:ext cx="1118609" cy="73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135994" y="357304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博士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杨超越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10" descr="https://gimg2.baidu.com/image_search/src=http%3A%2F%2F5b0988e595225.cdn.sohucs.com%2Fimages%2F20171204%2Ff0eb0fee70dd40d6a8eef92df5712d38.jpeg&amp;refer=http%3A%2F%2F5b0988e595225.cdn.sohucs.com&amp;app=2002&amp;size=f9999,10000&amp;q=a80&amp;n=0&amp;g=0n&amp;fmt=jpeg?sec=1619749577&amp;t=bde764cd791c901d31c28475c5a116e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15" y="4798166"/>
            <a:ext cx="1121190" cy="75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135994" y="4581152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林小翠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徐静蕾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5994" y="5589264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龙天豪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王志文饰演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53" y="5797873"/>
            <a:ext cx="1153315" cy="768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1949965" y="147745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大学士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张纪中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708831"/>
            <a:ext cx="1232048" cy="818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1949965" y="2564904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魏森特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冯巩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797802"/>
            <a:ext cx="1263622" cy="711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矩形 18"/>
          <p:cNvSpPr/>
          <p:nvPr/>
        </p:nvSpPr>
        <p:spPr>
          <a:xfrm>
            <a:off x="1949965" y="357304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韦七爷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陈道明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774" y="3804311"/>
            <a:ext cx="1135530" cy="75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6" descr="https://ss1.bdstatic.com/70cFuXSh_Q1YnxGkpoWK1HF6hhy/it/u=3183893129,4229766172&amp;fm=26&amp;gp=0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506" y="4812511"/>
            <a:ext cx="1192918" cy="746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 21"/>
          <p:cNvSpPr/>
          <p:nvPr/>
        </p:nvSpPr>
        <p:spPr>
          <a:xfrm>
            <a:off x="1949965" y="4581152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杨曜曜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古力娜扎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7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545" y="5797873"/>
            <a:ext cx="1404840" cy="783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1949965" y="5589264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苏溪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刘涛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763936" y="147745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付立业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马驰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763936" y="2564904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古小斌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范伟饰演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Picture 4" descr="https://ss3.bdstatic.com/70cFv8Sh_Q1YnxGkpoWK1HF6hhy/it/u=3023139375,3814847074&amp;fm=26&amp;gp=0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779" y="2783544"/>
            <a:ext cx="1026314" cy="76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/>
          <p:cNvSpPr/>
          <p:nvPr/>
        </p:nvSpPr>
        <p:spPr>
          <a:xfrm>
            <a:off x="3763936" y="357304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雄飞翔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陈宝国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Picture 5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805" y="3794120"/>
            <a:ext cx="1394260" cy="748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矩形 30"/>
          <p:cNvSpPr/>
          <p:nvPr/>
        </p:nvSpPr>
        <p:spPr>
          <a:xfrm>
            <a:off x="3763936" y="4581152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雷布斯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姜文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763936" y="5589264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张文乐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沈腾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" name="Picture 9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823" y="5792814"/>
            <a:ext cx="1144225" cy="820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200" y="1703438"/>
            <a:ext cx="565471" cy="848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矩形 36"/>
          <p:cNvSpPr/>
          <p:nvPr/>
        </p:nvSpPr>
        <p:spPr>
          <a:xfrm>
            <a:off x="5577907" y="147745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王一鸣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张嘉译饰演</a:t>
            </a:r>
          </a:p>
        </p:txBody>
      </p:sp>
      <p:sp>
        <p:nvSpPr>
          <p:cNvPr id="38" name="矩形 37"/>
          <p:cNvSpPr/>
          <p:nvPr/>
        </p:nvSpPr>
        <p:spPr>
          <a:xfrm>
            <a:off x="5577907" y="2564904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小固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郭麒麟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444" y="1699979"/>
            <a:ext cx="1259404" cy="81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矩形 40"/>
          <p:cNvSpPr/>
          <p:nvPr/>
        </p:nvSpPr>
        <p:spPr>
          <a:xfrm>
            <a:off x="5577907" y="357304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王小磊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曹炳琨饰演</a:t>
            </a:r>
          </a:p>
        </p:txBody>
      </p:sp>
      <p:sp>
        <p:nvSpPr>
          <p:cNvPr id="43" name="矩形 42"/>
          <p:cNvSpPr/>
          <p:nvPr/>
        </p:nvSpPr>
        <p:spPr>
          <a:xfrm>
            <a:off x="5577907" y="4581152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李子梦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张雨绮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" name="Picture 1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087" y="5805264"/>
            <a:ext cx="1128580" cy="753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" name="矩形 44"/>
          <p:cNvSpPr/>
          <p:nvPr/>
        </p:nvSpPr>
        <p:spPr>
          <a:xfrm>
            <a:off x="5577907" y="5589264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黎明博士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高晓松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" name="Picture 13" descr="https://ss1.bdstatic.com/70cFvXSh_Q1YnxGkpoWK1HF6hhy/it/u=807831728,3913605867&amp;fm=26&amp;gp=0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838" y="2783036"/>
            <a:ext cx="558136" cy="77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08" y="1694741"/>
            <a:ext cx="1259538" cy="957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矩形 48"/>
          <p:cNvSpPr/>
          <p:nvPr/>
        </p:nvSpPr>
        <p:spPr>
          <a:xfrm>
            <a:off x="7391877" y="1477450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泰爷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王绘春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391877" y="2771935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亮爷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于谦饰演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4" descr="https://ss3.bdstatic.com/70cFv8Sh_Q1YnxGkpoWK1HF6hhy/it/u=1729001356,1855811453&amp;fm=26&amp;gp=0.jp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08" y="2993638"/>
            <a:ext cx="1287330" cy="116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137" y="3801232"/>
            <a:ext cx="994021" cy="730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286" y="4805111"/>
            <a:ext cx="1135299" cy="747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906" y="4803248"/>
            <a:ext cx="1164481" cy="728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589" y="5726947"/>
            <a:ext cx="1330575" cy="830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矩形 51"/>
          <p:cNvSpPr/>
          <p:nvPr/>
        </p:nvSpPr>
        <p:spPr>
          <a:xfrm>
            <a:off x="7391876" y="5510947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京西鹦翠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科大讯飞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7405773" y="4247185"/>
            <a:ext cx="1548000" cy="21600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小美   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宋佳饰演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208" y="4472321"/>
            <a:ext cx="1401129" cy="902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832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20</TotalTime>
  <Words>154</Words>
  <Application>Microsoft Office PowerPoint</Application>
  <PresentationFormat>全屏显示(4:3)</PresentationFormat>
  <Paragraphs>25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暗香扑面</vt:lpstr>
      <vt:lpstr>考鼎记演员表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考鼎记演员表</dc:title>
  <dc:creator>liuxin</dc:creator>
  <cp:lastModifiedBy>liuxin</cp:lastModifiedBy>
  <cp:revision>9</cp:revision>
  <dcterms:created xsi:type="dcterms:W3CDTF">2021-03-31T06:24:20Z</dcterms:created>
  <dcterms:modified xsi:type="dcterms:W3CDTF">2021-03-31T08:27:03Z</dcterms:modified>
</cp:coreProperties>
</file>